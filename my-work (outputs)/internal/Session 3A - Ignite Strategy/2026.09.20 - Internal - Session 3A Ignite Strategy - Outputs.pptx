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1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gniteLogo_Emblem-Dark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320040"/>
            <a:ext cx="822960" cy="8272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8983"/>
                </a:solidFill>
                <a:latin typeface="Calibri"/>
              </a:rPr>
              <a:t>SESSION 3A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1F2F2"/>
                </a:solidFill>
                <a:latin typeface="Calibri"/>
              </a:rPr>
              <a:t>Ignite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9A9AC"/>
                </a:solidFill>
                <a:latin typeface="Calibri"/>
              </a:rPr>
              <a:t>September 20,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9A9AC"/>
                </a:solidFill>
                <a:latin typeface="Calibri"/>
              </a:rPr>
              <a:t>Attendees: Kate · Finn · Scout · Jack · Maxell · Marcus · Janice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C9A9AC"/>
                </a:solidFill>
                <a:latin typeface="Calibri"/>
              </a:rPr>
              <a:t>Advisory &amp; Ignite — Session 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1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8983"/>
                </a:solidFill>
                <a:latin typeface="Calibri"/>
              </a:rPr>
              <a:t>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1F2F2"/>
                </a:solidFill>
                <a:latin typeface="Calibri"/>
              </a:rPr>
              <a:t>What was decided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881360" cy="4846320"/>
          </a:xfrm>
          <a:prstGeom prst="roundRect">
            <a:avLst>
              <a:gd name="adj" fmla="val 4000"/>
            </a:avLst>
          </a:prstGeom>
          <a:solidFill>
            <a:srgbClr val="2A1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Beta partner count confirmed at 5 (not the 3-5 range) — Kate's call, for data breadth across more properties.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Cash-need approach: solve for the total 6-month cash required first, then back into price-per-partner, rather than starting from a price.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No one (Kate, Eddie, Recardo, Tristan) draws a salary during the 6-month beta window.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Tristan takes on marketing-tooling administration at $0 incremental cost, rather than hiring a dedicated 'Tristan Jr.' — skill-fit flagged as a watch item, not a blocker.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Marketing tooling is Search Atlas (verified live: OTTO SEO active on 5 real sites) — not HubSpot, which belongs to Flying Horse, a client, not Ignite.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ABM removed as a separate cost line — it's covered by Jack's existing Zoho outreach automation, not incremental spend.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Real conference costs (NYU, AHLA, Hunter) sourced from the workbook's own Departmental Expenses tab and added to the beta model.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Cap Table corrected to match the actual signed Operating Agreements: Kate 70%, Eddie 15%, Recardo 5%, Tristan 2%, 8% unissued pool. Neither Garrard nor Tavares (the names originally in the internal sheet) appear in the real agreements.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Krzysztof Wurst's listed 5% was never issued (he never signed) and is being reallocated to Recardo, bringing him to 10% — pending Eddie's Manager consent per Section 2.5.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Recardo's additional units vest on his existing schedule, not a new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1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8983"/>
                </a:solidFill>
                <a:latin typeface="Calibri"/>
              </a:rPr>
              <a:t>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1F2F2"/>
                </a:solidFill>
                <a:latin typeface="Calibri"/>
              </a:rPr>
              <a:t>What this session produced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881360" cy="4846320"/>
          </a:xfrm>
          <a:prstGeom prst="roundRect">
            <a:avLst>
              <a:gd name="adj" fmla="val 4000"/>
            </a:avLst>
          </a:prstGeom>
          <a:solidFill>
            <a:srgbClr val="2A1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New 'Beta Phase - Cash Need' tab built in the Ignite Financial Architecture workbook: $23,500 total 6-month cash need, $4,700 price-per-partner — well under the existing $15K-$25K band.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Cap Table tab rebuilt with a Current (executed) / Pending (not yet executed) structure and real vesting data pulled from the signed agreements.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Draft Amendment No. 1 to the Operating Agreement and a draft Additional Unit Grant Letter for Recardo prepared, saved in Ignite/Team File/, clearly marked not executed.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2F2"/>
                </a:solidFill>
                <a:latin typeface="Calibri"/>
              </a:rPr>
              <a:t>•  Standing /session-output pipeline and per-session output folders built for the whole Advisory/Ignite system — this deck is its first live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1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8983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1F2F2"/>
                </a:solidFill>
                <a:latin typeface="Calibri"/>
              </a:rPr>
              <a:t>What needs to happen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257800" cy="4846320"/>
          </a:xfrm>
          <a:prstGeom prst="roundRect">
            <a:avLst>
              <a:gd name="adj" fmla="val 4000"/>
            </a:avLst>
          </a:prstGeom>
          <a:solidFill>
            <a:srgbClr val="2A1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8983"/>
                </a:solidFill>
                <a:latin typeface="Calibri"/>
              </a:rPr>
              <a:t>THIS WEEK  ·  → Weekly Compass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461772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1F2F2"/>
                </a:solidFill>
                <a:latin typeface="Calibri"/>
              </a:rPr>
              <a:t>•  Follow up with Eddie on signing the amendment  —  Kate — reminder set 2026-09-24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1F2F2"/>
                </a:solidFill>
                <a:latin typeface="Calibri"/>
              </a:rPr>
              <a:t>•  Decide which of NYU/AHLA/Hunter to actually attend vs. just fund  —  Kate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257800" cy="4846320"/>
          </a:xfrm>
          <a:prstGeom prst="roundRect">
            <a:avLst>
              <a:gd name="adj" fmla="val 4000"/>
            </a:avLst>
          </a:prstGeom>
          <a:solidFill>
            <a:srgbClr val="2A1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8983"/>
                </a:solidFill>
                <a:latin typeface="Calibri"/>
              </a:rPr>
              <a:t>LATER  ·  → Master Plan backlog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40280"/>
            <a:ext cx="461772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1F2F2"/>
                </a:solidFill>
                <a:latin typeface="Calibri"/>
              </a:rPr>
              <a:t>•  Eddie's development/infrastructure cost breakdown (5 open line items in the model)  —  Eddie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1F2F2"/>
                </a:solidFill>
                <a:latin typeface="Calibri"/>
              </a:rPr>
              <a:t>•  Real travel itinerary for Atlanta/Boston/New Orleans once booked  —  Kate/Jack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1F2F2"/>
                </a:solidFill>
                <a:latin typeface="Calibri"/>
              </a:rPr>
              <a:t>•  Legal quote once a lawyer is named for pilot agreement + amendment review  —  Kate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1F2F2"/>
                </a:solidFill>
                <a:latin typeface="Calibri"/>
              </a:rPr>
              <a:t>•  Counsel review of the Amendment and Grant Letter before anyone signs  —  Kate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