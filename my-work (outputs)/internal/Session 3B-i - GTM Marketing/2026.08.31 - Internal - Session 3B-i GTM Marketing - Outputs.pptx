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1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gniteLogo_Emblem-Dark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320040"/>
            <a:ext cx="822960" cy="82720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8983"/>
                </a:solidFill>
                <a:latin typeface="Calibri"/>
              </a:rPr>
              <a:t>SESSION 3B-i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1F2F2"/>
                </a:solidFill>
                <a:latin typeface="Calibri"/>
              </a:rPr>
              <a:t>GTM: Marketing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9A9AC"/>
                </a:solidFill>
                <a:latin typeface="Calibri"/>
              </a:rPr>
              <a:t>August 29–31,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A9AC"/>
                </a:solidFill>
                <a:latin typeface="Calibri"/>
              </a:rPr>
              <a:t>Attendees: Marcus · Kate · Scout · Maxell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C9A9AC"/>
                </a:solidFill>
                <a:latin typeface="Calibri"/>
              </a:rPr>
              <a:t>Advisory &amp; Ignite — Session Output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1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8983"/>
                </a:solidFill>
                <a:latin typeface="Calibri"/>
              </a:rPr>
              <a:t>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2F2"/>
                </a:solidFill>
                <a:latin typeface="Calibri"/>
              </a:rPr>
              <a:t>What was decided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4846320"/>
          </a:xfrm>
          <a:prstGeom prst="roundRect">
            <a:avLst>
              <a:gd name="adj" fmla="val 4000"/>
            </a:avLst>
          </a:prstGeom>
          <a:solidFill>
            <a:srgbClr val="2A1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101498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Category locked: “Revenue Growth System.”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Full Dunford positioning sequence completed: competitive alternatives, unique attributes, value, target market, category.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Pitch one-pager drafted and split into an external, prospect-safe version and an internal source-notes version.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Proof assets sourced and verified: the 16:1 ROAS case and the HRI hours finding.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1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8983"/>
                </a:solidFill>
                <a:latin typeface="Calibri"/>
              </a:rPr>
              <a:t>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2F2"/>
                </a:solidFill>
                <a:latin typeface="Calibri"/>
              </a:rPr>
              <a:t>What this session produced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4846320"/>
          </a:xfrm>
          <a:prstGeom prst="roundRect">
            <a:avLst>
              <a:gd name="adj" fmla="val 4000"/>
            </a:avLst>
          </a:prstGeom>
          <a:solidFill>
            <a:srgbClr val="2A1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101498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Locked positioning doc: 2026.08.29 - Internal - Ignite Positioning Working Doc.md.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Pitch one-pager (external, prospect-safe): 2026.08.29 - Ignite - Strategy Beta Group One-Pager.md.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Source notes (internal only): 2026.08.29 - Internal - Ignite One-Pager Source Notes and Decisions.md.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Ignite brand standards captured in ignite-brand-standards.md.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1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8983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2F2"/>
                </a:solidFill>
                <a:latin typeface="Calibri"/>
              </a:rPr>
              <a:t>What needs to happen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257800" cy="4846320"/>
          </a:xfrm>
          <a:prstGeom prst="roundRect">
            <a:avLst>
              <a:gd name="adj" fmla="val 4000"/>
            </a:avLst>
          </a:prstGeom>
          <a:solidFill>
            <a:srgbClr val="2A1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8983"/>
                </a:solidFill>
                <a:latin typeface="Calibri"/>
              </a:rPr>
              <a:t>THIS WEEK  ·  → Weekly Compass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46177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F1F2F2"/>
                </a:solidFill>
                <a:latin typeface="Calibri"/>
              </a:rPr>
              <a:t>•  Confirm Conductor AI / Revvie / Ella vs. Iggy naming  —  Kate + Eddie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F1F2F2"/>
                </a:solidFill>
                <a:latin typeface="Calibri"/>
              </a:rPr>
              <a:t>•  igniteyourgrowth.com launch-readiness check  —  Tristan (Shelby available to help)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F1F2F2"/>
                </a:solidFill>
                <a:latin typeface="Calibri"/>
              </a:rPr>
              <a:t>•  Decide the founding-partner post-beta pricing advantage  —  Kate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63040"/>
            <a:ext cx="5257800" cy="4846320"/>
          </a:xfrm>
          <a:prstGeom prst="roundRect">
            <a:avLst>
              <a:gd name="adj" fmla="val 4000"/>
            </a:avLst>
          </a:prstGeom>
          <a:solidFill>
            <a:srgbClr val="2A1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8983"/>
                </a:solidFill>
                <a:latin typeface="Calibri"/>
              </a:rPr>
              <a:t>LATER  ·  → Master Plan backlog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0280"/>
            <a:ext cx="46177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C9A9AC"/>
                </a:solidFill>
                <a:latin typeface="Calibri"/>
              </a:rPr>
              <a:t>Nothing outstanding beyond this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