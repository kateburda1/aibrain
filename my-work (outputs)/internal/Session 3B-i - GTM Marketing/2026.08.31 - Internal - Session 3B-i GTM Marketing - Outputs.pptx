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gniteLogo_Emblem-Dark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320040"/>
            <a:ext cx="822960" cy="8272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8983"/>
                </a:solidFill>
                <a:latin typeface="Calibri"/>
              </a:rPr>
              <a:t>SESSION 3B-i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1F2F2"/>
                </a:solidFill>
                <a:latin typeface="Calibri"/>
              </a:rPr>
              <a:t>GTM: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A9AC"/>
                </a:solidFill>
                <a:latin typeface="Calibri"/>
              </a:rPr>
              <a:t>August 29–31,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A9AC"/>
                </a:solidFill>
                <a:latin typeface="Calibri"/>
              </a:rPr>
              <a:t>Attendees: Marcus · Kate · Scout · Maxell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C9A9AC"/>
                </a:solidFill>
                <a:latin typeface="Calibri"/>
              </a:rPr>
              <a:t>Advisory &amp; Ignite — Session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8983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2F2"/>
                </a:solidFill>
                <a:latin typeface="Calibri"/>
              </a:rPr>
              <a:t>What was decided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Category locked: “Revenue Growth System.”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Full Dunford positioning sequence completed: competitive alternatives, unique attributes, value, target market, category.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Pitch one-pager drafted and split into an external, prospect-safe version and an internal source-notes version.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Proof assets sourced and verified: the 16:1 ROAS case and the HRI hours finding.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8983"/>
                </a:solidFill>
                <a:latin typeface="Calibr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2F2"/>
                </a:solidFill>
                <a:latin typeface="Calibri"/>
              </a:rPr>
              <a:t>What this session produced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Locked positioning doc: 2026.08.29 - Internal - Ignite Positioning Working Doc.md.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Pitch one-pager (external, prospect-safe): 2026.08.29 - Ignite - Strategy Beta Group One-Pager.md.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Source notes (internal only): 2026.08.29 - Internal - Ignite One-Pager Source Notes and Decisions.md.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Ignite brand standards captured in ignite-brand-standards.md.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8983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2F2"/>
                </a:solidFill>
                <a:latin typeface="Calibri"/>
              </a:rPr>
              <a:t>What needs to happen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8983"/>
                </a:solidFill>
                <a:latin typeface="Calibri"/>
              </a:rPr>
              <a:t>THIS WEEK  ·  → Weekly 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Confirm Conductor AI / Revvie / Ella vs. Iggy naming  —  Kate + Eddie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igniteyourgrowth.com launch-readiness check  —  Tristan (Shelby available to help)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Decide the founding-partner post-beta pricing advantage  —  Kate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8983"/>
                </a:solidFill>
                <a:latin typeface="Calibri"/>
              </a:rPr>
              <a:t>LATER  ·  → Master Plan 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A9AC"/>
                </a:solidFill>
                <a:latin typeface="Calibri"/>
              </a:rPr>
              <a:t>Nothing outstanding beyond this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