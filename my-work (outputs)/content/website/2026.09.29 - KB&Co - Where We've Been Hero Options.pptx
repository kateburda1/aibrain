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10"/>
    <p:sldId id="257" r:id="rId11"/>
    <p:sldId id="258" r:id="rId9"/>
    <p:sldId id="259" r:id="rId8"/>
    <p:sldId id="260" r:id="rId7"/>
    <p:sldId id="261" r:id="rId6"/>
    <p:sldId id="262" r:id="rId5"/>
    <p:sldId id="263" r:id="rId4"/>
    <p:sldId id="264" r:id="rId3"/>
    <p:sldId id="265" r:id="rId2"/>
    <p:sldId id="266" r:id="rId20"/>
    <p:sldId id="267" r:id="rId21"/>
    <p:sldId id="268" r:id="rId22"/>
    <p:sldId id="269" r:id="rId23"/>
    <p:sldId id="270" r:id="rId24"/>
    <p:sldId id="271" r:id="rId25"/>
    <p:sldId id="272" r:id="rId26"/>
    <p:sldId id="273" r:id="rId27"/>
    <p:sldId id="274" r:id="rId28"/>
    <p:sldId id="275" r:id="rId29"/>
    <p:sldId id="276" r:id="rId3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A8C8C"/>
    <a:srgbClr val="CAC8C8"/>
    <a:srgbClr val="01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Objects="1">
      <p:cViewPr varScale="1">
        <p:scale>
          <a:sx n="190" d="100"/>
          <a:sy n="190" d="100"/>
        </p:scale>
        <p:origin x="-2152" y="-10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0.xml"/><Relationship Id="rId3" Type="http://schemas.openxmlformats.org/officeDocument/2006/relationships/slide" Target="slides/slide9.xml"/><Relationship Id="rId4" Type="http://schemas.openxmlformats.org/officeDocument/2006/relationships/slide" Target="slides/slide8.xml"/><Relationship Id="rId5" Type="http://schemas.openxmlformats.org/officeDocument/2006/relationships/slide" Target="slides/slide7.xml"/><Relationship Id="rId6" Type="http://schemas.openxmlformats.org/officeDocument/2006/relationships/slide" Target="slides/slide6.xml"/><Relationship Id="rId7" Type="http://schemas.openxmlformats.org/officeDocument/2006/relationships/slide" Target="slides/slide5.xml"/><Relationship Id="rId8" Type="http://schemas.openxmlformats.org/officeDocument/2006/relationships/slide" Target="slides/slide4.xml"/><Relationship Id="rId9" Type="http://schemas.openxmlformats.org/officeDocument/2006/relationships/slide" Target="slides/slide3.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printerSettings" Target="printerSettings/printerSettings1.bin"/><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customXml" Target="../customXml/item1.xml"/><Relationship Id="rId18" Type="http://schemas.openxmlformats.org/officeDocument/2006/relationships/customXml" Target="../customXml/item2.xml"/><Relationship Id="rId19" Type="http://schemas.openxmlformats.org/officeDocument/2006/relationships/customXml" Target="../customXml/item3.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Kate Burda &amp; Co. - Title 1">
    <p:spTree>
      <p:nvGrpSpPr>
        <p:cNvPr id="1" name=""/>
        <p:cNvGrpSpPr/>
        <p:nvPr/>
      </p:nvGrpSpPr>
      <p:grpSpPr>
        <a:xfrm>
          <a:off x="0" y="0"/>
          <a:ext cx="0" cy="0"/>
          <a:chOff x="0" y="0"/>
          <a:chExt cx="0" cy="0"/>
        </a:xfrm>
      </p:grpSpPr>
      <p:sp>
        <p:nvSpPr>
          <p:cNvPr id="8" name="Rectangle 7"/>
          <p:cNvSpPr/>
          <p:nvPr userDrawn="1"/>
        </p:nvSpPr>
        <p:spPr>
          <a:xfrm>
            <a:off x="0" y="0"/>
            <a:ext cx="9144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7" name="Picture 6" descr="kb_PPT-Template-01.png"/>
          <p:cNvPicPr>
            <a:picLocks noChangeAspect="1"/>
          </p:cNvPicPr>
          <p:nvPr userDrawn="1"/>
        </p:nvPicPr>
        <p:blipFill>
          <a:blip r:embed="rId2"/>
          <a:stretch>
            <a:fillRect/>
          </a:stretch>
        </p:blipFill>
        <p:spPr>
          <a:xfrm>
            <a:off x="0" y="0"/>
            <a:ext cx="9144000" cy="6858000"/>
          </a:xfrm>
          <a:prstGeom prst="rect">
            <a:avLst/>
          </a:prstGeom>
        </p:spPr>
      </p:pic>
      <p:sp>
        <p:nvSpPr>
          <p:cNvPr id="9" name="Rectangle 8"/>
          <p:cNvSpPr/>
          <p:nvPr userDrawn="1"/>
        </p:nvSpPr>
        <p:spPr>
          <a:xfrm>
            <a:off x="0" y="914400"/>
            <a:ext cx="9144000" cy="5943600"/>
          </a:xfrm>
          <a:prstGeom prst="rect">
            <a:avLst/>
          </a:prstGeom>
          <a:solidFill>
            <a:srgbClr val="CA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rgbClr val="CAC8C8"/>
              </a:solidFill>
            </a:endParaRPr>
          </a:p>
        </p:txBody>
      </p:sp>
      <p:sp>
        <p:nvSpPr>
          <p:cNvPr id="15" name="Picture Placeholder 14"/>
          <p:cNvSpPr>
            <a:spLocks noGrp="1"/>
          </p:cNvSpPr>
          <p:nvPr>
            <p:ph type="pic" sz="quarter" idx="10"/>
          </p:nvPr>
        </p:nvSpPr>
        <p:spPr>
          <a:xfrm>
            <a:off x="0" y="914400"/>
            <a:ext cx="9144000" cy="5943600"/>
          </a:xfrm>
        </p:spPr>
        <p:txBody>
          <a:bodyPr/>
          <a:lstStyle/>
          <a:p>
            <a:endParaRPr lang="en-US"/>
          </a:p>
        </p:txBody>
      </p:sp>
      <p:sp>
        <p:nvSpPr>
          <p:cNvPr id="11" name="Title 1"/>
          <p:cNvSpPr>
            <a:spLocks noGrp="1"/>
          </p:cNvSpPr>
          <p:nvPr>
            <p:ph type="ctrTitle" hasCustomPrompt="1"/>
          </p:nvPr>
        </p:nvSpPr>
        <p:spPr>
          <a:xfrm>
            <a:off x="1371600" y="1676401"/>
            <a:ext cx="7772400" cy="1828799"/>
          </a:xfrm>
        </p:spPr>
        <p:txBody>
          <a:bodyPr/>
          <a:lstStyle>
            <a:lvl1pPr>
              <a:defRPr baseline="0">
                <a:solidFill>
                  <a:schemeClr val="bg1"/>
                </a:solidFill>
              </a:defRPr>
            </a:lvl1pPr>
          </a:lstStyle>
          <a:p>
            <a:r>
              <a:rPr lang="en-US" dirty="0" smtClean="0"/>
              <a:t>Click to </a:t>
            </a:r>
            <a:br>
              <a:rPr lang="en-US" dirty="0" smtClean="0"/>
            </a:br>
            <a:r>
              <a:rPr lang="en-US" dirty="0" smtClean="0"/>
              <a:t>Insert Title</a:t>
            </a:r>
            <a:br>
              <a:rPr lang="en-US" dirty="0" smtClean="0"/>
            </a:br>
            <a:r>
              <a:rPr lang="en-US" dirty="0" smtClean="0"/>
              <a:t>Here</a:t>
            </a:r>
            <a:endParaRPr lang="en-US" dirty="0"/>
          </a:p>
        </p:txBody>
      </p:sp>
      <p:sp>
        <p:nvSpPr>
          <p:cNvPr id="13" name="Text Placeholder 2"/>
          <p:cNvSpPr>
            <a:spLocks noGrp="1"/>
          </p:cNvSpPr>
          <p:nvPr>
            <p:ph type="body" idx="1" hasCustomPrompt="1"/>
          </p:nvPr>
        </p:nvSpPr>
        <p:spPr>
          <a:xfrm>
            <a:off x="1371600" y="5715000"/>
            <a:ext cx="7772400" cy="381000"/>
          </a:xfrm>
        </p:spPr>
        <p:txBody>
          <a:bodyPr anchor="t">
            <a:normAutofit/>
          </a:bodyPr>
          <a:lstStyle>
            <a:lvl1pPr marL="0" indent="0">
              <a:buNone/>
              <a:defRPr sz="14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smtClean="0"/>
              <a:t>Additional Information</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Kate Burda &amp; Co. - Title 2">
    <p:spTree>
      <p:nvGrpSpPr>
        <p:cNvPr id="1" name=""/>
        <p:cNvGrpSpPr/>
        <p:nvPr/>
      </p:nvGrpSpPr>
      <p:grpSpPr>
        <a:xfrm>
          <a:off x="0" y="0"/>
          <a:ext cx="0" cy="0"/>
          <a:chOff x="0" y="0"/>
          <a:chExt cx="0" cy="0"/>
        </a:xfrm>
      </p:grpSpPr>
      <p:sp>
        <p:nvSpPr>
          <p:cNvPr id="8" name="Rectangle 7"/>
          <p:cNvSpPr/>
          <p:nvPr userDrawn="1"/>
        </p:nvSpPr>
        <p:spPr>
          <a:xfrm>
            <a:off x="0" y="0"/>
            <a:ext cx="9144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7" name="Picture 6" descr="kb_PPT-Template-01.png"/>
          <p:cNvPicPr>
            <a:picLocks noChangeAspect="1"/>
          </p:cNvPicPr>
          <p:nvPr userDrawn="1"/>
        </p:nvPicPr>
        <p:blipFill>
          <a:blip r:embed="rId2"/>
          <a:stretch>
            <a:fillRect/>
          </a:stretch>
        </p:blipFill>
        <p:spPr>
          <a:xfrm>
            <a:off x="0" y="0"/>
            <a:ext cx="9144000" cy="6858000"/>
          </a:xfrm>
          <a:prstGeom prst="rect">
            <a:avLst/>
          </a:prstGeom>
        </p:spPr>
      </p:pic>
      <p:sp>
        <p:nvSpPr>
          <p:cNvPr id="9" name="Rectangle 8"/>
          <p:cNvSpPr/>
          <p:nvPr userDrawn="1"/>
        </p:nvSpPr>
        <p:spPr>
          <a:xfrm>
            <a:off x="0" y="914400"/>
            <a:ext cx="9144000" cy="5943600"/>
          </a:xfrm>
          <a:prstGeom prst="rect">
            <a:avLst/>
          </a:prstGeom>
          <a:solidFill>
            <a:srgbClr val="CA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rgbClr val="CAC8C8"/>
              </a:solidFill>
            </a:endParaRPr>
          </a:p>
        </p:txBody>
      </p:sp>
      <p:sp>
        <p:nvSpPr>
          <p:cNvPr id="11" name="Title 1"/>
          <p:cNvSpPr>
            <a:spLocks noGrp="1"/>
          </p:cNvSpPr>
          <p:nvPr>
            <p:ph type="ctrTitle" hasCustomPrompt="1"/>
          </p:nvPr>
        </p:nvSpPr>
        <p:spPr>
          <a:xfrm>
            <a:off x="1371600" y="1676400"/>
            <a:ext cx="7772400" cy="3051175"/>
          </a:xfrm>
        </p:spPr>
        <p:txBody>
          <a:bodyPr/>
          <a:lstStyle>
            <a:lvl1pPr>
              <a:defRPr baseline="0">
                <a:solidFill>
                  <a:srgbClr val="8A8C8C"/>
                </a:solidFill>
              </a:defRPr>
            </a:lvl1pPr>
          </a:lstStyle>
          <a:p>
            <a:r>
              <a:rPr lang="en-US" dirty="0" smtClean="0"/>
              <a:t>Click to </a:t>
            </a:r>
            <a:br>
              <a:rPr lang="en-US" dirty="0" smtClean="0"/>
            </a:br>
            <a:r>
              <a:rPr lang="en-US" dirty="0" smtClean="0"/>
              <a:t>Insert Title</a:t>
            </a:r>
            <a:br>
              <a:rPr lang="en-US" dirty="0" smtClean="0"/>
            </a:br>
            <a:r>
              <a:rPr lang="en-US" dirty="0" smtClean="0"/>
              <a:t>Here</a:t>
            </a:r>
            <a:endParaRPr lang="en-US" dirty="0"/>
          </a:p>
        </p:txBody>
      </p:sp>
      <p:sp>
        <p:nvSpPr>
          <p:cNvPr id="13" name="Text Placeholder 2"/>
          <p:cNvSpPr>
            <a:spLocks noGrp="1"/>
          </p:cNvSpPr>
          <p:nvPr>
            <p:ph type="body" idx="1" hasCustomPrompt="1"/>
          </p:nvPr>
        </p:nvSpPr>
        <p:spPr>
          <a:xfrm>
            <a:off x="1371600" y="5334000"/>
            <a:ext cx="7772400" cy="381000"/>
          </a:xfrm>
        </p:spPr>
        <p:txBody>
          <a:bodyPr anchor="t">
            <a:normAutofit/>
          </a:bodyPr>
          <a:lstStyle>
            <a:lvl1pPr marL="0" indent="0">
              <a:buNone/>
              <a:defRPr sz="14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smtClean="0"/>
              <a:t>Additional Information</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Kate Burda &amp; Co. - Title 3">
    <p:spTree>
      <p:nvGrpSpPr>
        <p:cNvPr id="1" name=""/>
        <p:cNvGrpSpPr/>
        <p:nvPr/>
      </p:nvGrpSpPr>
      <p:grpSpPr>
        <a:xfrm>
          <a:off x="0" y="0"/>
          <a:ext cx="0" cy="0"/>
          <a:chOff x="0" y="0"/>
          <a:chExt cx="0" cy="0"/>
        </a:xfrm>
      </p:grpSpPr>
      <p:sp>
        <p:nvSpPr>
          <p:cNvPr id="8" name="Rectangle 7"/>
          <p:cNvSpPr/>
          <p:nvPr userDrawn="1"/>
        </p:nvSpPr>
        <p:spPr>
          <a:xfrm>
            <a:off x="0" y="0"/>
            <a:ext cx="9144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7" name="Picture 6" descr="kb_PPT-Template-01.png"/>
          <p:cNvPicPr>
            <a:picLocks noChangeAspect="1"/>
          </p:cNvPicPr>
          <p:nvPr userDrawn="1"/>
        </p:nvPicPr>
        <p:blipFill>
          <a:blip r:embed="rId2"/>
          <a:stretch>
            <a:fillRect/>
          </a:stretch>
        </p:blipFill>
        <p:spPr>
          <a:xfrm>
            <a:off x="0" y="0"/>
            <a:ext cx="9144000" cy="6858000"/>
          </a:xfrm>
          <a:prstGeom prst="rect">
            <a:avLst/>
          </a:prstGeom>
        </p:spPr>
      </p:pic>
      <p:sp>
        <p:nvSpPr>
          <p:cNvPr id="9" name="Rectangle 8"/>
          <p:cNvSpPr/>
          <p:nvPr userDrawn="1"/>
        </p:nvSpPr>
        <p:spPr>
          <a:xfrm>
            <a:off x="0" y="914400"/>
            <a:ext cx="9144000" cy="5943600"/>
          </a:xfrm>
          <a:prstGeom prst="rect">
            <a:avLst/>
          </a:prstGeom>
          <a:solidFill>
            <a:srgbClr val="CA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rgbClr val="CAC8C8"/>
              </a:solidFill>
            </a:endParaRPr>
          </a:p>
        </p:txBody>
      </p:sp>
      <p:sp>
        <p:nvSpPr>
          <p:cNvPr id="15" name="Picture Placeholder 14"/>
          <p:cNvSpPr>
            <a:spLocks noGrp="1"/>
          </p:cNvSpPr>
          <p:nvPr>
            <p:ph type="pic" sz="quarter" idx="10"/>
          </p:nvPr>
        </p:nvSpPr>
        <p:spPr>
          <a:xfrm>
            <a:off x="0" y="914400"/>
            <a:ext cx="9144000" cy="5943600"/>
          </a:xfrm>
        </p:spPr>
        <p:txBody>
          <a:bodyPr/>
          <a:lstStyle/>
          <a:p>
            <a:endParaRPr lang="en-US"/>
          </a:p>
        </p:txBody>
      </p:sp>
      <p:sp>
        <p:nvSpPr>
          <p:cNvPr id="11" name="Title 1"/>
          <p:cNvSpPr>
            <a:spLocks noGrp="1"/>
          </p:cNvSpPr>
          <p:nvPr>
            <p:ph type="ctrTitle" hasCustomPrompt="1"/>
          </p:nvPr>
        </p:nvSpPr>
        <p:spPr>
          <a:xfrm>
            <a:off x="1143000" y="228600"/>
            <a:ext cx="7772400" cy="533399"/>
          </a:xfrm>
        </p:spPr>
        <p:txBody>
          <a:bodyPr/>
          <a:lstStyle>
            <a:lvl1pPr algn="r">
              <a:defRPr sz="2100" b="1" baseline="0">
                <a:solidFill>
                  <a:srgbClr val="8A8C8C"/>
                </a:solidFill>
              </a:defRPr>
            </a:lvl1pPr>
          </a:lstStyle>
          <a:p>
            <a:r>
              <a:rPr lang="en-US" dirty="0" smtClean="0"/>
              <a:t>Click to Insert Title Here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Kate Burda &amp; Co. -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Slide Number Placeholder 5"/>
          <p:cNvSpPr>
            <a:spLocks noGrp="1"/>
          </p:cNvSpPr>
          <p:nvPr>
            <p:ph type="sldNum" sz="quarter" idx="12"/>
          </p:nvPr>
        </p:nvSpPr>
        <p:spPr/>
        <p:txBody>
          <a:bodyPr/>
          <a:lstStyle/>
          <a:p>
            <a:fld id="{66216E9A-99D7-FF48-979B-E023F3434F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Kate Burda &amp; Co. - Content Alt">
    <p:spTree>
      <p:nvGrpSpPr>
        <p:cNvPr id="1" name=""/>
        <p:cNvGrpSpPr/>
        <p:nvPr/>
      </p:nvGrpSpPr>
      <p:grpSpPr>
        <a:xfrm>
          <a:off x="0" y="0"/>
          <a:ext cx="0" cy="0"/>
          <a:chOff x="0" y="0"/>
          <a:chExt cx="0" cy="0"/>
        </a:xfrm>
      </p:grpSpPr>
      <p:sp>
        <p:nvSpPr>
          <p:cNvPr id="8" name="Rectangle 7"/>
          <p:cNvSpPr/>
          <p:nvPr userDrawn="1"/>
        </p:nvSpPr>
        <p:spPr>
          <a:xfrm>
            <a:off x="0" y="0"/>
            <a:ext cx="4572000" cy="6858000"/>
          </a:xfrm>
          <a:prstGeom prst="rect">
            <a:avLst/>
          </a:prstGeom>
          <a:solidFill>
            <a:srgbClr val="CA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rgbClr val="CAC8C8"/>
              </a:solidFill>
            </a:endParaRPr>
          </a:p>
        </p:txBody>
      </p:sp>
      <p:sp>
        <p:nvSpPr>
          <p:cNvPr id="3" name="Content Placeholder 2"/>
          <p:cNvSpPr>
            <a:spLocks noGrp="1"/>
          </p:cNvSpPr>
          <p:nvPr>
            <p:ph sz="half" idx="1"/>
          </p:nvPr>
        </p:nvSpPr>
        <p:spPr>
          <a:xfrm>
            <a:off x="457200" y="685800"/>
            <a:ext cx="3657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029200" y="1600200"/>
            <a:ext cx="3657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Slide Number Placeholder 6"/>
          <p:cNvSpPr>
            <a:spLocks noGrp="1"/>
          </p:cNvSpPr>
          <p:nvPr>
            <p:ph type="sldNum" sz="quarter" idx="12"/>
          </p:nvPr>
        </p:nvSpPr>
        <p:spPr>
          <a:xfrm>
            <a:off x="6553200" y="6356350"/>
            <a:ext cx="2133600" cy="365125"/>
          </a:xfrm>
        </p:spPr>
        <p:txBody>
          <a:bodyPr/>
          <a:lstStyle/>
          <a:p>
            <a:fld id="{66216E9A-99D7-FF48-979B-E023F3434F2B}" type="slidenum">
              <a:rPr lang="en-US" smtClean="0"/>
              <a:pPr/>
              <a:t>‹#›</a:t>
            </a:fld>
            <a:endParaRPr lang="en-US"/>
          </a:p>
        </p:txBody>
      </p:sp>
      <p:sp>
        <p:nvSpPr>
          <p:cNvPr id="9" name="Title Placeholder 1"/>
          <p:cNvSpPr>
            <a:spLocks noGrp="1"/>
          </p:cNvSpPr>
          <p:nvPr>
            <p:ph type="title"/>
          </p:nvPr>
        </p:nvSpPr>
        <p:spPr>
          <a:xfrm>
            <a:off x="5029200" y="685800"/>
            <a:ext cx="3657600" cy="838200"/>
          </a:xfrm>
          <a:prstGeom prst="rect">
            <a:avLst/>
          </a:prstGeom>
        </p:spPr>
        <p:txBody>
          <a:bodyPr vert="horz" lIns="91440" tIns="45720" rIns="91440" bIns="45720" rtlCol="0" anchor="ctr">
            <a:normAutofit/>
          </a:bodyPr>
          <a:lstStyle/>
          <a:p>
            <a:r>
              <a:rPr lang="en-US" dirty="0" smtClean="0"/>
              <a:t>Click to edit</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Kate Burda &amp; Co. - Divider 1">
    <p:spTree>
      <p:nvGrpSpPr>
        <p:cNvPr id="1" name=""/>
        <p:cNvGrpSpPr/>
        <p:nvPr/>
      </p:nvGrpSpPr>
      <p:grpSpPr>
        <a:xfrm>
          <a:off x="0" y="0"/>
          <a:ext cx="0" cy="0"/>
          <a:chOff x="0" y="0"/>
          <a:chExt cx="0" cy="0"/>
        </a:xfrm>
      </p:grpSpPr>
      <p:sp>
        <p:nvSpPr>
          <p:cNvPr id="9" name="Rectangle 8"/>
          <p:cNvSpPr/>
          <p:nvPr userDrawn="1"/>
        </p:nvSpPr>
        <p:spPr>
          <a:xfrm>
            <a:off x="0" y="0"/>
            <a:ext cx="9144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0" name="Picture 9" descr="kb_PPT-Template-02.png"/>
          <p:cNvPicPr>
            <a:picLocks noChangeAspect="1"/>
          </p:cNvPicPr>
          <p:nvPr userDrawn="1"/>
        </p:nvPicPr>
        <p:blipFill>
          <a:blip r:embed="rId2"/>
          <a:stretch>
            <a:fillRect/>
          </a:stretch>
        </p:blipFill>
        <p:spPr>
          <a:xfrm>
            <a:off x="0" y="0"/>
            <a:ext cx="9144000" cy="6858000"/>
          </a:xfrm>
          <a:prstGeom prst="rect">
            <a:avLst/>
          </a:prstGeom>
          <a:solidFill>
            <a:srgbClr val="8A8C8C"/>
          </a:solidFill>
        </p:spPr>
      </p:pic>
      <p:sp>
        <p:nvSpPr>
          <p:cNvPr id="7" name="Title 1"/>
          <p:cNvSpPr>
            <a:spLocks noGrp="1"/>
          </p:cNvSpPr>
          <p:nvPr>
            <p:ph type="ctrTitle" hasCustomPrompt="1"/>
          </p:nvPr>
        </p:nvSpPr>
        <p:spPr>
          <a:xfrm>
            <a:off x="914400" y="1676401"/>
            <a:ext cx="2514600" cy="3428999"/>
          </a:xfrm>
        </p:spPr>
        <p:txBody>
          <a:bodyPr>
            <a:normAutofit/>
          </a:bodyPr>
          <a:lstStyle>
            <a:lvl1pPr>
              <a:defRPr sz="3000" baseline="0">
                <a:solidFill>
                  <a:schemeClr val="tx1"/>
                </a:solidFill>
              </a:defRPr>
            </a:lvl1pPr>
          </a:lstStyle>
          <a:p>
            <a:r>
              <a:rPr lang="en-US" dirty="0" smtClean="0"/>
              <a:t>Click to </a:t>
            </a:r>
            <a:br>
              <a:rPr lang="en-US" dirty="0" smtClean="0"/>
            </a:br>
            <a:r>
              <a:rPr lang="en-US" dirty="0" smtClean="0"/>
              <a:t>Insert Title</a:t>
            </a:r>
            <a:br>
              <a:rPr lang="en-US" dirty="0" smtClean="0"/>
            </a:br>
            <a:r>
              <a:rPr lang="en-US" dirty="0" smtClean="0"/>
              <a:t>Here</a:t>
            </a:r>
            <a:endParaRPr lang="en-US" dirty="0"/>
          </a:p>
        </p:txBody>
      </p:sp>
      <p:sp>
        <p:nvSpPr>
          <p:cNvPr id="8" name="Text Placeholder 2"/>
          <p:cNvSpPr>
            <a:spLocks noGrp="1"/>
          </p:cNvSpPr>
          <p:nvPr>
            <p:ph type="body" idx="1" hasCustomPrompt="1"/>
          </p:nvPr>
        </p:nvSpPr>
        <p:spPr>
          <a:xfrm>
            <a:off x="914400" y="5714999"/>
            <a:ext cx="2514600" cy="1006475"/>
          </a:xfrm>
        </p:spPr>
        <p:txBody>
          <a:bodyPr anchor="t">
            <a:normAutofit/>
          </a:bodyPr>
          <a:lstStyle>
            <a:lvl1pPr marL="0" indent="0">
              <a:buNone/>
              <a:defRPr sz="14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smtClean="0"/>
              <a:t>Additional Information</a:t>
            </a:r>
          </a:p>
        </p:txBody>
      </p:sp>
      <p:sp>
        <p:nvSpPr>
          <p:cNvPr id="11" name="Slide Number Placeholder 6"/>
          <p:cNvSpPr>
            <a:spLocks noGrp="1"/>
          </p:cNvSpPr>
          <p:nvPr>
            <p:ph type="sldNum" sz="quarter" idx="12"/>
          </p:nvPr>
        </p:nvSpPr>
        <p:spPr>
          <a:xfrm>
            <a:off x="6553200" y="6356350"/>
            <a:ext cx="2133600" cy="365125"/>
          </a:xfrm>
        </p:spPr>
        <p:txBody>
          <a:bodyPr/>
          <a:lstStyle/>
          <a:p>
            <a:fld id="{66216E9A-99D7-FF48-979B-E023F3434F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Kate Burda &amp; Co. - Divider 2">
    <p:spTree>
      <p:nvGrpSpPr>
        <p:cNvPr id="1" name=""/>
        <p:cNvGrpSpPr/>
        <p:nvPr/>
      </p:nvGrpSpPr>
      <p:grpSpPr>
        <a:xfrm>
          <a:off x="0" y="0"/>
          <a:ext cx="0" cy="0"/>
          <a:chOff x="0" y="0"/>
          <a:chExt cx="0" cy="0"/>
        </a:xfrm>
      </p:grpSpPr>
      <p:sp>
        <p:nvSpPr>
          <p:cNvPr id="9" name="Rectangle 8"/>
          <p:cNvSpPr/>
          <p:nvPr userDrawn="1"/>
        </p:nvSpPr>
        <p:spPr>
          <a:xfrm>
            <a:off x="0" y="0"/>
            <a:ext cx="9144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0" name="Picture 9" descr="kb_PPT-Template-02.png"/>
          <p:cNvPicPr>
            <a:picLocks noChangeAspect="1"/>
          </p:cNvPicPr>
          <p:nvPr userDrawn="1"/>
        </p:nvPicPr>
        <p:blipFill>
          <a:blip r:embed="rId2"/>
          <a:stretch>
            <a:fillRect/>
          </a:stretch>
        </p:blipFill>
        <p:spPr>
          <a:xfrm>
            <a:off x="0" y="0"/>
            <a:ext cx="9144000" cy="6858000"/>
          </a:xfrm>
          <a:prstGeom prst="rect">
            <a:avLst/>
          </a:prstGeom>
        </p:spPr>
      </p:pic>
      <p:sp>
        <p:nvSpPr>
          <p:cNvPr id="7" name="Title 1"/>
          <p:cNvSpPr>
            <a:spLocks noGrp="1"/>
          </p:cNvSpPr>
          <p:nvPr>
            <p:ph type="ctrTitle" hasCustomPrompt="1"/>
          </p:nvPr>
        </p:nvSpPr>
        <p:spPr>
          <a:xfrm>
            <a:off x="914400" y="1676401"/>
            <a:ext cx="2514600" cy="3428999"/>
          </a:xfrm>
        </p:spPr>
        <p:txBody>
          <a:bodyPr>
            <a:normAutofit/>
          </a:bodyPr>
          <a:lstStyle>
            <a:lvl1pPr>
              <a:defRPr sz="3000" baseline="0">
                <a:solidFill>
                  <a:srgbClr val="000000"/>
                </a:solidFill>
              </a:defRPr>
            </a:lvl1pPr>
          </a:lstStyle>
          <a:p>
            <a:r>
              <a:rPr lang="en-US" dirty="0" smtClean="0"/>
              <a:t>Click to </a:t>
            </a:r>
            <a:br>
              <a:rPr lang="en-US" dirty="0" smtClean="0"/>
            </a:br>
            <a:r>
              <a:rPr lang="en-US" dirty="0" smtClean="0"/>
              <a:t>Insert Title</a:t>
            </a:r>
            <a:br>
              <a:rPr lang="en-US" dirty="0" smtClean="0"/>
            </a:br>
            <a:r>
              <a:rPr lang="en-US" dirty="0" smtClean="0"/>
              <a:t>Here</a:t>
            </a:r>
            <a:endParaRPr lang="en-US" dirty="0"/>
          </a:p>
        </p:txBody>
      </p:sp>
      <p:sp>
        <p:nvSpPr>
          <p:cNvPr id="8" name="Text Placeholder 2"/>
          <p:cNvSpPr>
            <a:spLocks noGrp="1"/>
          </p:cNvSpPr>
          <p:nvPr>
            <p:ph type="body" idx="1" hasCustomPrompt="1"/>
          </p:nvPr>
        </p:nvSpPr>
        <p:spPr>
          <a:xfrm>
            <a:off x="914400" y="5714999"/>
            <a:ext cx="2514600" cy="1006475"/>
          </a:xfrm>
        </p:spPr>
        <p:txBody>
          <a:bodyPr anchor="t">
            <a:normAutofit/>
          </a:bodyPr>
          <a:lstStyle>
            <a:lvl1pPr marL="0" indent="0">
              <a:buNone/>
              <a:defRPr sz="14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smtClean="0"/>
              <a:t>Additional Information</a:t>
            </a:r>
          </a:p>
        </p:txBody>
      </p:sp>
      <p:sp>
        <p:nvSpPr>
          <p:cNvPr id="11" name="Slide Number Placeholder 6"/>
          <p:cNvSpPr>
            <a:spLocks noGrp="1"/>
          </p:cNvSpPr>
          <p:nvPr>
            <p:ph type="sldNum" sz="quarter" idx="12"/>
          </p:nvPr>
        </p:nvSpPr>
        <p:spPr>
          <a:xfrm>
            <a:off x="6553200" y="6356350"/>
            <a:ext cx="2133600" cy="365125"/>
          </a:xfrm>
        </p:spPr>
        <p:txBody>
          <a:bodyPr/>
          <a:lstStyle/>
          <a:p>
            <a:fld id="{66216E9A-99D7-FF48-979B-E023F3434F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Kate Burda &amp; Co. - Special Content 1">
    <p:spTree>
      <p:nvGrpSpPr>
        <p:cNvPr id="1" name=""/>
        <p:cNvGrpSpPr/>
        <p:nvPr/>
      </p:nvGrpSpPr>
      <p:grpSpPr>
        <a:xfrm>
          <a:off x="0" y="0"/>
          <a:ext cx="0" cy="0"/>
          <a:chOff x="0" y="0"/>
          <a:chExt cx="0" cy="0"/>
        </a:xfrm>
      </p:grpSpPr>
      <p:sp>
        <p:nvSpPr>
          <p:cNvPr id="11" name="Rectangle 10"/>
          <p:cNvSpPr/>
          <p:nvPr userDrawn="1"/>
        </p:nvSpPr>
        <p:spPr>
          <a:xfrm>
            <a:off x="0" y="0"/>
            <a:ext cx="9144000" cy="6858000"/>
          </a:xfrm>
          <a:prstGeom prst="rect">
            <a:avLst/>
          </a:prstGeom>
          <a:solidFill>
            <a:srgbClr val="CA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rgbClr val="CAC8C8"/>
              </a:solidFill>
            </a:endParaRPr>
          </a:p>
        </p:txBody>
      </p:sp>
      <p:sp>
        <p:nvSpPr>
          <p:cNvPr id="13" name="Title 1"/>
          <p:cNvSpPr>
            <a:spLocks noGrp="1"/>
          </p:cNvSpPr>
          <p:nvPr>
            <p:ph type="title" hasCustomPrompt="1"/>
          </p:nvPr>
        </p:nvSpPr>
        <p:spPr>
          <a:xfrm>
            <a:off x="457200" y="457200"/>
            <a:ext cx="8229600" cy="914400"/>
          </a:xfrm>
        </p:spPr>
        <p:txBody>
          <a:bodyPr anchor="t">
            <a:normAutofit/>
          </a:bodyPr>
          <a:lstStyle>
            <a:lvl1pPr>
              <a:defRPr sz="3000" baseline="0">
                <a:solidFill>
                  <a:schemeClr val="tx1"/>
                </a:solidFill>
              </a:defRPr>
            </a:lvl1pPr>
          </a:lstStyle>
          <a:p>
            <a:r>
              <a:rPr lang="en-US" dirty="0" smtClean="0"/>
              <a:t>Click to Insert Content</a:t>
            </a:r>
            <a:endParaRPr lang="en-US" dirty="0"/>
          </a:p>
        </p:txBody>
      </p:sp>
      <p:sp>
        <p:nvSpPr>
          <p:cNvPr id="4" name="Picture Placeholder 14"/>
          <p:cNvSpPr>
            <a:spLocks noGrp="1"/>
          </p:cNvSpPr>
          <p:nvPr>
            <p:ph type="pic" sz="quarter" idx="10"/>
          </p:nvPr>
        </p:nvSpPr>
        <p:spPr>
          <a:xfrm>
            <a:off x="0" y="1828800"/>
            <a:ext cx="9144000" cy="5029200"/>
          </a:xfrm>
        </p:spPr>
        <p:txBody>
          <a:bodyPr/>
          <a:lstStyle/>
          <a:p>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Kate Burda &amp; Co. - Special Content 2">
    <p:spTree>
      <p:nvGrpSpPr>
        <p:cNvPr id="1" name=""/>
        <p:cNvGrpSpPr/>
        <p:nvPr/>
      </p:nvGrpSpPr>
      <p:grpSpPr>
        <a:xfrm>
          <a:off x="0" y="0"/>
          <a:ext cx="0" cy="0"/>
          <a:chOff x="0" y="0"/>
          <a:chExt cx="0" cy="0"/>
        </a:xfrm>
      </p:grpSpPr>
      <p:sp>
        <p:nvSpPr>
          <p:cNvPr id="11" name="Rectangle 10"/>
          <p:cNvSpPr/>
          <p:nvPr userDrawn="1"/>
        </p:nvSpPr>
        <p:spPr>
          <a:xfrm>
            <a:off x="0" y="0"/>
            <a:ext cx="9144000" cy="6858000"/>
          </a:xfrm>
          <a:prstGeom prst="rect">
            <a:avLst/>
          </a:prstGeom>
          <a:solidFill>
            <a:srgbClr val="CA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rgbClr val="CAC8C8"/>
              </a:solidFill>
            </a:endParaRPr>
          </a:p>
        </p:txBody>
      </p:sp>
      <p:sp>
        <p:nvSpPr>
          <p:cNvPr id="12" name="Rectangle 11"/>
          <p:cNvSpPr/>
          <p:nvPr userDrawn="1"/>
        </p:nvSpPr>
        <p:spPr>
          <a:xfrm>
            <a:off x="0" y="5943600"/>
            <a:ext cx="9144000" cy="914400"/>
          </a:xfrm>
          <a:prstGeom prst="rect">
            <a:avLst/>
          </a:prstGeom>
          <a:solidFill>
            <a:srgbClr val="8A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rgbClr val="CAC8C8"/>
              </a:solidFill>
            </a:endParaRPr>
          </a:p>
        </p:txBody>
      </p:sp>
      <p:sp>
        <p:nvSpPr>
          <p:cNvPr id="4" name="Title 1"/>
          <p:cNvSpPr>
            <a:spLocks noGrp="1"/>
          </p:cNvSpPr>
          <p:nvPr>
            <p:ph type="ctrTitle" hasCustomPrompt="1"/>
          </p:nvPr>
        </p:nvSpPr>
        <p:spPr>
          <a:xfrm>
            <a:off x="5029200" y="3124200"/>
            <a:ext cx="3657600" cy="2286000"/>
          </a:xfrm>
        </p:spPr>
        <p:txBody>
          <a:bodyPr anchor="t">
            <a:normAutofit/>
          </a:bodyPr>
          <a:lstStyle>
            <a:lvl1pPr>
              <a:defRPr sz="3000" baseline="0">
                <a:solidFill>
                  <a:schemeClr val="tx1"/>
                </a:solidFill>
              </a:defRPr>
            </a:lvl1pPr>
          </a:lstStyle>
          <a:p>
            <a:r>
              <a:rPr lang="en-US" dirty="0" smtClean="0"/>
              <a:t>Click to </a:t>
            </a:r>
            <a:br>
              <a:rPr lang="en-US" dirty="0" smtClean="0"/>
            </a:br>
            <a:r>
              <a:rPr lang="en-US" dirty="0" smtClean="0"/>
              <a:t>Insert Content</a:t>
            </a:r>
            <a:endParaRPr lang="en-US" dirty="0"/>
          </a:p>
        </p:txBody>
      </p:sp>
      <p:sp>
        <p:nvSpPr>
          <p:cNvPr id="6" name="Picture Placeholder 5"/>
          <p:cNvSpPr>
            <a:spLocks noGrp="1"/>
          </p:cNvSpPr>
          <p:nvPr>
            <p:ph type="pic" sz="quarter" idx="10"/>
          </p:nvPr>
        </p:nvSpPr>
        <p:spPr>
          <a:xfrm>
            <a:off x="457200" y="838200"/>
            <a:ext cx="3657600" cy="4572000"/>
          </a:xfrm>
        </p:spPr>
        <p:txBody>
          <a:bodyPr/>
          <a:lstStyle/>
          <a:p>
            <a:endParaRPr lang="en-US"/>
          </a:p>
        </p:txBody>
      </p:sp>
      <p:sp>
        <p:nvSpPr>
          <p:cNvPr id="9" name="Picture Placeholder 5"/>
          <p:cNvSpPr>
            <a:spLocks noGrp="1"/>
          </p:cNvSpPr>
          <p:nvPr>
            <p:ph type="pic" sz="quarter" idx="11"/>
          </p:nvPr>
        </p:nvSpPr>
        <p:spPr>
          <a:xfrm>
            <a:off x="5029200" y="0"/>
            <a:ext cx="3657600" cy="2743200"/>
          </a:xfrm>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p:cNvSpPr/>
          <p:nvPr userDrawn="1"/>
        </p:nvSpPr>
        <p:spPr>
          <a:xfrm>
            <a:off x="0" y="0"/>
            <a:ext cx="9144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7" name="Picture 6" descr="kb_PPT-Template-02.png"/>
          <p:cNvPicPr>
            <a:picLocks noChangeAspect="1"/>
          </p:cNvPicPr>
          <p:nvPr userDrawn="1"/>
        </p:nvPicPr>
        <p:blipFill>
          <a:blip r:embed="rId11"/>
          <a:stretch>
            <a:fillRect/>
          </a:stretch>
        </p:blipFill>
        <p:spPr>
          <a:xfrm>
            <a:off x="0" y="0"/>
            <a:ext cx="9144000" cy="6858000"/>
          </a:xfrm>
          <a:prstGeom prst="rect">
            <a:avLst/>
          </a:prstGeom>
        </p:spPr>
      </p:pic>
      <p:sp>
        <p:nvSpPr>
          <p:cNvPr id="2" name="Title Placeholder 1"/>
          <p:cNvSpPr>
            <a:spLocks noGrp="1"/>
          </p:cNvSpPr>
          <p:nvPr>
            <p:ph type="title"/>
          </p:nvPr>
        </p:nvSpPr>
        <p:spPr>
          <a:xfrm>
            <a:off x="457200" y="685800"/>
            <a:ext cx="8229600" cy="8382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noAutofit/>
          </a:bodyPr>
          <a:lstStyle>
            <a:lvl1pPr algn="r">
              <a:defRPr sz="1200">
                <a:solidFill>
                  <a:schemeClr val="tx1">
                    <a:tint val="75000"/>
                  </a:schemeClr>
                </a:solidFill>
                <a:latin typeface="Franklin Gothic Book"/>
              </a:defRPr>
            </a:lvl1pPr>
          </a:lstStyle>
          <a:p>
            <a:fld id="{66216E9A-99D7-FF48-979B-E023F3434F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0" r:id="rId2"/>
    <p:sldLayoutId id="2147483664" r:id="rId3"/>
    <p:sldLayoutId id="2147483650" r:id="rId4"/>
    <p:sldLayoutId id="2147483652" r:id="rId5"/>
    <p:sldLayoutId id="2147483651" r:id="rId6"/>
    <p:sldLayoutId id="2147483661" r:id="rId7"/>
    <p:sldLayoutId id="2147483662" r:id="rId8"/>
    <p:sldLayoutId id="2147483663" r:id="rId9"/>
  </p:sldLayoutIdLst>
  <p:txStyles>
    <p:titleStyle>
      <a:lvl1pPr algn="l" defTabSz="457200" rtl="0" eaLnBrk="1" latinLnBrk="0" hangingPunct="1">
        <a:spcBef>
          <a:spcPct val="0"/>
        </a:spcBef>
        <a:buNone/>
        <a:defRPr sz="4000" b="1" kern="1200">
          <a:solidFill>
            <a:schemeClr val="bg1">
              <a:lumMod val="65000"/>
            </a:schemeClr>
          </a:solidFill>
          <a:latin typeface="Times New Roman"/>
          <a:ea typeface="+mj-ea"/>
          <a:cs typeface="Times New Roman"/>
        </a:defRPr>
      </a:lvl1pPr>
    </p:titleStyle>
    <p:bodyStyle>
      <a:lvl1pPr marL="342900" indent="-342900" algn="l" defTabSz="457200" rtl="0" eaLnBrk="1" latinLnBrk="0" hangingPunct="1">
        <a:spcBef>
          <a:spcPct val="20000"/>
        </a:spcBef>
        <a:buFont typeface="Arial"/>
        <a:buChar char="•"/>
        <a:defRPr sz="3200" kern="1200">
          <a:solidFill>
            <a:schemeClr val="tx1">
              <a:lumMod val="75000"/>
              <a:lumOff val="25000"/>
            </a:schemeClr>
          </a:solidFill>
          <a:latin typeface="Franklin Gothic Book"/>
          <a:ea typeface="+mn-ea"/>
          <a:cs typeface="+mn-cs"/>
        </a:defRPr>
      </a:lvl1pPr>
      <a:lvl2pPr marL="742950" indent="-285750" algn="l" defTabSz="457200" rtl="0" eaLnBrk="1" latinLnBrk="0" hangingPunct="1">
        <a:spcBef>
          <a:spcPct val="20000"/>
        </a:spcBef>
        <a:buFont typeface="Arial"/>
        <a:buChar char="–"/>
        <a:defRPr sz="2800" kern="1200">
          <a:solidFill>
            <a:schemeClr val="tx1">
              <a:lumMod val="75000"/>
              <a:lumOff val="25000"/>
            </a:schemeClr>
          </a:solidFill>
          <a:latin typeface="Franklin Gothic Book"/>
          <a:ea typeface="+mn-ea"/>
          <a:cs typeface="+mn-cs"/>
        </a:defRPr>
      </a:lvl2pPr>
      <a:lvl3pPr marL="1143000" indent="-228600" algn="l" defTabSz="457200" rtl="0" eaLnBrk="1" latinLnBrk="0" hangingPunct="1">
        <a:spcBef>
          <a:spcPct val="20000"/>
        </a:spcBef>
        <a:buFont typeface="Arial"/>
        <a:buChar char="•"/>
        <a:defRPr sz="2400" kern="1200">
          <a:solidFill>
            <a:schemeClr val="tx1">
              <a:lumMod val="75000"/>
              <a:lumOff val="25000"/>
            </a:schemeClr>
          </a:solidFill>
          <a:latin typeface="Franklin Gothic Book"/>
          <a:ea typeface="+mn-ea"/>
          <a:cs typeface="+mn-cs"/>
        </a:defRPr>
      </a:lvl3pPr>
      <a:lvl4pPr marL="1600200" indent="-228600" algn="l" defTabSz="457200" rtl="0" eaLnBrk="1" latinLnBrk="0" hangingPunct="1">
        <a:spcBef>
          <a:spcPct val="20000"/>
        </a:spcBef>
        <a:buFont typeface="Arial"/>
        <a:buChar char="–"/>
        <a:defRPr sz="2000" kern="1200">
          <a:solidFill>
            <a:schemeClr val="tx1">
              <a:lumMod val="75000"/>
              <a:lumOff val="25000"/>
            </a:schemeClr>
          </a:solidFill>
          <a:latin typeface="Franklin Gothic Book"/>
          <a:ea typeface="+mn-ea"/>
          <a:cs typeface="+mn-cs"/>
        </a:defRPr>
      </a:lvl4pPr>
      <a:lvl5pPr marL="2057400" indent="-228600" algn="l" defTabSz="457200" rtl="0" eaLnBrk="1" latinLnBrk="0" hangingPunct="1">
        <a:spcBef>
          <a:spcPct val="20000"/>
        </a:spcBef>
        <a:buFont typeface="Arial"/>
        <a:buChar char="»"/>
        <a:defRPr sz="2000" kern="1200">
          <a:solidFill>
            <a:schemeClr val="tx1">
              <a:lumMod val="75000"/>
              <a:lumOff val="25000"/>
            </a:schemeClr>
          </a:solidFill>
          <a:latin typeface="Franklin Gothic 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9.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b="0" sz="3600">
                <a:solidFill>
                  <a:srgbClr val="B52372"/>
                </a:solidFill>
                <a:latin typeface="Franklin Gothic Medium"/>
              </a:rPr>
              <a:t>Where We’ve Been: Hero Photo Options</a:t>
            </a:r>
          </a:p>
        </p:txBody>
      </p:sp>
      <p:sp>
        <p:nvSpPr>
          <p:cNvPr id="3" name="Text Placeholder 2"/>
          <p:cNvSpPr>
            <a:spLocks noGrp="1"/>
          </p:cNvSpPr>
          <p:nvPr>
            <p:ph type="body" idx="1"/>
          </p:nvPr>
        </p:nvSpPr>
        <p:spPr/>
        <p:txBody>
          <a:bodyPr/>
          <a:lstStyle/>
          <a:p>
            <a:r>
              <a:rPr>
                <a:solidFill>
                  <a:srgbClr val="55575A"/>
                </a:solidFill>
                <a:latin typeface="Franklin Gothic Book"/>
              </a:rPr>
              <a:t>Pick one for the new page banner. Options 1 to 4 are from your Pics folder, options 5 to 8 from your licensed Presentation Pictures. The current chalkboard photo is included for comparison. September 29,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sz="2400">
                <a:solidFill>
                  <a:srgbClr val="B52372"/>
                </a:solidFill>
                <a:latin typeface="Franklin Gothic Medium"/>
              </a:rPr>
              <a:t>Current: chalkboard playbook</a:t>
            </a:r>
          </a:p>
        </p:txBody>
      </p:sp>
      <p:pic>
        <p:nvPicPr>
          <p:cNvPr id="3" name="Picture 2" descr="current_hero.jpg"/>
          <p:cNvPicPr>
            <a:picLocks noChangeAspect="1"/>
          </p:cNvPicPr>
          <p:nvPr/>
        </p:nvPicPr>
        <p:blipFill>
          <a:blip r:embed="rId2"/>
          <a:stretch>
            <a:fillRect/>
          </a:stretch>
        </p:blipFill>
        <p:spPr>
          <a:xfrm>
            <a:off x="640080" y="2057400"/>
            <a:ext cx="7863840" cy="2621280"/>
          </a:xfrm>
          <a:prstGeom prst="rect">
            <a:avLst/>
          </a:prstGeom>
        </p:spPr>
      </p:pic>
      <p:sp>
        <p:nvSpPr>
          <p:cNvPr id="4" name="TextBox 3"/>
          <p:cNvSpPr txBox="1"/>
          <p:nvPr/>
        </p:nvSpPr>
        <p:spPr>
          <a:xfrm>
            <a:off x="640080" y="4878680"/>
            <a:ext cx="7863840" cy="1200000"/>
          </a:xfrm>
          <a:prstGeom prst="rect">
            <a:avLst/>
          </a:prstGeom>
          <a:noFill/>
        </p:spPr>
        <p:txBody>
          <a:bodyPr wrap="square">
            <a:spAutoFit/>
          </a:bodyPr>
          <a:lstStyle/>
          <a:p>
            <a:r>
              <a:rPr sz="1400" b="0">
                <a:solidFill>
                  <a:srgbClr val="55575A"/>
                </a:solidFill>
                <a:latin typeface="Franklin Gothic Book"/>
              </a:rPr>
              <a:t>What's on the page today. Stock photo, and the chalkboard plays read more “strategy” than “results.”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sz="2400">
                <a:solidFill>
                  <a:srgbClr val="B52372"/>
                </a:solidFill>
                <a:latin typeface="Franklin Gothic Medium"/>
              </a:rPr>
              <a:t>Option 1: You leading a workshop (IMG_2436)</a:t>
            </a:r>
          </a:p>
        </p:txBody>
      </p:sp>
      <p:pic>
        <p:nvPicPr>
          <p:cNvPr id="3" name="Picture 2" descr="opt1_hero.jpg"/>
          <p:cNvPicPr>
            <a:picLocks noChangeAspect="1"/>
          </p:cNvPicPr>
          <p:nvPr/>
        </p:nvPicPr>
        <p:blipFill>
          <a:blip r:embed="rId2"/>
          <a:stretch>
            <a:fillRect/>
          </a:stretch>
        </p:blipFill>
        <p:spPr>
          <a:xfrm>
            <a:off x="640080" y="2057400"/>
            <a:ext cx="7863840" cy="2621280"/>
          </a:xfrm>
          <a:prstGeom prst="rect">
            <a:avLst/>
          </a:prstGeom>
        </p:spPr>
      </p:pic>
      <p:sp>
        <p:nvSpPr>
          <p:cNvPr id="4" name="TextBox 3"/>
          <p:cNvSpPr txBox="1"/>
          <p:nvPr/>
        </p:nvSpPr>
        <p:spPr>
          <a:xfrm>
            <a:off x="640080" y="4878680"/>
            <a:ext cx="7863840" cy="1200000"/>
          </a:xfrm>
          <a:prstGeom prst="rect">
            <a:avLst/>
          </a:prstGeom>
          <a:noFill/>
        </p:spPr>
        <p:txBody>
          <a:bodyPr wrap="square">
            <a:spAutoFit/>
          </a:bodyPr>
          <a:lstStyle/>
          <a:p>
            <a:r>
              <a:rPr sz="1400" b="0">
                <a:solidFill>
                  <a:srgbClr val="55575A"/>
                </a:solidFill>
                <a:latin typeface="Franklin Gothic Book"/>
              </a:rPr>
              <a:t>Real, and literally where we've been: you in front of a client room. Best story fit for a proof page. It's an iPhone photo, so it's a little soft this wide.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sz="2400">
                <a:solidFill>
                  <a:srgbClr val="B52372"/>
                </a:solidFill>
                <a:latin typeface="Franklin Gothic Medium"/>
              </a:rPr>
              <a:t>Option 2: City skyline through the office glass (City back drop)</a:t>
            </a:r>
          </a:p>
        </p:txBody>
      </p:sp>
      <p:pic>
        <p:nvPicPr>
          <p:cNvPr id="3" name="Picture 2" descr="opt2_hero.jpg"/>
          <p:cNvPicPr>
            <a:picLocks noChangeAspect="1"/>
          </p:cNvPicPr>
          <p:nvPr/>
        </p:nvPicPr>
        <p:blipFill>
          <a:blip r:embed="rId2"/>
          <a:stretch>
            <a:fillRect/>
          </a:stretch>
        </p:blipFill>
        <p:spPr>
          <a:xfrm>
            <a:off x="640080" y="2057400"/>
            <a:ext cx="7863840" cy="2621280"/>
          </a:xfrm>
          <a:prstGeom prst="rect">
            <a:avLst/>
          </a:prstGeom>
        </p:spPr>
      </p:pic>
      <p:sp>
        <p:nvSpPr>
          <p:cNvPr id="4" name="TextBox 3"/>
          <p:cNvSpPr txBox="1"/>
          <p:nvPr/>
        </p:nvSpPr>
        <p:spPr>
          <a:xfrm>
            <a:off x="640080" y="4878680"/>
            <a:ext cx="7863840" cy="1200000"/>
          </a:xfrm>
          <a:prstGeom prst="rect">
            <a:avLst/>
          </a:prstGeom>
          <a:noFill/>
        </p:spPr>
        <p:txBody>
          <a:bodyPr wrap="square">
            <a:spAutoFit/>
          </a:bodyPr>
          <a:lstStyle/>
          <a:p>
            <a:r>
              <a:rPr sz="1400" b="0">
                <a:solidFill>
                  <a:srgbClr val="55575A"/>
                </a:solidFill>
                <a:latin typeface="Franklin Gothic Book"/>
              </a:rPr>
              <a:t>Clean, wide and high resolution. Reads as big-company, national scope. Crops beautifully to a banner.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sz="2400">
                <a:solidFill>
                  <a:srgbClr val="B52372"/>
                </a:solidFill>
                <a:latin typeface="Franklin Gothic Medium"/>
              </a:rPr>
              <a:t>Option 3: Looking out over the city (Thank you)</a:t>
            </a:r>
          </a:p>
        </p:txBody>
      </p:sp>
      <p:pic>
        <p:nvPicPr>
          <p:cNvPr id="3" name="Picture 2" descr="opt3_hero.jpg"/>
          <p:cNvPicPr>
            <a:picLocks noChangeAspect="1"/>
          </p:cNvPicPr>
          <p:nvPr/>
        </p:nvPicPr>
        <p:blipFill>
          <a:blip r:embed="rId2"/>
          <a:stretch>
            <a:fillRect/>
          </a:stretch>
        </p:blipFill>
        <p:spPr>
          <a:xfrm>
            <a:off x="640080" y="2057400"/>
            <a:ext cx="7863840" cy="2621280"/>
          </a:xfrm>
          <a:prstGeom prst="rect">
            <a:avLst/>
          </a:prstGeom>
        </p:spPr>
      </p:pic>
      <p:sp>
        <p:nvSpPr>
          <p:cNvPr id="4" name="TextBox 3"/>
          <p:cNvSpPr txBox="1"/>
          <p:nvPr/>
        </p:nvSpPr>
        <p:spPr>
          <a:xfrm>
            <a:off x="640080" y="4878680"/>
            <a:ext cx="7863840" cy="1200000"/>
          </a:xfrm>
          <a:prstGeom prst="rect">
            <a:avLst/>
          </a:prstGeom>
          <a:noFill/>
        </p:spPr>
        <p:txBody>
          <a:bodyPr wrap="square">
            <a:spAutoFit/>
          </a:bodyPr>
          <a:lstStyle/>
          <a:p>
            <a:r>
              <a:rPr sz="1400" b="0">
                <a:solidFill>
                  <a:srgbClr val="55575A"/>
                </a:solidFill>
                <a:latin typeface="Franklin Gothic Book"/>
              </a:rPr>
              <a:t>Black and white, so it matches your headshots and the Origin page. Reflective, a “look how far we've come” feel.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sz="2400">
                <a:solidFill>
                  <a:srgbClr val="B52372"/>
                </a:solidFill>
                <a:latin typeface="Franklin Gothic Medium"/>
              </a:rPr>
              <a:t>Option 4: Train station glass ceiling (Train station)</a:t>
            </a:r>
          </a:p>
        </p:txBody>
      </p:sp>
      <p:pic>
        <p:nvPicPr>
          <p:cNvPr id="3" name="Picture 2" descr="opt4_hero.jpg"/>
          <p:cNvPicPr>
            <a:picLocks noChangeAspect="1"/>
          </p:cNvPicPr>
          <p:nvPr/>
        </p:nvPicPr>
        <p:blipFill>
          <a:blip r:embed="rId2"/>
          <a:stretch>
            <a:fillRect/>
          </a:stretch>
        </p:blipFill>
        <p:spPr>
          <a:xfrm>
            <a:off x="640080" y="2057400"/>
            <a:ext cx="7863840" cy="2621280"/>
          </a:xfrm>
          <a:prstGeom prst="rect">
            <a:avLst/>
          </a:prstGeom>
        </p:spPr>
      </p:pic>
      <p:sp>
        <p:nvSpPr>
          <p:cNvPr id="4" name="TextBox 3"/>
          <p:cNvSpPr txBox="1"/>
          <p:nvPr/>
        </p:nvSpPr>
        <p:spPr>
          <a:xfrm>
            <a:off x="640080" y="4878680"/>
            <a:ext cx="7863840" cy="1200000"/>
          </a:xfrm>
          <a:prstGeom prst="rect">
            <a:avLst/>
          </a:prstGeom>
          <a:noFill/>
        </p:spPr>
        <p:txBody>
          <a:bodyPr wrap="square">
            <a:spAutoFit/>
          </a:bodyPr>
          <a:lstStyle/>
          <a:p>
            <a:r>
              <a:rPr sz="1400" b="0">
                <a:solidFill>
                  <a:srgbClr val="55575A"/>
                </a:solidFill>
                <a:latin typeface="Franklin Gothic Book"/>
              </a:rPr>
              <a:t>Architectural and a journey theme, which echoes “Every brand is on a journey” on the home page. The most abstract of the four.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0">
                <a:solidFill>
                  <a:srgbClr val="B52372"/>
                </a:solidFill>
                <a:latin typeface="Franklin Gothic Medium"/>
              </a:rPr>
              <a:t>Option 5: Rear-view mirror at sunset (AdobeStock_802223804)</a:t>
            </a:r>
          </a:p>
        </p:txBody>
      </p:sp>
      <p:pic>
        <p:nvPicPr>
          <p:cNvPr id="3" name="Picture 2" descr="opt5_hero.jpg"/>
          <p:cNvPicPr>
            <a:picLocks noChangeAspect="1"/>
          </p:cNvPicPr>
          <p:nvPr/>
        </p:nvPicPr>
        <p:blipFill>
          <a:blip r:embed="rId2"/>
          <a:stretch>
            <a:fillRect/>
          </a:stretch>
        </p:blipFill>
        <p:spPr>
          <a:xfrm>
            <a:off x="640080" y="2057400"/>
            <a:ext cx="7863840" cy="2621280"/>
          </a:xfrm>
          <a:prstGeom prst="rect">
            <a:avLst/>
          </a:prstGeom>
        </p:spPr>
      </p:pic>
      <p:sp>
        <p:nvSpPr>
          <p:cNvPr id="4" name="TextBox 3"/>
          <p:cNvSpPr txBox="1"/>
          <p:nvPr/>
        </p:nvSpPr>
        <p:spPr>
          <a:xfrm>
            <a:off x="640080" y="4878680"/>
            <a:ext cx="7863840" cy="1200000"/>
          </a:xfrm>
          <a:prstGeom prst="rect">
            <a:avLst/>
          </a:prstGeom>
          <a:noFill/>
        </p:spPr>
        <p:txBody>
          <a:bodyPr wrap="square">
            <a:spAutoFit/>
          </a:bodyPr>
          <a:lstStyle/>
          <a:p>
            <a:r>
              <a:rPr sz="1400">
                <a:solidFill>
                  <a:srgbClr val="55575A"/>
                </a:solidFill>
                <a:latin typeface="Franklin Gothic Book"/>
              </a:rPr>
              <a:t>Looking back at the road you've traveled. The most literal “Where We've Been” of all, and the warm sunset tones sit nicely with your pinks.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0">
                <a:solidFill>
                  <a:srgbClr val="B52372"/>
                </a:solidFill>
                <a:latin typeface="Franklin Gothic Medium"/>
              </a:rPr>
              <a:t>Option 6: Well-worn work boots (workboots)</a:t>
            </a:r>
          </a:p>
        </p:txBody>
      </p:sp>
      <p:pic>
        <p:nvPicPr>
          <p:cNvPr id="3" name="Picture 2" descr="opt6_hero.jpg"/>
          <p:cNvPicPr>
            <a:picLocks noChangeAspect="1"/>
          </p:cNvPicPr>
          <p:nvPr/>
        </p:nvPicPr>
        <p:blipFill>
          <a:blip r:embed="rId2"/>
          <a:stretch>
            <a:fillRect/>
          </a:stretch>
        </p:blipFill>
        <p:spPr>
          <a:xfrm>
            <a:off x="640080" y="2057400"/>
            <a:ext cx="7863840" cy="2621280"/>
          </a:xfrm>
          <a:prstGeom prst="rect">
            <a:avLst/>
          </a:prstGeom>
        </p:spPr>
      </p:pic>
      <p:sp>
        <p:nvSpPr>
          <p:cNvPr id="4" name="TextBox 3"/>
          <p:cNvSpPr txBox="1"/>
          <p:nvPr/>
        </p:nvSpPr>
        <p:spPr>
          <a:xfrm>
            <a:off x="640080" y="4878680"/>
            <a:ext cx="7863840" cy="1200000"/>
          </a:xfrm>
          <a:prstGeom prst="rect">
            <a:avLst/>
          </a:prstGeom>
          <a:noFill/>
        </p:spPr>
        <p:txBody>
          <a:bodyPr wrap="square">
            <a:spAutoFit/>
          </a:bodyPr>
          <a:lstStyle/>
          <a:p>
            <a:r>
              <a:rPr sz="1400">
                <a:solidFill>
                  <a:srgbClr val="55575A"/>
                </a:solidFill>
                <a:latin typeface="Franklin Gothic Book"/>
              </a:rPr>
              <a:t>Miles on the boots. Says experience and real work without a word, and it's warm and a little witty.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0">
                <a:solidFill>
                  <a:srgbClr val="B52372"/>
                </a:solidFill>
                <a:latin typeface="Franklin Gothic Medium"/>
              </a:rPr>
              <a:t>Option 7: Cable bridge against the sky (AdobeStock_704424698)</a:t>
            </a:r>
          </a:p>
        </p:txBody>
      </p:sp>
      <p:pic>
        <p:nvPicPr>
          <p:cNvPr id="3" name="Picture 2" descr="opt7_hero.jpg"/>
          <p:cNvPicPr>
            <a:picLocks noChangeAspect="1"/>
          </p:cNvPicPr>
          <p:nvPr/>
        </p:nvPicPr>
        <p:blipFill>
          <a:blip r:embed="rId2"/>
          <a:stretch>
            <a:fillRect/>
          </a:stretch>
        </p:blipFill>
        <p:spPr>
          <a:xfrm>
            <a:off x="640080" y="2057400"/>
            <a:ext cx="7863840" cy="2621280"/>
          </a:xfrm>
          <a:prstGeom prst="rect">
            <a:avLst/>
          </a:prstGeom>
        </p:spPr>
      </p:pic>
      <p:sp>
        <p:nvSpPr>
          <p:cNvPr id="4" name="TextBox 3"/>
          <p:cNvSpPr txBox="1"/>
          <p:nvPr/>
        </p:nvSpPr>
        <p:spPr>
          <a:xfrm>
            <a:off x="640080" y="4878680"/>
            <a:ext cx="7863840" cy="1200000"/>
          </a:xfrm>
          <a:prstGeom prst="rect">
            <a:avLst/>
          </a:prstGeom>
          <a:noFill/>
        </p:spPr>
        <p:txBody>
          <a:bodyPr wrap="square">
            <a:spAutoFit/>
          </a:bodyPr>
          <a:lstStyle/>
          <a:p>
            <a:r>
              <a:rPr sz="1400">
                <a:solidFill>
                  <a:srgbClr val="55575A"/>
                </a:solidFill>
                <a:latin typeface="Franklin Gothic Book"/>
              </a:rPr>
              <a:t>Connection and building something that holds weight. Clean and corporate, and it echoes your clarity and connection message.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0">
                <a:solidFill>
                  <a:srgbClr val="B52372"/>
                </a:solidFill>
                <a:latin typeface="Franklin Gothic Medium"/>
              </a:rPr>
              <a:t>Option 8: Open road through New Mexico (New Mexico Road)</a:t>
            </a:r>
          </a:p>
        </p:txBody>
      </p:sp>
      <p:pic>
        <p:nvPicPr>
          <p:cNvPr id="3" name="Picture 2" descr="opt8_hero.jpg"/>
          <p:cNvPicPr>
            <a:picLocks noChangeAspect="1"/>
          </p:cNvPicPr>
          <p:nvPr/>
        </p:nvPicPr>
        <p:blipFill>
          <a:blip r:embed="rId2"/>
          <a:stretch>
            <a:fillRect/>
          </a:stretch>
        </p:blipFill>
        <p:spPr>
          <a:xfrm>
            <a:off x="640080" y="2057400"/>
            <a:ext cx="7863840" cy="2621280"/>
          </a:xfrm>
          <a:prstGeom prst="rect">
            <a:avLst/>
          </a:prstGeom>
        </p:spPr>
      </p:pic>
      <p:sp>
        <p:nvSpPr>
          <p:cNvPr id="4" name="TextBox 3"/>
          <p:cNvSpPr txBox="1"/>
          <p:nvPr/>
        </p:nvSpPr>
        <p:spPr>
          <a:xfrm>
            <a:off x="640080" y="4878680"/>
            <a:ext cx="7863840" cy="1200000"/>
          </a:xfrm>
          <a:prstGeom prst="rect">
            <a:avLst/>
          </a:prstGeom>
          <a:noFill/>
        </p:spPr>
        <p:txBody>
          <a:bodyPr wrap="square">
            <a:spAutoFit/>
          </a:bodyPr>
          <a:lstStyle/>
          <a:p>
            <a:r>
              <a:rPr sz="1400">
                <a:solidFill>
                  <a:srgbClr val="55575A"/>
                </a:solidFill>
                <a:latin typeface="Franklin Gothic Book"/>
              </a:rPr>
              <a:t>The long road ahead and behind. A journey theme like the home page, with big, open scale.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3600" b="0">
                <a:solidFill>
                  <a:srgbClr val="B52372"/>
                </a:solidFill>
                <a:latin typeface="Franklin Gothic Medium"/>
              </a:rPr>
              <a:t>Berry Treatment</a:t>
            </a:r>
          </a:p>
        </p:txBody>
      </p:sp>
      <p:sp>
        <p:nvSpPr>
          <p:cNvPr id="3" name="Text Placeholder 2"/>
          <p:cNvSpPr>
            <a:spLocks noGrp="1"/>
          </p:cNvSpPr>
          <p:nvPr>
            <p:ph type="body" idx="1"/>
          </p:nvPr>
        </p:nvSpPr>
        <p:spPr/>
        <p:txBody>
          <a:bodyPr/>
          <a:lstStyle/>
          <a:p>
            <a:r>
              <a:rPr sz="1600" b="0">
                <a:solidFill>
                  <a:srgbClr val="55575A"/>
                </a:solidFill>
                <a:latin typeface="Franklin Gothic Book"/>
              </a:rPr>
              <a:t>The same photos in black and white with a light berry tint, so they match your headshots and palette.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0">
                <a:solidFill>
                  <a:srgbClr val="B52372"/>
                </a:solidFill>
                <a:latin typeface="Franklin Gothic Medium"/>
              </a:rPr>
              <a:t>Berry: Rear-view mirror at sunset (Option 5)</a:t>
            </a:r>
          </a:p>
        </p:txBody>
      </p:sp>
      <p:pic>
        <p:nvPicPr>
          <p:cNvPr id="3" name="Picture 2" descr="b5_hero.jpg"/>
          <p:cNvPicPr>
            <a:picLocks noChangeAspect="1"/>
          </p:cNvPicPr>
          <p:nvPr/>
        </p:nvPicPr>
        <p:blipFill>
          <a:blip r:embed="rId2"/>
          <a:stretch>
            <a:fillRect/>
          </a:stretch>
        </p:blipFill>
        <p:spPr>
          <a:xfrm>
            <a:off x="640080" y="2057400"/>
            <a:ext cx="7863840" cy="2621280"/>
          </a:xfrm>
          <a:prstGeom prst="rect">
            <a:avLst/>
          </a:prstGeom>
        </p:spPr>
      </p:pic>
      <p:sp>
        <p:nvSpPr>
          <p:cNvPr id="4" name="TextBox 3"/>
          <p:cNvSpPr txBox="1"/>
          <p:nvPr/>
        </p:nvSpPr>
        <p:spPr>
          <a:xfrm>
            <a:off x="640080" y="4878680"/>
            <a:ext cx="7863840" cy="1200000"/>
          </a:xfrm>
          <a:prstGeom prst="rect">
            <a:avLst/>
          </a:prstGeom>
          <a:noFill/>
        </p:spPr>
        <p:txBody>
          <a:bodyPr wrap="square">
            <a:spAutoFit/>
          </a:bodyPr>
          <a:lstStyle/>
          <a:p>
            <a:r>
              <a:rPr sz="1400" b="0">
                <a:solidFill>
                  <a:srgbClr val="55575A"/>
                </a:solidFill>
                <a:latin typeface="Franklin Gothic Book"/>
              </a:rPr>
              <a:t>The best story, now on-brand. The sunset glow becomes a soft highlight instead of orange, and the title sits cleanly in the mirror.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0">
                <a:solidFill>
                  <a:srgbClr val="B52372"/>
                </a:solidFill>
                <a:latin typeface="Franklin Gothic Medium"/>
              </a:rPr>
              <a:t>Berry: Well-worn work boots (Option 6)</a:t>
            </a:r>
          </a:p>
        </p:txBody>
      </p:sp>
      <p:pic>
        <p:nvPicPr>
          <p:cNvPr id="3" name="Picture 2" descr="b6_hero.jpg"/>
          <p:cNvPicPr>
            <a:picLocks noChangeAspect="1"/>
          </p:cNvPicPr>
          <p:nvPr/>
        </p:nvPicPr>
        <p:blipFill>
          <a:blip r:embed="rId2"/>
          <a:stretch>
            <a:fillRect/>
          </a:stretch>
        </p:blipFill>
        <p:spPr>
          <a:xfrm>
            <a:off x="640080" y="2057400"/>
            <a:ext cx="7863840" cy="2621280"/>
          </a:xfrm>
          <a:prstGeom prst="rect">
            <a:avLst/>
          </a:prstGeom>
        </p:spPr>
      </p:pic>
      <p:sp>
        <p:nvSpPr>
          <p:cNvPr id="4" name="TextBox 3"/>
          <p:cNvSpPr txBox="1"/>
          <p:nvPr/>
        </p:nvSpPr>
        <p:spPr>
          <a:xfrm>
            <a:off x="640080" y="4878680"/>
            <a:ext cx="7863840" cy="1200000"/>
          </a:xfrm>
          <a:prstGeom prst="rect">
            <a:avLst/>
          </a:prstGeom>
          <a:noFill/>
        </p:spPr>
        <p:txBody>
          <a:bodyPr wrap="square">
            <a:spAutoFit/>
          </a:bodyPr>
          <a:lstStyle/>
          <a:p>
            <a:r>
              <a:rPr sz="1400" b="0">
                <a:solidFill>
                  <a:srgbClr val="55575A"/>
                </a:solidFill>
                <a:latin typeface="Franklin Gothic Book"/>
              </a:rPr>
              <a:t>The most personality. Rich texture holds up well in duotone. The title crosses the laces, which is a little busier behind the text.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0">
                <a:solidFill>
                  <a:srgbClr val="B52372"/>
                </a:solidFill>
                <a:latin typeface="Franklin Gothic Medium"/>
              </a:rPr>
              <a:t>Berry: Cable bridge against the sky (Option 7)</a:t>
            </a:r>
          </a:p>
        </p:txBody>
      </p:sp>
      <p:pic>
        <p:nvPicPr>
          <p:cNvPr id="3" name="Picture 2" descr="b7_hero.jpg"/>
          <p:cNvPicPr>
            <a:picLocks noChangeAspect="1"/>
          </p:cNvPicPr>
          <p:nvPr/>
        </p:nvPicPr>
        <p:blipFill>
          <a:blip r:embed="rId2"/>
          <a:stretch>
            <a:fillRect/>
          </a:stretch>
        </p:blipFill>
        <p:spPr>
          <a:xfrm>
            <a:off x="640080" y="2057400"/>
            <a:ext cx="7863840" cy="2621280"/>
          </a:xfrm>
          <a:prstGeom prst="rect">
            <a:avLst/>
          </a:prstGeom>
        </p:spPr>
      </p:pic>
      <p:sp>
        <p:nvSpPr>
          <p:cNvPr id="4" name="TextBox 3"/>
          <p:cNvSpPr txBox="1"/>
          <p:nvPr/>
        </p:nvSpPr>
        <p:spPr>
          <a:xfrm>
            <a:off x="640080" y="4878680"/>
            <a:ext cx="7863840" cy="1200000"/>
          </a:xfrm>
          <a:prstGeom prst="rect">
            <a:avLst/>
          </a:prstGeom>
          <a:noFill/>
        </p:spPr>
        <p:txBody>
          <a:bodyPr wrap="square">
            <a:spAutoFit/>
          </a:bodyPr>
          <a:lstStyle/>
          <a:p>
            <a:r>
              <a:rPr sz="1400" b="0">
                <a:solidFill>
                  <a:srgbClr val="55575A"/>
                </a:solidFill>
                <a:latin typeface="Franklin Gothic Book"/>
              </a:rPr>
              <a:t>The most polished and the calmest behind the title. Reads as connection and structure.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0">
                <a:solidFill>
                  <a:srgbClr val="B52372"/>
                </a:solidFill>
                <a:latin typeface="Franklin Gothic Medium"/>
              </a:rPr>
              <a:t>Berry: Jet landing (AdobeStock_256683476)</a:t>
            </a:r>
          </a:p>
        </p:txBody>
      </p:sp>
      <p:pic>
        <p:nvPicPr>
          <p:cNvPr id="3" name="Picture 2" descr="j1_hero.jpg"/>
          <p:cNvPicPr>
            <a:picLocks noChangeAspect="1"/>
          </p:cNvPicPr>
          <p:nvPr/>
        </p:nvPicPr>
        <p:blipFill>
          <a:blip r:embed="rId2"/>
          <a:stretch>
            <a:fillRect/>
          </a:stretch>
        </p:blipFill>
        <p:spPr>
          <a:xfrm>
            <a:off x="640080" y="2057400"/>
            <a:ext cx="7863840" cy="2621280"/>
          </a:xfrm>
          <a:prstGeom prst="rect">
            <a:avLst/>
          </a:prstGeom>
        </p:spPr>
      </p:pic>
      <p:sp>
        <p:nvSpPr>
          <p:cNvPr id="4" name="TextBox 3"/>
          <p:cNvSpPr txBox="1"/>
          <p:nvPr/>
        </p:nvSpPr>
        <p:spPr>
          <a:xfrm>
            <a:off x="640080" y="4878680"/>
            <a:ext cx="7863840" cy="1400000"/>
          </a:xfrm>
          <a:prstGeom prst="rect">
            <a:avLst/>
          </a:prstGeom>
          <a:noFill/>
        </p:spPr>
        <p:txBody>
          <a:bodyPr wrap="square">
            <a:spAutoFit/>
          </a:bodyPr>
          <a:lstStyle/>
          <a:p>
            <a:r>
              <a:rPr sz="1400" b="0">
                <a:solidFill>
                  <a:srgbClr val="55575A"/>
                </a:solidFill>
                <a:latin typeface="Franklin Gothic Book"/>
              </a:rPr>
              <a:t>Elegant and quiet, with lots of calm sky for the title. Says national reach and a lot of miles flown. Your black-and-white private jet photo would be even sleeker, but that file is only 533 pixels wide, too small for a banner.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0">
                <a:solidFill>
                  <a:srgbClr val="B52372"/>
                </a:solidFill>
                <a:latin typeface="Franklin Gothic Medium"/>
              </a:rPr>
              <a:t>Berry: Walking through walls of files (AdobeStock_1702855767)</a:t>
            </a:r>
          </a:p>
        </p:txBody>
      </p:sp>
      <p:pic>
        <p:nvPicPr>
          <p:cNvPr id="3" name="Picture 2" descr="p1_hero.jpg"/>
          <p:cNvPicPr>
            <a:picLocks noChangeAspect="1"/>
          </p:cNvPicPr>
          <p:nvPr/>
        </p:nvPicPr>
        <p:blipFill>
          <a:blip r:embed="rId2"/>
          <a:stretch>
            <a:fillRect/>
          </a:stretch>
        </p:blipFill>
        <p:spPr>
          <a:xfrm>
            <a:off x="640080" y="2057400"/>
            <a:ext cx="7863840" cy="2621280"/>
          </a:xfrm>
          <a:prstGeom prst="rect">
            <a:avLst/>
          </a:prstGeom>
        </p:spPr>
      </p:pic>
      <p:sp>
        <p:nvSpPr>
          <p:cNvPr id="4" name="TextBox 3"/>
          <p:cNvSpPr txBox="1"/>
          <p:nvPr/>
        </p:nvSpPr>
        <p:spPr>
          <a:xfrm>
            <a:off x="640080" y="4878680"/>
            <a:ext cx="7863840" cy="1400000"/>
          </a:xfrm>
          <a:prstGeom prst="rect">
            <a:avLst/>
          </a:prstGeom>
          <a:noFill/>
        </p:spPr>
        <p:txBody>
          <a:bodyPr wrap="square">
            <a:spAutoFit/>
          </a:bodyPr>
          <a:lstStyle/>
          <a:p>
            <a:r>
              <a:rPr sz="1400" b="0">
                <a:solidFill>
                  <a:srgbClr val="55575A"/>
                </a:solidFill>
                <a:latin typeface="Franklin Gothic Book"/>
              </a:rPr>
              <a:t>Dramatic and a little witty: the volume of work behind the results. More striking than elegant.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0">
                <a:solidFill>
                  <a:srgbClr val="B52372"/>
                </a:solidFill>
                <a:latin typeface="Franklin Gothic Medium"/>
              </a:rPr>
              <a:t>Berry: Pen on signed documents (AdobeStock_1390323510)</a:t>
            </a:r>
          </a:p>
        </p:txBody>
      </p:sp>
      <p:pic>
        <p:nvPicPr>
          <p:cNvPr id="3" name="Picture 2" descr="p2_hero.jpg"/>
          <p:cNvPicPr>
            <a:picLocks noChangeAspect="1"/>
          </p:cNvPicPr>
          <p:nvPr/>
        </p:nvPicPr>
        <p:blipFill>
          <a:blip r:embed="rId2"/>
          <a:stretch>
            <a:fillRect/>
          </a:stretch>
        </p:blipFill>
        <p:spPr>
          <a:xfrm>
            <a:off x="640080" y="2057400"/>
            <a:ext cx="7863840" cy="2621280"/>
          </a:xfrm>
          <a:prstGeom prst="rect">
            <a:avLst/>
          </a:prstGeom>
        </p:spPr>
      </p:pic>
      <p:sp>
        <p:nvSpPr>
          <p:cNvPr id="4" name="TextBox 3"/>
          <p:cNvSpPr txBox="1"/>
          <p:nvPr/>
        </p:nvSpPr>
        <p:spPr>
          <a:xfrm>
            <a:off x="640080" y="4878680"/>
            <a:ext cx="7863840" cy="1400000"/>
          </a:xfrm>
          <a:prstGeom prst="rect">
            <a:avLst/>
          </a:prstGeom>
          <a:noFill/>
        </p:spPr>
        <p:txBody>
          <a:bodyPr wrap="square">
            <a:spAutoFit/>
          </a:bodyPr>
          <a:lstStyle/>
          <a:p>
            <a:r>
              <a:rPr sz="1400" b="0">
                <a:solidFill>
                  <a:srgbClr val="55575A"/>
                </a:solidFill>
                <a:latin typeface="Franklin Gothic Book"/>
              </a:rPr>
              <a:t>The most elegant of the paper options. Quiet, polished, and it hints at signed engagements.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0">
                <a:solidFill>
                  <a:srgbClr val="B52372"/>
                </a:solidFill>
                <a:latin typeface="Franklin Gothic Medium"/>
              </a:rPr>
              <a:t>Berry: Stacked books and papers (newspapers and books)</a:t>
            </a:r>
          </a:p>
        </p:txBody>
      </p:sp>
      <p:pic>
        <p:nvPicPr>
          <p:cNvPr id="3" name="Picture 2" descr="p3_hero.jpg"/>
          <p:cNvPicPr>
            <a:picLocks noChangeAspect="1"/>
          </p:cNvPicPr>
          <p:nvPr/>
        </p:nvPicPr>
        <p:blipFill>
          <a:blip r:embed="rId2"/>
          <a:stretch>
            <a:fillRect/>
          </a:stretch>
        </p:blipFill>
        <p:spPr>
          <a:xfrm>
            <a:off x="640080" y="2057400"/>
            <a:ext cx="7863840" cy="2621280"/>
          </a:xfrm>
          <a:prstGeom prst="rect">
            <a:avLst/>
          </a:prstGeom>
        </p:spPr>
      </p:pic>
      <p:sp>
        <p:nvSpPr>
          <p:cNvPr id="4" name="TextBox 3"/>
          <p:cNvSpPr txBox="1"/>
          <p:nvPr/>
        </p:nvSpPr>
        <p:spPr>
          <a:xfrm>
            <a:off x="640080" y="4878680"/>
            <a:ext cx="7863840" cy="1400000"/>
          </a:xfrm>
          <a:prstGeom prst="rect">
            <a:avLst/>
          </a:prstGeom>
          <a:noFill/>
        </p:spPr>
        <p:txBody>
          <a:bodyPr wrap="square">
            <a:spAutoFit/>
          </a:bodyPr>
          <a:lstStyle/>
          <a:p>
            <a:r>
              <a:rPr sz="1400" b="0">
                <a:solidFill>
                  <a:srgbClr val="55575A"/>
                </a:solidFill>
                <a:latin typeface="Franklin Gothic Book"/>
              </a:rPr>
              <a:t>Classic and literary. It reads as experience and knowledge, and it's already black and white.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0">
                <a:solidFill>
                  <a:srgbClr val="B52372"/>
                </a:solidFill>
                <a:latin typeface="Franklin Gothic Medium"/>
              </a:rPr>
              <a:t>Your pick: Pink umbrella in a sea of black (Umbrella.jpeg)</a:t>
            </a:r>
          </a:p>
        </p:txBody>
      </p:sp>
      <p:pic>
        <p:nvPicPr>
          <p:cNvPr id="3" name="Picture 2" descr="u1_hero.jpg"/>
          <p:cNvPicPr>
            <a:picLocks noChangeAspect="1"/>
          </p:cNvPicPr>
          <p:nvPr/>
        </p:nvPicPr>
        <p:blipFill>
          <a:blip r:embed="rId2"/>
          <a:stretch>
            <a:fillRect/>
          </a:stretch>
        </p:blipFill>
        <p:spPr>
          <a:xfrm>
            <a:off x="640080" y="2057400"/>
            <a:ext cx="7863840" cy="2621280"/>
          </a:xfrm>
          <a:prstGeom prst="rect">
            <a:avLst/>
          </a:prstGeom>
        </p:spPr>
      </p:pic>
      <p:sp>
        <p:nvSpPr>
          <p:cNvPr id="4" name="TextBox 3"/>
          <p:cNvSpPr txBox="1"/>
          <p:nvPr/>
        </p:nvSpPr>
        <p:spPr>
          <a:xfrm>
            <a:off x="640080" y="4878680"/>
            <a:ext cx="7863840" cy="1400000"/>
          </a:xfrm>
          <a:prstGeom prst="rect">
            <a:avLst/>
          </a:prstGeom>
          <a:noFill/>
        </p:spPr>
        <p:txBody>
          <a:bodyPr wrap="square">
            <a:spAutoFit/>
          </a:bodyPr>
          <a:lstStyle/>
          <a:p>
            <a:r>
              <a:rPr sz="1400" b="0">
                <a:solidFill>
                  <a:srgbClr val="55575A"/>
                </a:solidFill>
                <a:latin typeface="Franklin Gothic Book"/>
              </a:rPr>
              <a:t>Already in your colors: black, white and one berry-pink umbrella. Elegant, and the message is “we stand apart.” It matches the Umbrella video too. On the site the title sits centered, with the pink umbrella just to its right.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0">
                <a:solidFill>
                  <a:srgbClr val="B52372"/>
                </a:solidFill>
                <a:latin typeface="Franklin Gothic Medium"/>
              </a:rPr>
              <a:t>Your pick: Rocket go-kart, berry treatment (Motorcycle.jpeg)</a:t>
            </a:r>
          </a:p>
        </p:txBody>
      </p:sp>
      <p:pic>
        <p:nvPicPr>
          <p:cNvPr id="3" name="Picture 2" descr="m1_hero.jpg"/>
          <p:cNvPicPr>
            <a:picLocks noChangeAspect="1"/>
          </p:cNvPicPr>
          <p:nvPr/>
        </p:nvPicPr>
        <p:blipFill>
          <a:blip r:embed="rId2"/>
          <a:stretch>
            <a:fillRect/>
          </a:stretch>
        </p:blipFill>
        <p:spPr>
          <a:xfrm>
            <a:off x="640080" y="2057400"/>
            <a:ext cx="7863840" cy="2621280"/>
          </a:xfrm>
          <a:prstGeom prst="rect">
            <a:avLst/>
          </a:prstGeom>
        </p:spPr>
      </p:pic>
      <p:sp>
        <p:nvSpPr>
          <p:cNvPr id="4" name="TextBox 3"/>
          <p:cNvSpPr txBox="1"/>
          <p:nvPr/>
        </p:nvSpPr>
        <p:spPr>
          <a:xfrm>
            <a:off x="640080" y="4878680"/>
            <a:ext cx="7863840" cy="1400000"/>
          </a:xfrm>
          <a:prstGeom prst="rect">
            <a:avLst/>
          </a:prstGeom>
          <a:noFill/>
        </p:spPr>
        <p:txBody>
          <a:bodyPr wrap="square">
            <a:spAutoFit/>
          </a:bodyPr>
          <a:lstStyle/>
          <a:p>
            <a:r>
              <a:rPr sz="1400" b="0">
                <a:solidFill>
                  <a:srgbClr val="55575A"/>
                </a:solidFill>
                <a:latin typeface="Franklin Gothic Book"/>
              </a:rPr>
              <a:t>Witty and full of energy, very on-voice. The message is speed and acceleration, which reads as where we're going more than where we've been. Could be great for Ignite.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0">
                <a:solidFill>
                  <a:srgbClr val="B52372"/>
                </a:solidFill>
                <a:latin typeface="Franklin Gothic Medium"/>
              </a:rPr>
              <a:t>Your pick: Black-and-white private jet (Jet.png), enlarged</a:t>
            </a:r>
          </a:p>
        </p:txBody>
      </p:sp>
      <p:pic>
        <p:nvPicPr>
          <p:cNvPr id="3" name="Picture 2" descr="jet_hero.jpg"/>
          <p:cNvPicPr>
            <a:picLocks noChangeAspect="1"/>
          </p:cNvPicPr>
          <p:nvPr/>
        </p:nvPicPr>
        <p:blipFill>
          <a:blip r:embed="rId2"/>
          <a:stretch>
            <a:fillRect/>
          </a:stretch>
        </p:blipFill>
        <p:spPr>
          <a:xfrm>
            <a:off x="640080" y="2057400"/>
            <a:ext cx="7863840" cy="2621280"/>
          </a:xfrm>
          <a:prstGeom prst="rect">
            <a:avLst/>
          </a:prstGeom>
        </p:spPr>
      </p:pic>
      <p:sp>
        <p:nvSpPr>
          <p:cNvPr id="4" name="TextBox 3"/>
          <p:cNvSpPr txBox="1"/>
          <p:nvPr/>
        </p:nvSpPr>
        <p:spPr>
          <a:xfrm>
            <a:off x="640080" y="4878680"/>
            <a:ext cx="7863840" cy="1400000"/>
          </a:xfrm>
          <a:prstGeom prst="rect">
            <a:avLst/>
          </a:prstGeom>
          <a:noFill/>
        </p:spPr>
        <p:txBody>
          <a:bodyPr wrap="square">
            <a:spAutoFit/>
          </a:bodyPr>
          <a:lstStyle/>
          <a:p>
            <a:r>
              <a:rPr sz="1400" b="0">
                <a:solidFill>
                  <a:srgbClr val="55575A"/>
                </a:solidFill>
                <a:latin typeface="Franklin Gothic Book"/>
              </a:rPr>
              <a:t>Elegant and on-brand, but this copy is only 533 pixels wide, so it's shown here stretched to banner size. Soft and blurry on a real screen. Needs the full-size file from your Adobe Stock account.</a:t>
            </a:r>
          </a:p>
        </p:txBody>
      </p:sp>
    </p:spTree>
  </p:cSld>
  <p:clrMapOvr>
    <a:masterClrMapping/>
  </p:clrMapOvr>
</p:sld>
</file>

<file path=ppt/theme/theme1.xml><?xml version="1.0" encoding="utf-8"?>
<a:theme xmlns:a="http://schemas.openxmlformats.org/drawingml/2006/main" name="Kate Burda &amp; Co. - 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5409FC017C7BF40961EF880411E08B5" ma:contentTypeVersion="13" ma:contentTypeDescription="Create a new document." ma:contentTypeScope="" ma:versionID="b5bca213ef9ff2908ccf7086a37359b6">
  <xsd:schema xmlns:xsd="http://www.w3.org/2001/XMLSchema" xmlns:xs="http://www.w3.org/2001/XMLSchema" xmlns:p="http://schemas.microsoft.com/office/2006/metadata/properties" xmlns:ns2="5f895480-74b7-4295-beb1-000abdb77711" xmlns:ns3="f9f3b592-2a1e-4fc9-8218-81ad9cd05aa6" targetNamespace="http://schemas.microsoft.com/office/2006/metadata/properties" ma:root="true" ma:fieldsID="dfe532681b131c6d2700ace22e453e6a" ns2:_="" ns3:_="">
    <xsd:import namespace="5f895480-74b7-4295-beb1-000abdb77711"/>
    <xsd:import namespace="f9f3b592-2a1e-4fc9-8218-81ad9cd05aa6"/>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AutoKeyPoints" minOccurs="0"/>
                <xsd:element ref="ns2:MediaServiceKeyPoint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895480-74b7-4295-beb1-000abdb7771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9f3b592-2a1e-4fc9-8218-81ad9cd05aa6"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443EEF4-EE8B-43B8-A86B-562177750E47}"/>
</file>

<file path=customXml/itemProps2.xml><?xml version="1.0" encoding="utf-8"?>
<ds:datastoreItem xmlns:ds="http://schemas.openxmlformats.org/officeDocument/2006/customXml" ds:itemID="{A2917179-2072-4B9A-80E0-36273AC480A4}"/>
</file>

<file path=customXml/itemProps3.xml><?xml version="1.0" encoding="utf-8"?>
<ds:datastoreItem xmlns:ds="http://schemas.openxmlformats.org/officeDocument/2006/customXml" ds:itemID="{31CFEC40-6F38-4278-A8F8-58B24ADFAD0B}"/>
</file>

<file path=docProps/app.xml><?xml version="1.0" encoding="utf-8"?>
<Properties xmlns="http://schemas.openxmlformats.org/officeDocument/2006/extended-properties" xmlns:vt="http://schemas.openxmlformats.org/officeDocument/2006/docPropsVTypes">
  <TotalTime>62</TotalTime>
  <Words>209</Words>
  <Application>Microsoft Macintosh PowerPoint</Application>
  <PresentationFormat>On-screen Show (4:3)</PresentationFormat>
  <Paragraphs>17</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Kate Burda &amp; Co. - Master</vt:lpstr>
      <vt:lpstr>Insert  Headline Here</vt:lpstr>
      <vt:lpstr>Insert  Headline Here</vt:lpstr>
      <vt:lpstr>Insert Headline Here</vt:lpstr>
      <vt:lpstr>Insert Headline Here</vt:lpstr>
      <vt:lpstr>Insert Title Here</vt:lpstr>
      <vt:lpstr>Insert Title</vt:lpstr>
      <vt:lpstr>Divider 1</vt:lpstr>
      <vt:lpstr>Divider 2</vt:lpstr>
      <vt:lpstr>This is a test for use of typography and its visual appeal  </vt:lpstr>
      <vt:lpstr>Insert headline  or pertinent information  for special content </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Ronald</dc:creator>
  <cp:lastModifiedBy>Kate Burda</cp:lastModifiedBy>
  <cp:revision>15</cp:revision>
  <dcterms:created xsi:type="dcterms:W3CDTF">2015-12-11T09:40:11Z</dcterms:created>
  <dcterms:modified xsi:type="dcterms:W3CDTF">2016-03-22T14:41:46Z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0x01010075409FC017C7BF40961EF880411E08B5</vt:lpwstr>
  </property>
</Properties>
</file>