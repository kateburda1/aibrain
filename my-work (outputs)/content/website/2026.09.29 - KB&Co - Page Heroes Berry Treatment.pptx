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0"/>
    <p:sldId id="257" r:id="rId11"/>
    <p:sldId id="258" r:id="rId9"/>
    <p:sldId id="259" r:id="rId8"/>
    <p:sldId id="260" r:id="rId7"/>
    <p:sldId id="261" r:id="rId6"/>
    <p:sldId id="262" r:id="rId5"/>
    <p:sldId id="263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8C8C"/>
    <a:srgbClr val="CAC8C8"/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190" d="100"/>
          <a:sy n="190" d="100"/>
        </p:scale>
        <p:origin x="-215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customXml" Target="../customXml/item1.xml"/><Relationship Id="rId18" Type="http://schemas.openxmlformats.org/officeDocument/2006/relationships/customXml" Target="../customXml/item2.xml"/><Relationship Id="rId19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9144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676401"/>
            <a:ext cx="7772400" cy="182879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5715000"/>
            <a:ext cx="7772400" cy="381000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Additional Information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9144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676400"/>
            <a:ext cx="7772400" cy="3051175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5334000"/>
            <a:ext cx="7772400" cy="381000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Additional Information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9144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228600"/>
            <a:ext cx="7772400" cy="533399"/>
          </a:xfrm>
        </p:spPr>
        <p:txBody>
          <a:bodyPr/>
          <a:lstStyle>
            <a:lvl1pPr algn="r">
              <a:defRPr sz="2100" b="1" baseline="0">
                <a:solidFill>
                  <a:srgbClr val="8A8C8C"/>
                </a:solidFill>
              </a:defRPr>
            </a:lvl1pPr>
          </a:lstStyle>
          <a:p>
            <a:r>
              <a:rPr lang="en-US" dirty="0" smtClean="0"/>
              <a:t>Click to Insert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ate Burda &amp; Co.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6E9A-99D7-FF48-979B-E023F3434F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685800"/>
            <a:ext cx="3657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3657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66216E9A-99D7-FF48-979B-E023F3434F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029200" y="685800"/>
            <a:ext cx="3657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kb_PPT-Template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8A8C8C"/>
          </a:solidFill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676401"/>
            <a:ext cx="2514600" cy="3428999"/>
          </a:xfrm>
        </p:spPr>
        <p:txBody>
          <a:bodyPr>
            <a:normAutofit/>
          </a:bodyPr>
          <a:lstStyle>
            <a:lvl1pPr>
              <a:defRPr sz="3000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0" y="5714999"/>
            <a:ext cx="2514600" cy="1006475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Additional Information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66216E9A-99D7-FF48-979B-E023F3434F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kb_PPT-Template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676401"/>
            <a:ext cx="2514600" cy="3428999"/>
          </a:xfrm>
        </p:spPr>
        <p:txBody>
          <a:bodyPr>
            <a:normAutofit/>
          </a:bodyPr>
          <a:lstStyle>
            <a:lvl1pPr>
              <a:defRPr sz="3000" baseline="0">
                <a:solidFill>
                  <a:srgbClr val="000000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0" y="5714999"/>
            <a:ext cx="2514600" cy="1006475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Additional Information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66216E9A-99D7-FF48-979B-E023F3434F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Special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914400"/>
          </a:xfrm>
        </p:spPr>
        <p:txBody>
          <a:bodyPr anchor="t">
            <a:normAutofit/>
          </a:bodyPr>
          <a:lstStyle>
            <a:lvl1pPr>
              <a:defRPr sz="3000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Insert Content</a:t>
            </a:r>
            <a:endParaRPr lang="en-US" dirty="0"/>
          </a:p>
        </p:txBody>
      </p:sp>
      <p:sp>
        <p:nvSpPr>
          <p:cNvPr id="4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1828800"/>
            <a:ext cx="9144000" cy="50292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Speci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8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5029200" y="3124200"/>
            <a:ext cx="3657600" cy="2286000"/>
          </a:xfrm>
        </p:spPr>
        <p:txBody>
          <a:bodyPr anchor="t">
            <a:normAutofit/>
          </a:bodyPr>
          <a:lstStyle>
            <a:lvl1pPr>
              <a:defRPr sz="3000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Content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200" y="838200"/>
            <a:ext cx="3657600" cy="4572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029200" y="0"/>
            <a:ext cx="3657600" cy="27432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kb_PPT-Template-02.png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ranklin Gothic Book"/>
              </a:defRPr>
            </a:lvl1pPr>
          </a:lstStyle>
          <a:p>
            <a:fld id="{66216E9A-99D7-FF48-979B-E023F3434F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50" r:id="rId4"/>
    <p:sldLayoutId id="2147483652" r:id="rId5"/>
    <p:sldLayoutId id="2147483651" r:id="rId6"/>
    <p:sldLayoutId id="2147483661" r:id="rId7"/>
    <p:sldLayoutId id="2147483662" r:id="rId8"/>
    <p:sldLayoutId id="2147483663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chemeClr val="bg1">
              <a:lumMod val="65000"/>
            </a:schemeClr>
          </a:solidFill>
          <a:latin typeface="Times New Roman"/>
          <a:ea typeface="+mj-ea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0">
                <a:solidFill>
                  <a:srgbClr val="B52372"/>
                </a:solidFill>
                <a:latin typeface="Franklin Gothic Medium"/>
              </a:rPr>
              <a:t>Page Heroes: Berry Treatment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0">
                <a:solidFill>
                  <a:srgbClr val="55575A"/>
                </a:solidFill>
                <a:latin typeface="Franklin Gothic Book"/>
              </a:rPr>
              <a:t>Every page banner in the same black-and-white look with a berry tint, so the site matches the Impact page. Before on top, after below. September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Home</a:t>
            </a:r>
          </a:p>
        </p:txBody>
      </p:sp>
      <p:pic>
        <p:nvPicPr>
          <p:cNvPr id="3" name="Picture 2" descr="home_bef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45920"/>
            <a:ext cx="6583680" cy="2194560"/>
          </a:xfrm>
          <a:prstGeom prst="rect">
            <a:avLst/>
          </a:prstGeom>
        </p:spPr>
      </p:pic>
      <p:pic>
        <p:nvPicPr>
          <p:cNvPr id="4" name="Picture 3" descr="home_af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990480"/>
            <a:ext cx="65836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000" y="164592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" y="399048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6335040"/>
            <a:ext cx="65836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Same glass-ceiling photo, berry tint.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Origin</a:t>
            </a:r>
          </a:p>
        </p:txBody>
      </p:sp>
      <p:pic>
        <p:nvPicPr>
          <p:cNvPr id="3" name="Picture 2" descr="origin_bef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45920"/>
            <a:ext cx="6583680" cy="2194560"/>
          </a:xfrm>
          <a:prstGeom prst="rect">
            <a:avLst/>
          </a:prstGeom>
        </p:spPr>
      </p:pic>
      <p:pic>
        <p:nvPicPr>
          <p:cNvPr id="4" name="Picture 3" descr="origin_af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990480"/>
            <a:ext cx="65836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000" y="164592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" y="399048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6335040"/>
            <a:ext cx="65836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Same skyline photo, berry tint.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Path</a:t>
            </a:r>
          </a:p>
        </p:txBody>
      </p:sp>
      <p:pic>
        <p:nvPicPr>
          <p:cNvPr id="3" name="Picture 2" descr="path_bef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45920"/>
            <a:ext cx="6583680" cy="2194560"/>
          </a:xfrm>
          <a:prstGeom prst="rect">
            <a:avLst/>
          </a:prstGeom>
        </p:spPr>
      </p:pic>
      <p:pic>
        <p:nvPicPr>
          <p:cNvPr id="4" name="Picture 3" descr="path_af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990480"/>
            <a:ext cx="65836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000" y="164592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" y="399048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6335040"/>
            <a:ext cx="65836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The soft curves behind your Path video, berry tint.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Insights</a:t>
            </a:r>
          </a:p>
        </p:txBody>
      </p:sp>
      <p:pic>
        <p:nvPicPr>
          <p:cNvPr id="3" name="Picture 2" descr="insights_bef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45920"/>
            <a:ext cx="6583680" cy="2194560"/>
          </a:xfrm>
          <a:prstGeom prst="rect">
            <a:avLst/>
          </a:prstGeom>
        </p:spPr>
      </p:pic>
      <p:pic>
        <p:nvPicPr>
          <p:cNvPr id="4" name="Picture 3" descr="insights_af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990480"/>
            <a:ext cx="65836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000" y="164592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" y="399048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6335040"/>
            <a:ext cx="65836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Same chess scene, now from the full-size original (Chess.jpeg), so it is sharp on big screens.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Connect</a:t>
            </a:r>
          </a:p>
        </p:txBody>
      </p:sp>
      <p:pic>
        <p:nvPicPr>
          <p:cNvPr id="3" name="Picture 2" descr="connect_bef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45920"/>
            <a:ext cx="6583680" cy="2194560"/>
          </a:xfrm>
          <a:prstGeom prst="rect">
            <a:avLst/>
          </a:prstGeom>
        </p:spPr>
      </p:pic>
      <p:pic>
        <p:nvPicPr>
          <p:cNvPr id="4" name="Picture 3" descr="connect_af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990480"/>
            <a:ext cx="65836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000" y="164592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" y="399048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6335040"/>
            <a:ext cx="65836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Same building photo, berry tint.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Every blog post (new)</a:t>
            </a:r>
          </a:p>
        </p:txBody>
      </p:sp>
      <p:pic>
        <p:nvPicPr>
          <p:cNvPr id="3" name="Picture 2" descr="posts_bef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45920"/>
            <a:ext cx="6583680" cy="2194560"/>
          </a:xfrm>
          <a:prstGeom prst="rect">
            <a:avLst/>
          </a:prstGeom>
        </p:spPr>
      </p:pic>
      <p:pic>
        <p:nvPicPr>
          <p:cNvPr id="4" name="Picture 3" descr="posts_af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990480"/>
            <a:ext cx="65836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000" y="164592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" y="399048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6335040"/>
            <a:ext cx="65836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Today: a flat black band. Proposed: stacked books and papers, berry tint. Calm enough for long post titles.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Every case study (new)</a:t>
            </a:r>
          </a:p>
        </p:txBody>
      </p:sp>
      <p:pic>
        <p:nvPicPr>
          <p:cNvPr id="3" name="Picture 2" descr="cases_bef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45920"/>
            <a:ext cx="6583680" cy="2194560"/>
          </a:xfrm>
          <a:prstGeom prst="rect">
            <a:avLst/>
          </a:prstGeom>
        </p:spPr>
      </p:pic>
      <p:pic>
        <p:nvPicPr>
          <p:cNvPr id="4" name="Picture 3" descr="cases_af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990480"/>
            <a:ext cx="65836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000" y="164592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" y="3990480"/>
            <a:ext cx="108016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75A"/>
                </a:solidFill>
                <a:latin typeface="Franklin Gothic Medium"/>
              </a:rP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6335040"/>
            <a:ext cx="65836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Today: a flat black band. Proposed: the pink umbrella, which ties each case study back to Impact. On the site the title sits centered.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te Burda &amp; Co. -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3" ma:contentTypeDescription="Create a new document." ma:contentTypeScope="" ma:versionID="b5bca213ef9ff2908ccf7086a37359b6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dfe532681b131c6d2700ace22e453e6a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43EEF4-EE8B-43B8-A86B-562177750E47}"/>
</file>

<file path=customXml/itemProps2.xml><?xml version="1.0" encoding="utf-8"?>
<ds:datastoreItem xmlns:ds="http://schemas.openxmlformats.org/officeDocument/2006/customXml" ds:itemID="{A2917179-2072-4B9A-80E0-36273AC480A4}"/>
</file>

<file path=customXml/itemProps3.xml><?xml version="1.0" encoding="utf-8"?>
<ds:datastoreItem xmlns:ds="http://schemas.openxmlformats.org/officeDocument/2006/customXml" ds:itemID="{31CFEC40-6F38-4278-A8F8-58B24ADFAD0B}"/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209</Words>
  <Application>Microsoft Macintosh PowerPoint</Application>
  <PresentationFormat>On-screen Show (4:3)</PresentationFormat>
  <Paragraphs>17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Kate Burda &amp; Co. - Master</vt:lpstr>
      <vt:lpstr>Insert  Headline Here</vt:lpstr>
      <vt:lpstr>Insert  Headline Here</vt:lpstr>
      <vt:lpstr>Insert Headline Here</vt:lpstr>
      <vt:lpstr>Insert Headline Here</vt:lpstr>
      <vt:lpstr>Insert Title Here</vt:lpstr>
      <vt:lpstr>Insert Title</vt:lpstr>
      <vt:lpstr>Divider 1</vt:lpstr>
      <vt:lpstr>Divider 2</vt:lpstr>
      <vt:lpstr>This is a test for use of typography and its visual appeal  </vt:lpstr>
      <vt:lpstr>Insert headline  or pertinent information  for special content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Ronald</dc:creator>
  <cp:lastModifiedBy>Kate Burda</cp:lastModifiedBy>
  <cp:revision>15</cp:revision>
  <dcterms:created xsi:type="dcterms:W3CDTF">2015-12-11T09:40:11Z</dcterms:created>
  <dcterms:modified xsi:type="dcterms:W3CDTF">2016-03-22T14:41:46Z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0x01010075409FC017C7BF40961EF880411E08B5</vt:lpwstr>
  </property>
</Properties>
</file>