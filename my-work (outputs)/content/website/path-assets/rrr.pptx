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406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2372"/>
    <a:srgbClr val="D5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352FC-D1E2-444E-94AD-20225883F498}" v="3" dt="2025-08-24T16:39:32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46"/>
  </p:normalViewPr>
  <p:slideViewPr>
    <p:cSldViewPr snapToGrid="0">
      <p:cViewPr varScale="1">
        <p:scale>
          <a:sx n="195" d="100"/>
          <a:sy n="195" d="100"/>
        </p:scale>
        <p:origin x="1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86" Type="http://schemas.openxmlformats.org/officeDocument/2006/relationships/notesMaster" Target="notesMasters/notesMaster1.xml"/><Relationship Id="rId87" Type="http://schemas.openxmlformats.org/officeDocument/2006/relationships/handoutMaster" Target="handoutMasters/handout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Relationship Id="rId92" Type="http://schemas.microsoft.com/office/2016/11/relationships/changesInfo" Target="changesInfos/changesInfo1.xml"/><Relationship Id="rId9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0958D787-98EF-5E19-B5FD-55C8C1E4F96E}"/>
    <pc:docChg chg="addSld modSld">
      <pc:chgData name="Kate Burda" userId="44c1ea53-84f5-4c7e-8f48-bfeb434f1f02" providerId="ADAL" clId="{0958D787-98EF-5E19-B5FD-55C8C1E4F96E}" dt="2025-08-24T16:39:32.366" v="2"/>
      <pc:docMkLst>
        <pc:docMk/>
      </pc:docMkLst>
      <pc:sldChg chg="add">
        <pc:chgData name="Kate Burda" userId="44c1ea53-84f5-4c7e-8f48-bfeb434f1f02" providerId="ADAL" clId="{0958D787-98EF-5E19-B5FD-55C8C1E4F96E}" dt="2025-08-24T16:38:25.606" v="0"/>
        <pc:sldMkLst>
          <pc:docMk/>
          <pc:sldMk cId="1067499377" sldId="4649"/>
        </pc:sldMkLst>
      </pc:sldChg>
      <pc:sldChg chg="add">
        <pc:chgData name="Kate Burda" userId="44c1ea53-84f5-4c7e-8f48-bfeb434f1f02" providerId="ADAL" clId="{0958D787-98EF-5E19-B5FD-55C8C1E4F96E}" dt="2025-08-24T16:38:37.375" v="1"/>
        <pc:sldMkLst>
          <pc:docMk/>
          <pc:sldMk cId="2361467117" sldId="4650"/>
        </pc:sldMkLst>
      </pc:sldChg>
      <pc:sldChg chg="add">
        <pc:chgData name="Kate Burda" userId="44c1ea53-84f5-4c7e-8f48-bfeb434f1f02" providerId="ADAL" clId="{0958D787-98EF-5E19-B5FD-55C8C1E4F96E}" dt="2025-08-24T16:39:32.366" v="2"/>
        <pc:sldMkLst>
          <pc:docMk/>
          <pc:sldMk cId="3799929714" sldId="4652"/>
        </pc:sldMkLst>
      </pc:sldChg>
    </pc:docChg>
  </pc:docChgLst>
  <pc:docChgLst>
    <pc:chgData name="Kate Burda" userId="44c1ea53-84f5-4c7e-8f48-bfeb434f1f02" providerId="ADAL" clId="{03972463-BA03-2C47-9081-E9B7B383BDBB}"/>
    <pc:docChg chg="modSld">
      <pc:chgData name="Kate Burda" userId="44c1ea53-84f5-4c7e-8f48-bfeb434f1f02" providerId="ADAL" clId="{03972463-BA03-2C47-9081-E9B7B383BDBB}" dt="2024-06-11T16:09:53.291" v="1" actId="1076"/>
      <pc:docMkLst>
        <pc:docMk/>
      </pc:docMkLst>
      <pc:sldChg chg="modSp mod">
        <pc:chgData name="Kate Burda" userId="44c1ea53-84f5-4c7e-8f48-bfeb434f1f02" providerId="ADAL" clId="{03972463-BA03-2C47-9081-E9B7B383BDBB}" dt="2024-06-11T16:09:53.291" v="1" actId="1076"/>
        <pc:sldMkLst>
          <pc:docMk/>
          <pc:sldMk cId="1618416655" sldId="4178"/>
        </pc:sldMkLst>
      </pc:sldChg>
    </pc:docChg>
  </pc:docChgLst>
  <pc:docChgLst>
    <pc:chgData name="Kate Burda" userId="44c1ea53-84f5-4c7e-8f48-bfeb434f1f02" providerId="ADAL" clId="{7B8F245A-2CFA-9C45-91F7-025D96A430FA}"/>
    <pc:docChg chg="undo custSel addSld delSld modSld">
      <pc:chgData name="Kate Burda" userId="44c1ea53-84f5-4c7e-8f48-bfeb434f1f02" providerId="ADAL" clId="{7B8F245A-2CFA-9C45-91F7-025D96A430FA}" dt="2024-05-21T21:21:50.131" v="30"/>
      <pc:docMkLst>
        <pc:docMk/>
      </pc:docMkLst>
      <pc:sldChg chg="del">
        <pc:chgData name="Kate Burda" userId="44c1ea53-84f5-4c7e-8f48-bfeb434f1f02" providerId="ADAL" clId="{7B8F245A-2CFA-9C45-91F7-025D96A430FA}" dt="2024-05-21T19:38:21.962" v="28" actId="2696"/>
        <pc:sldMkLst>
          <pc:docMk/>
          <pc:sldMk cId="2355843516" sldId="256"/>
        </pc:sldMkLst>
      </pc:sldChg>
      <pc:sldChg chg="modSp mod">
        <pc:chgData name="Kate Burda" userId="44c1ea53-84f5-4c7e-8f48-bfeb434f1f02" providerId="ADAL" clId="{7B8F245A-2CFA-9C45-91F7-025D96A430FA}" dt="2024-05-21T19:39:24.827" v="29" actId="1076"/>
        <pc:sldMkLst>
          <pc:docMk/>
          <pc:sldMk cId="2852193332" sldId="389"/>
        </pc:sldMkLst>
      </pc:sldChg>
      <pc:sldChg chg="addSp delSp mod">
        <pc:chgData name="Kate Burda" userId="44c1ea53-84f5-4c7e-8f48-bfeb434f1f02" providerId="ADAL" clId="{7B8F245A-2CFA-9C45-91F7-025D96A430FA}" dt="2024-05-10T14:28:25.111" v="8" actId="478"/>
        <pc:sldMkLst>
          <pc:docMk/>
          <pc:sldMk cId="1227795063" sldId="475"/>
        </pc:sldMkLst>
      </pc:sldChg>
      <pc:sldChg chg="del">
        <pc:chgData name="Kate Burda" userId="44c1ea53-84f5-4c7e-8f48-bfeb434f1f02" providerId="ADAL" clId="{7B8F245A-2CFA-9C45-91F7-025D96A430FA}" dt="2024-05-10T14:26:47.153" v="6" actId="2696"/>
        <pc:sldMkLst>
          <pc:docMk/>
          <pc:sldMk cId="849105803" sldId="483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221605093" sldId="1689"/>
        </pc:sldMkLst>
      </pc:sldChg>
      <pc:sldChg chg="add">
        <pc:chgData name="Kate Burda" userId="44c1ea53-84f5-4c7e-8f48-bfeb434f1f02" providerId="ADAL" clId="{7B8F245A-2CFA-9C45-91F7-025D96A430FA}" dt="2024-05-17T15:36:50.164" v="9"/>
        <pc:sldMkLst>
          <pc:docMk/>
          <pc:sldMk cId="3505011003" sldId="1699"/>
        </pc:sldMkLst>
      </pc:sldChg>
      <pc:sldChg chg="addSp mod">
        <pc:chgData name="Kate Burda" userId="44c1ea53-84f5-4c7e-8f48-bfeb434f1f02" providerId="ADAL" clId="{7B8F245A-2CFA-9C45-91F7-025D96A430FA}" dt="2024-05-10T13:57:19.772" v="0" actId="22"/>
        <pc:sldMkLst>
          <pc:docMk/>
          <pc:sldMk cId="1407055369" sldId="2184"/>
        </pc:sldMkLst>
      </pc:sldChg>
      <pc:sldChg chg="modSp mod">
        <pc:chgData name="Kate Burda" userId="44c1ea53-84f5-4c7e-8f48-bfeb434f1f02" providerId="ADAL" clId="{7B8F245A-2CFA-9C45-91F7-025D96A430FA}" dt="2024-05-10T14:01:28.015" v="4" actId="1076"/>
        <pc:sldMkLst>
          <pc:docMk/>
          <pc:sldMk cId="1073116862" sldId="4144"/>
        </pc:sldMkLst>
      </pc:sldChg>
      <pc:sldChg chg="del">
        <pc:chgData name="Kate Burda" userId="44c1ea53-84f5-4c7e-8f48-bfeb434f1f02" providerId="ADAL" clId="{7B8F245A-2CFA-9C45-91F7-025D96A430FA}" dt="2024-05-10T13:57:46.334" v="2" actId="2696"/>
        <pc:sldMkLst>
          <pc:docMk/>
          <pc:sldMk cId="2075257336" sldId="4151"/>
        </pc:sldMkLst>
      </pc:sldChg>
      <pc:sldChg chg="modSp mod">
        <pc:chgData name="Kate Burda" userId="44c1ea53-84f5-4c7e-8f48-bfeb434f1f02" providerId="ADAL" clId="{7B8F245A-2CFA-9C45-91F7-025D96A430FA}" dt="2024-05-21T19:22:45.154" v="27" actId="20577"/>
        <pc:sldMkLst>
          <pc:docMk/>
          <pc:sldMk cId="2900319377" sldId="4158"/>
        </pc:sldMkLst>
      </pc:sldChg>
      <pc:sldChg chg="add">
        <pc:chgData name="Kate Burda" userId="44c1ea53-84f5-4c7e-8f48-bfeb434f1f02" providerId="ADAL" clId="{7B8F245A-2CFA-9C45-91F7-025D96A430FA}" dt="2024-05-10T13:57:35.259" v="1"/>
        <pc:sldMkLst>
          <pc:docMk/>
          <pc:sldMk cId="3041186309" sldId="4197"/>
        </pc:sldMkLst>
      </pc:sldChg>
      <pc:sldChg chg="add">
        <pc:chgData name="Kate Burda" userId="44c1ea53-84f5-4c7e-8f48-bfeb434f1f02" providerId="ADAL" clId="{7B8F245A-2CFA-9C45-91F7-025D96A430FA}" dt="2024-05-10T14:26:44.107" v="5"/>
        <pc:sldMkLst>
          <pc:docMk/>
          <pc:sldMk cId="2169955483" sldId="4198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471735093" sldId="4212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437535136" sldId="4215"/>
        </pc:sldMkLst>
      </pc:sldChg>
      <pc:sldChg chg="add">
        <pc:chgData name="Kate Burda" userId="44c1ea53-84f5-4c7e-8f48-bfeb434f1f02" providerId="ADAL" clId="{7B8F245A-2CFA-9C45-91F7-025D96A430FA}" dt="2024-05-17T15:36:50.164" v="9"/>
        <pc:sldMkLst>
          <pc:docMk/>
          <pc:sldMk cId="4257973665" sldId="4626"/>
        </pc:sldMkLst>
      </pc:sldChg>
      <pc:sldChg chg="add">
        <pc:chgData name="Kate Burda" userId="44c1ea53-84f5-4c7e-8f48-bfeb434f1f02" providerId="ADAL" clId="{7B8F245A-2CFA-9C45-91F7-025D96A430FA}" dt="2024-05-21T19:21:17.277" v="10"/>
        <pc:sldMkLst>
          <pc:docMk/>
          <pc:sldMk cId="2786289873" sldId="4627"/>
        </pc:sldMkLst>
      </pc:sldChg>
    </pc:docChg>
  </pc:docChgLst>
  <pc:docChgLst>
    <pc:chgData name="Kate Burda" userId="44c1ea53-84f5-4c7e-8f48-bfeb434f1f02" providerId="ADAL" clId="{BE436AA0-69F0-1246-AD28-9CD99DA1D6A3}"/>
    <pc:docChg chg="addSld modSld">
      <pc:chgData name="Kate Burda" userId="44c1ea53-84f5-4c7e-8f48-bfeb434f1f02" providerId="ADAL" clId="{BE436AA0-69F0-1246-AD28-9CD99DA1D6A3}" dt="2025-04-13T13:42:48.932" v="23" actId="20577"/>
      <pc:docMkLst>
        <pc:docMk/>
      </pc:docMkLst>
      <pc:sldChg chg="modSp add">
        <pc:chgData name="Kate Burda" userId="44c1ea53-84f5-4c7e-8f48-bfeb434f1f02" providerId="ADAL" clId="{BE436AA0-69F0-1246-AD28-9CD99DA1D6A3}" dt="2025-04-13T13:42:48.932" v="23" actId="20577"/>
        <pc:sldMkLst>
          <pc:docMk/>
          <pc:sldMk cId="3035815204" sldId="4632"/>
        </pc:sldMkLst>
      </pc:sldChg>
    </pc:docChg>
  </pc:docChgLst>
  <pc:docChgLst>
    <pc:chgData name="Kate Burda" userId="44c1ea53-84f5-4c7e-8f48-bfeb434f1f02" providerId="ADAL" clId="{B1B6110C-3784-1643-B1A5-CE502DC142C0}"/>
    <pc:docChg chg="custSel addSld modSld">
      <pc:chgData name="Kate Burda" userId="44c1ea53-84f5-4c7e-8f48-bfeb434f1f02" providerId="ADAL" clId="{B1B6110C-3784-1643-B1A5-CE502DC142C0}" dt="2023-09-24T23:14:15.182" v="72" actId="27636"/>
      <pc:docMkLst>
        <pc:docMk/>
      </pc:docMkLst>
      <pc:sldChg chg="add">
        <pc:chgData name="Kate Burda" userId="44c1ea53-84f5-4c7e-8f48-bfeb434f1f02" providerId="ADAL" clId="{B1B6110C-3784-1643-B1A5-CE502DC142C0}" dt="2023-09-17T15:44:56.681" v="69"/>
        <pc:sldMkLst>
          <pc:docMk/>
          <pc:sldMk cId="2355843516" sldId="256"/>
        </pc:sldMkLst>
      </pc:sldChg>
      <pc:sldChg chg="delSp modSp mod">
        <pc:chgData name="Kate Burda" userId="44c1ea53-84f5-4c7e-8f48-bfeb434f1f02" providerId="ADAL" clId="{B1B6110C-3784-1643-B1A5-CE502DC142C0}" dt="2023-09-04T19:03:35.310" v="60" actId="208"/>
        <pc:sldMkLst>
          <pc:docMk/>
          <pc:sldMk cId="2852193332" sldId="389"/>
        </pc:sldMkLst>
      </pc:sldChg>
      <pc:sldChg chg="modSp mod">
        <pc:chgData name="Kate Burda" userId="44c1ea53-84f5-4c7e-8f48-bfeb434f1f02" providerId="ADAL" clId="{B1B6110C-3784-1643-B1A5-CE502DC142C0}" dt="2023-09-03T21:58:11.200" v="37" actId="2711"/>
        <pc:sldMkLst>
          <pc:docMk/>
          <pc:sldMk cId="4203825270" sldId="3317"/>
        </pc:sldMkLst>
      </pc:sldChg>
      <pc:sldChg chg="modSp mod">
        <pc:chgData name="Kate Burda" userId="44c1ea53-84f5-4c7e-8f48-bfeb434f1f02" providerId="ADAL" clId="{B1B6110C-3784-1643-B1A5-CE502DC142C0}" dt="2023-09-04T18:59:58.192" v="44" actId="2711"/>
        <pc:sldMkLst>
          <pc:docMk/>
          <pc:sldMk cId="1423287674" sldId="4068"/>
        </pc:sldMkLst>
      </pc:sldChg>
      <pc:sldChg chg="modSp mod">
        <pc:chgData name="Kate Burda" userId="44c1ea53-84f5-4c7e-8f48-bfeb434f1f02" providerId="ADAL" clId="{B1B6110C-3784-1643-B1A5-CE502DC142C0}" dt="2023-09-04T19:02:48.847" v="57" actId="2711"/>
        <pc:sldMkLst>
          <pc:docMk/>
          <pc:sldMk cId="1159041811" sldId="4069"/>
        </pc:sldMkLst>
      </pc:sldChg>
      <pc:sldChg chg="modSp mod">
        <pc:chgData name="Kate Burda" userId="44c1ea53-84f5-4c7e-8f48-bfeb434f1f02" providerId="ADAL" clId="{B1B6110C-3784-1643-B1A5-CE502DC142C0}" dt="2023-09-04T19:01:00.781" v="50" actId="13926"/>
        <pc:sldMkLst>
          <pc:docMk/>
          <pc:sldMk cId="165470004" sldId="4135"/>
        </pc:sldMkLst>
      </pc:sldChg>
      <pc:sldChg chg="modSp mod">
        <pc:chgData name="Kate Burda" userId="44c1ea53-84f5-4c7e-8f48-bfeb434f1f02" providerId="ADAL" clId="{B1B6110C-3784-1643-B1A5-CE502DC142C0}" dt="2023-09-04T19:04:00.265" v="61" actId="2711"/>
        <pc:sldMkLst>
          <pc:docMk/>
          <pc:sldMk cId="3596794159" sldId="4136"/>
        </pc:sldMkLst>
      </pc:sldChg>
      <pc:sldChg chg="modSp mod">
        <pc:chgData name="Kate Burda" userId="44c1ea53-84f5-4c7e-8f48-bfeb434f1f02" providerId="ADAL" clId="{B1B6110C-3784-1643-B1A5-CE502DC142C0}" dt="2023-09-03T21:58:40.274" v="38" actId="2711"/>
        <pc:sldMkLst>
          <pc:docMk/>
          <pc:sldMk cId="2530237771" sldId="4148"/>
        </pc:sldMkLst>
      </pc:sldChg>
      <pc:sldChg chg="modSp mod">
        <pc:chgData name="Kate Burda" userId="44c1ea53-84f5-4c7e-8f48-bfeb434f1f02" providerId="ADAL" clId="{B1B6110C-3784-1643-B1A5-CE502DC142C0}" dt="2023-09-04T19:00:53.446" v="49" actId="13926"/>
        <pc:sldMkLst>
          <pc:docMk/>
          <pc:sldMk cId="2900319377" sldId="4158"/>
        </pc:sldMkLst>
      </pc:sldChg>
      <pc:sldChg chg="delSp modSp mod">
        <pc:chgData name="Kate Burda" userId="44c1ea53-84f5-4c7e-8f48-bfeb434f1f02" providerId="ADAL" clId="{B1B6110C-3784-1643-B1A5-CE502DC142C0}" dt="2023-09-03T21:56:31.603" v="31" actId="478"/>
        <pc:sldMkLst>
          <pc:docMk/>
          <pc:sldMk cId="2315330111" sldId="4161"/>
        </pc:sldMkLst>
      </pc:sldChg>
      <pc:sldChg chg="modSp mod">
        <pc:chgData name="Kate Burda" userId="44c1ea53-84f5-4c7e-8f48-bfeb434f1f02" providerId="ADAL" clId="{B1B6110C-3784-1643-B1A5-CE502DC142C0}" dt="2023-09-04T19:05:30.650" v="66" actId="2711"/>
        <pc:sldMkLst>
          <pc:docMk/>
          <pc:sldMk cId="3531580380" sldId="4164"/>
        </pc:sldMkLst>
      </pc:sldChg>
      <pc:sldChg chg="modSp mod">
        <pc:chgData name="Kate Burda" userId="44c1ea53-84f5-4c7e-8f48-bfeb434f1f02" providerId="ADAL" clId="{B1B6110C-3784-1643-B1A5-CE502DC142C0}" dt="2023-09-03T21:40:02.753" v="5" actId="2711"/>
        <pc:sldMkLst>
          <pc:docMk/>
          <pc:sldMk cId="1516901474" sldId="4169"/>
        </pc:sldMkLst>
      </pc:sldChg>
      <pc:sldChg chg="modSp mod">
        <pc:chgData name="Kate Burda" userId="44c1ea53-84f5-4c7e-8f48-bfeb434f1f02" providerId="ADAL" clId="{B1B6110C-3784-1643-B1A5-CE502DC142C0}" dt="2023-09-04T19:04:20.496" v="62" actId="2711"/>
        <pc:sldMkLst>
          <pc:docMk/>
          <pc:sldMk cId="2041618948" sldId="4170"/>
        </pc:sldMkLst>
      </pc:sldChg>
      <pc:sldChg chg="delSp modSp mod">
        <pc:chgData name="Kate Burda" userId="44c1ea53-84f5-4c7e-8f48-bfeb434f1f02" providerId="ADAL" clId="{B1B6110C-3784-1643-B1A5-CE502DC142C0}" dt="2023-09-03T21:57:15.454" v="33" actId="2711"/>
        <pc:sldMkLst>
          <pc:docMk/>
          <pc:sldMk cId="1758519867" sldId="4171"/>
        </pc:sldMkLst>
      </pc:sldChg>
      <pc:sldChg chg="modSp mod">
        <pc:chgData name="Kate Burda" userId="44c1ea53-84f5-4c7e-8f48-bfeb434f1f02" providerId="ADAL" clId="{B1B6110C-3784-1643-B1A5-CE502DC142C0}" dt="2023-09-03T21:56:06.707" v="28" actId="122"/>
        <pc:sldMkLst>
          <pc:docMk/>
          <pc:sldMk cId="2178493451" sldId="4172"/>
        </pc:sldMkLst>
      </pc:sldChg>
      <pc:sldChg chg="delSp modSp mod">
        <pc:chgData name="Kate Burda" userId="44c1ea53-84f5-4c7e-8f48-bfeb434f1f02" providerId="ADAL" clId="{B1B6110C-3784-1643-B1A5-CE502DC142C0}" dt="2023-09-03T21:57:30.516" v="34" actId="2711"/>
        <pc:sldMkLst>
          <pc:docMk/>
          <pc:sldMk cId="940108447" sldId="4173"/>
        </pc:sldMkLst>
      </pc:sldChg>
      <pc:sldChg chg="modSp mod">
        <pc:chgData name="Kate Burda" userId="44c1ea53-84f5-4c7e-8f48-bfeb434f1f02" providerId="ADAL" clId="{B1B6110C-3784-1643-B1A5-CE502DC142C0}" dt="2023-09-03T21:41:03.805" v="12" actId="2711"/>
        <pc:sldMkLst>
          <pc:docMk/>
          <pc:sldMk cId="1131175987" sldId="4174"/>
        </pc:sldMkLst>
      </pc:sldChg>
      <pc:sldChg chg="delSp modSp mod">
        <pc:chgData name="Kate Burda" userId="44c1ea53-84f5-4c7e-8f48-bfeb434f1f02" providerId="ADAL" clId="{B1B6110C-3784-1643-B1A5-CE502DC142C0}" dt="2023-09-04T19:02:08.307" v="56" actId="255"/>
        <pc:sldMkLst>
          <pc:docMk/>
          <pc:sldMk cId="3367831977" sldId="4183"/>
        </pc:sldMkLst>
      </pc:sldChg>
      <pc:sldChg chg="delSp modSp mod">
        <pc:chgData name="Kate Burda" userId="44c1ea53-84f5-4c7e-8f48-bfeb434f1f02" providerId="ADAL" clId="{B1B6110C-3784-1643-B1A5-CE502DC142C0}" dt="2023-09-03T21:57:38.956" v="35" actId="2711"/>
        <pc:sldMkLst>
          <pc:docMk/>
          <pc:sldMk cId="1645932139" sldId="4187"/>
        </pc:sldMkLst>
      </pc:sldChg>
      <pc:sldChg chg="modSp add mod modClrScheme chgLayout">
        <pc:chgData name="Kate Burda" userId="44c1ea53-84f5-4c7e-8f48-bfeb434f1f02" providerId="ADAL" clId="{B1B6110C-3784-1643-B1A5-CE502DC142C0}" dt="2023-09-17T15:44:27.850" v="68" actId="700"/>
        <pc:sldMkLst>
          <pc:docMk/>
          <pc:sldMk cId="1505481118" sldId="4190"/>
        </pc:sldMkLst>
      </pc:sldChg>
      <pc:sldChg chg="add">
        <pc:chgData name="Kate Burda" userId="44c1ea53-84f5-4c7e-8f48-bfeb434f1f02" providerId="ADAL" clId="{B1B6110C-3784-1643-B1A5-CE502DC142C0}" dt="2023-09-24T23:13:53.851" v="70"/>
        <pc:sldMkLst>
          <pc:docMk/>
          <pc:sldMk cId="730722277" sldId="4191"/>
        </pc:sldMkLst>
      </pc:sldChg>
      <pc:sldChg chg="modSp add mod">
        <pc:chgData name="Kate Burda" userId="44c1ea53-84f5-4c7e-8f48-bfeb434f1f02" providerId="ADAL" clId="{B1B6110C-3784-1643-B1A5-CE502DC142C0}" dt="2023-09-24T23:14:15.182" v="72" actId="27636"/>
        <pc:sldMkLst>
          <pc:docMk/>
          <pc:sldMk cId="2926873268" sldId="4192"/>
        </pc:sldMkLst>
      </pc:sldChg>
      <pc:sldChg chg="add modTransition">
        <pc:chgData name="Kate Burda" userId="44c1ea53-84f5-4c7e-8f48-bfeb434f1f02" providerId="ADAL" clId="{B1B6110C-3784-1643-B1A5-CE502DC142C0}" dt="2023-09-24T23:14:15.077" v="71"/>
        <pc:sldMkLst>
          <pc:docMk/>
          <pc:sldMk cId="4052318816" sldId="4193"/>
        </pc:sldMkLst>
      </pc:sldChg>
    </pc:docChg>
  </pc:docChgLst>
  <pc:docChgLst>
    <pc:chgData name="Kate Burda" userId="44c1ea53-84f5-4c7e-8f48-bfeb434f1f02" providerId="ADAL" clId="{A33DC087-DE47-AD4C-9AD7-44E223934C41}"/>
    <pc:docChg chg="modSld">
      <pc:chgData name="Kate Burda" userId="44c1ea53-84f5-4c7e-8f48-bfeb434f1f02" providerId="ADAL" clId="{A33DC087-DE47-AD4C-9AD7-44E223934C41}" dt="2023-10-10T14:51:01.768" v="7" actId="20577"/>
      <pc:docMkLst>
        <pc:docMk/>
      </pc:docMkLst>
      <pc:sldChg chg="modSp mod">
        <pc:chgData name="Kate Burda" userId="44c1ea53-84f5-4c7e-8f48-bfeb434f1f02" providerId="ADAL" clId="{A33DC087-DE47-AD4C-9AD7-44E223934C41}" dt="2023-10-10T14:51:01.768" v="7" actId="20577"/>
        <pc:sldMkLst>
          <pc:docMk/>
          <pc:sldMk cId="1423287674" sldId="4068"/>
        </pc:sldMkLst>
      </pc:sldChg>
    </pc:docChg>
  </pc:docChgLst>
  <pc:docChgLst>
    <pc:chgData name="Kate Burda" userId="44c1ea53-84f5-4c7e-8f48-bfeb434f1f02" providerId="ADAL" clId="{5F90837C-4F91-D942-9D00-0D4BF3E78EBC}"/>
    <pc:docChg chg="undo custSel addSld delSld modSld">
      <pc:chgData name="Kate Burda" userId="44c1ea53-84f5-4c7e-8f48-bfeb434f1f02" providerId="ADAL" clId="{5F90837C-4F91-D942-9D00-0D4BF3E78EBC}" dt="2024-02-21T14:09:05.873" v="793"/>
      <pc:docMkLst>
        <pc:docMk/>
      </pc:docMkLst>
      <pc:sldChg chg="addSp delSp modSp mod">
        <pc:chgData name="Kate Burda" userId="44c1ea53-84f5-4c7e-8f48-bfeb434f1f02" providerId="ADAL" clId="{5F90837C-4F91-D942-9D00-0D4BF3E78EBC}" dt="2024-02-21T14:08:54.885" v="792" actId="478"/>
        <pc:sldMkLst>
          <pc:docMk/>
          <pc:sldMk cId="2141784699" sldId="357"/>
        </pc:sldMkLst>
      </pc:sldChg>
      <pc:sldChg chg="modSp modAnim">
        <pc:chgData name="Kate Burda" userId="44c1ea53-84f5-4c7e-8f48-bfeb434f1f02" providerId="ADAL" clId="{5F90837C-4F91-D942-9D00-0D4BF3E78EBC}" dt="2024-02-06T21:40:54.132" v="720" actId="20577"/>
        <pc:sldMkLst>
          <pc:docMk/>
          <pc:sldMk cId="492905647" sldId="399"/>
        </pc:sldMkLst>
      </pc:sldChg>
      <pc:sldChg chg="delSp modSp mod">
        <pc:chgData name="Kate Burda" userId="44c1ea53-84f5-4c7e-8f48-bfeb434f1f02" providerId="ADAL" clId="{5F90837C-4F91-D942-9D00-0D4BF3E78EBC}" dt="2024-02-21T14:05:07.906" v="788" actId="478"/>
        <pc:sldMkLst>
          <pc:docMk/>
          <pc:sldMk cId="4083292989" sldId="402"/>
        </pc:sldMkLst>
      </pc:sldChg>
      <pc:sldChg chg="modSp mod">
        <pc:chgData name="Kate Burda" userId="44c1ea53-84f5-4c7e-8f48-bfeb434f1f02" providerId="ADAL" clId="{5F90837C-4F91-D942-9D00-0D4BF3E78EBC}" dt="2024-02-20T19:13:24.340" v="722" actId="2711"/>
        <pc:sldMkLst>
          <pc:docMk/>
          <pc:sldMk cId="827288725" sldId="4166"/>
        </pc:sldMkLst>
      </pc:sldChg>
      <pc:sldChg chg="del">
        <pc:chgData name="Kate Burda" userId="44c1ea53-84f5-4c7e-8f48-bfeb434f1f02" providerId="ADAL" clId="{5F90837C-4F91-D942-9D00-0D4BF3E78EBC}" dt="2024-02-20T16:06:34.378" v="721" actId="2696"/>
        <pc:sldMkLst>
          <pc:docMk/>
          <pc:sldMk cId="3245116273" sldId="4186"/>
        </pc:sldMkLst>
      </pc:sldChg>
      <pc:sldChg chg="addSp delSp modSp new mod setBg setClrOvrMap">
        <pc:chgData name="Kate Burda" userId="44c1ea53-84f5-4c7e-8f48-bfeb434f1f02" providerId="ADAL" clId="{5F90837C-4F91-D942-9D00-0D4BF3E78EBC}" dt="2024-02-20T19:35:47.195" v="783" actId="113"/>
        <pc:sldMkLst>
          <pc:docMk/>
          <pc:sldMk cId="3141498097" sldId="4194"/>
        </pc:sldMkLst>
      </pc:sldChg>
      <pc:sldChg chg="add">
        <pc:chgData name="Kate Burda" userId="44c1ea53-84f5-4c7e-8f48-bfeb434f1f02" providerId="ADAL" clId="{5F90837C-4F91-D942-9D00-0D4BF3E78EBC}" dt="2024-02-21T14:09:05.873" v="793"/>
        <pc:sldMkLst>
          <pc:docMk/>
          <pc:sldMk cId="4249296606" sldId="4196"/>
        </pc:sldMkLst>
      </pc:sldChg>
    </pc:docChg>
  </pc:docChgLst>
  <pc:docChgLst>
    <pc:chgData name="Kate Burda" userId="44c1ea53-84f5-4c7e-8f48-bfeb434f1f02" providerId="ADAL" clId="{4590FC5E-C86D-AF43-BA69-5CD23CA741BA}"/>
    <pc:docChg chg="modSld">
      <pc:chgData name="Kate Burda" userId="44c1ea53-84f5-4c7e-8f48-bfeb434f1f02" providerId="ADAL" clId="{4590FC5E-C86D-AF43-BA69-5CD23CA741BA}" dt="2023-08-03T21:39:48.385" v="20" actId="20577"/>
      <pc:docMkLst>
        <pc:docMk/>
      </pc:docMkLst>
      <pc:sldChg chg="modSp mod">
        <pc:chgData name="Kate Burda" userId="44c1ea53-84f5-4c7e-8f48-bfeb434f1f02" providerId="ADAL" clId="{4590FC5E-C86D-AF43-BA69-5CD23CA741BA}" dt="2023-08-03T21:39:48.385" v="20" actId="20577"/>
        <pc:sldMkLst>
          <pc:docMk/>
          <pc:sldMk cId="0" sldId="270"/>
        </pc:sldMkLst>
      </pc:sldChg>
    </pc:docChg>
  </pc:docChgLst>
  <pc:docChgLst>
    <pc:chgData name="Kate Burda" userId="44c1ea53-84f5-4c7e-8f48-bfeb434f1f02" providerId="ADAL" clId="{6D234CAA-72EA-D548-81C8-9CCD2D05A51C}"/>
    <pc:docChg chg="addSld delSld modSld">
      <pc:chgData name="Kate Burda" userId="44c1ea53-84f5-4c7e-8f48-bfeb434f1f02" providerId="ADAL" clId="{6D234CAA-72EA-D548-81C8-9CCD2D05A51C}" dt="2023-08-22T16:19:20.933" v="1" actId="2696"/>
      <pc:docMkLst>
        <pc:docMk/>
      </pc:docMkLst>
      <pc:sldChg chg="del">
        <pc:chgData name="Kate Burda" userId="44c1ea53-84f5-4c7e-8f48-bfeb434f1f02" providerId="ADAL" clId="{6D234CAA-72EA-D548-81C8-9CCD2D05A51C}" dt="2023-08-22T16:19:20.933" v="1" actId="2696"/>
        <pc:sldMkLst>
          <pc:docMk/>
          <pc:sldMk cId="1408551012" sldId="4185"/>
        </pc:sldMkLst>
      </pc:sldChg>
      <pc:sldChg chg="add">
        <pc:chgData name="Kate Burda" userId="44c1ea53-84f5-4c7e-8f48-bfeb434f1f02" providerId="ADAL" clId="{6D234CAA-72EA-D548-81C8-9CCD2D05A51C}" dt="2023-08-22T16:19:18.839" v="0"/>
        <pc:sldMkLst>
          <pc:docMk/>
          <pc:sldMk cId="207505112" sldId="4189"/>
        </pc:sldMkLst>
      </pc:sldChg>
    </pc:docChg>
  </pc:docChgLst>
  <pc:docChgLst>
    <pc:chgData name="Kate Burda" userId="44c1ea53-84f5-4c7e-8f48-bfeb434f1f02" providerId="ADAL" clId="{23C94EC4-559A-C040-B7CE-99122257FE69}"/>
    <pc:docChg chg="addSld modSld">
      <pc:chgData name="Kate Burda" userId="44c1ea53-84f5-4c7e-8f48-bfeb434f1f02" providerId="ADAL" clId="{23C94EC4-559A-C040-B7CE-99122257FE69}" dt="2024-09-11T17:04:15.647" v="0"/>
      <pc:docMkLst>
        <pc:docMk/>
      </pc:docMkLst>
      <pc:sldChg chg="add">
        <pc:chgData name="Kate Burda" userId="44c1ea53-84f5-4c7e-8f48-bfeb434f1f02" providerId="ADAL" clId="{23C94EC4-559A-C040-B7CE-99122257FE69}" dt="2024-09-11T17:04:15.647" v="0"/>
        <pc:sldMkLst>
          <pc:docMk/>
          <pc:sldMk cId="3245116273" sldId="4186"/>
        </pc:sldMkLst>
      </pc:sldChg>
      <pc:sldChg chg="add">
        <pc:chgData name="Kate Burda" userId="44c1ea53-84f5-4c7e-8f48-bfeb434f1f02" providerId="ADAL" clId="{23C94EC4-559A-C040-B7CE-99122257FE69}" dt="2024-09-11T17:04:15.647" v="0"/>
        <pc:sldMkLst>
          <pc:docMk/>
          <pc:sldMk cId="2607735526" sldId="4631"/>
        </pc:sldMkLst>
      </pc:sldChg>
    </pc:docChg>
  </pc:docChgLst>
  <pc:docChgLst>
    <pc:chgData name="Kate Burda" userId="44c1ea53-84f5-4c7e-8f48-bfeb434f1f02" providerId="ADAL" clId="{C1F61144-3EFB-1A43-A0A6-EC80D078A7E5}"/>
    <pc:docChg chg="undo custSel modSld">
      <pc:chgData name="Kate Burda" userId="44c1ea53-84f5-4c7e-8f48-bfeb434f1f02" providerId="ADAL" clId="{C1F61144-3EFB-1A43-A0A6-EC80D078A7E5}" dt="2024-04-02T13:05:38.314" v="86" actId="1076"/>
      <pc:docMkLst>
        <pc:docMk/>
      </pc:docMkLst>
      <pc:sldChg chg="addSp delSp modSp mod addAnim delAnim">
        <pc:chgData name="Kate Burda" userId="44c1ea53-84f5-4c7e-8f48-bfeb434f1f02" providerId="ADAL" clId="{C1F61144-3EFB-1A43-A0A6-EC80D078A7E5}" dt="2024-04-02T13:05:38.314" v="86" actId="1076"/>
        <pc:sldMkLst>
          <pc:docMk/>
          <pc:sldMk cId="1036771892" sldId="1817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77D29B-A84F-8DAF-4DD9-5C3978B9A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8C45E-2DEE-9C8D-4F99-67548FB739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41864-CD90-3244-B677-A2D5FE685BF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0AB63-638E-DD7B-CF4F-618583AB46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72759-57D7-02D6-54C1-4600A56F84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CF653-701A-1840-AE7C-78D8E3A50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6B9B4-CBC9-3A48-9A9C-455003932958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F6C56-3E14-034D-AF27-6C904A40B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8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1D7A-7318-DF42-A89E-2F30BB3CE3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841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825C-F5E4-1B7D-E504-DCA4E438F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3DAC0-5EE8-06A8-EA9F-03470AB5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9945F-36F7-99DE-3752-71C5FFDF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C03AE-7DEC-0FD1-EF26-0C4D9745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CE4C-B2C3-B032-ECCD-C64EDDE3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2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6BC8-E775-CA73-A9DB-F2818C43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8340C-3E26-C2DE-51B9-99177BC7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8ECB-31A2-E00F-8512-84384FF5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EAAF3-B3B7-05B3-ACC6-E6E744F7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C2122-FAA1-9C76-35E7-9686C2BB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5716-752C-ACBC-A090-03C691D6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FE9C3-1D3F-DF64-479C-0C0D948D9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41982-23C2-8D5B-A7FD-57C073D9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50077-7C40-ADA4-47D4-2B193D32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C6976-8248-AE96-9C52-CB230AC5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5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A103-A14D-F7E0-07FA-015F53EF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A737-868B-3B1A-3AB3-884EE18C0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051DF-E35C-E592-0252-F87D168A9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3C2A0-24D4-E4E0-0749-9384302C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6063D-9FBC-C034-E425-1A39A3B2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9338A-837D-968D-5396-9CB50070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9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45D7-A65A-512B-3010-6F61F310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0EDDB-C065-8383-902D-0E3FF7C2A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21A7D-01D2-B6C1-BE24-FDDA9B1A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BA3CD-AE96-8DF8-1293-70DB272E3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4A757-8389-B31E-8F26-E06CEAEDD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CC1EC-6AE0-DF42-0550-E3EDDEE1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6C73C6-F740-DCA2-86A2-9A6BE063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A308D-1C73-6310-3440-97565633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1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C5EF-AC39-B2FB-30CE-8360CF77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46F6C-29BF-239E-2507-FAEB360F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10048-BAC3-508D-C518-32466EFF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E12363-2680-F1E9-B937-023F13CC6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3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A0C81-4B14-87A6-52CD-D45ADDE1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C8E38-11C0-9080-CB65-1A71AA59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EE7DC-D57E-D899-B97A-295AAD6716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CCD1-902E-2973-FE0F-A431829F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8E58-58E4-5966-CC5B-73B82EB27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DB433-0909-ACF3-5661-ACB8DF397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7D3AE-D6DA-168B-8B19-619CA15E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CB074-48F2-6E75-C539-4C207B51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800FD-4994-13E7-6AC5-E5D08674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7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C78B-2C50-6A69-682A-ACC7C3E8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9889B-AFDB-821D-050C-B99FA2B11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CB8A-E14C-F7DC-549F-BC39A04C9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17124-6E91-38DB-FF22-352D1D40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EF5AB-6238-0E11-C6BC-4228674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4D13-6EC4-D52A-7AC9-3F75243D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4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4C57-E42E-0592-F949-1B238DE9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91ACA-62B9-6C02-C611-F7178423C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E0836-8D93-73D1-3F68-53235637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A98AE-92EB-2341-F0E1-29391AF3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988C-8FAA-63C3-E577-E11FF91F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8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CC19B-2113-DDB2-F0CA-956A1DAF0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D7049-D5C6-2574-8246-E3AA62A19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D8DD-EF49-6528-1DAB-805B8851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56047-AA88-E394-47CF-FA2B25D0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55A95-AAD8-CAFF-F395-83C566A0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07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 userDrawn="1"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12192000" cy="59436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28601"/>
            <a:ext cx="10363200" cy="430887"/>
          </a:xfrm>
        </p:spPr>
        <p:txBody>
          <a:bodyPr/>
          <a:lstStyle>
            <a:lvl1pPr algn="r">
              <a:defRPr sz="2800" b="1" baseline="0">
                <a:solidFill>
                  <a:srgbClr val="8A8C8C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Insert Title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2860" y="-716347"/>
            <a:ext cx="1727363" cy="2423291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9581F233-BCDC-1D47-8FFD-154F2846EC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176000" y="6377940"/>
            <a:ext cx="406400" cy="246221"/>
          </a:xfrm>
        </p:spPr>
        <p:txBody>
          <a:bodyPr lIns="0" tIns="0" rIns="0" bIns="0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31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64B4F5-B3EC-E9D8-A1A7-D7DA1DE0E4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03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FD3D5-0D87-68F5-D6E5-DA955E5419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7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640"/>
            <a:ext cx="8331200" cy="635976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CAC8C8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828800" y="1676408"/>
            <a:ext cx="10363200" cy="1661993"/>
          </a:xfrm>
        </p:spPr>
        <p:txBody>
          <a:bodyPr/>
          <a:lstStyle>
            <a:lvl1pPr>
              <a:defRPr baseline="0">
                <a:solidFill>
                  <a:srgbClr val="8A8C8C"/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Title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28800" y="5334000"/>
            <a:ext cx="10363200" cy="381000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16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66201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42EE0-1B84-B132-9CEA-BE6D2642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80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2454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EE4A1-3E5A-3384-D922-A5279BA0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53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FE8E36-6DA2-538D-60AA-28E20C8BD9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55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D43EF-5490-42E6-6E1F-DEF33529BF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12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777316-E3AB-10F5-B1A2-D428D6941E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69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50708" y="911763"/>
            <a:ext cx="349058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8945F7-1706-4613-BF31-568E85A47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55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9601" y="53202"/>
            <a:ext cx="5727665" cy="553997"/>
          </a:xfrm>
        </p:spPr>
        <p:txBody>
          <a:bodyPr lIns="0" tIns="0" rIns="0" bIns="0"/>
          <a:lstStyle>
            <a:lvl1pPr algn="ctr">
              <a:defRPr sz="36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D7E73-92BC-6EDB-771A-A09136443E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73F062-A581-59A7-0A07-2125BBD0B137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84496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335046" y="5882641"/>
            <a:ext cx="993588" cy="990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bk object 29"/>
          <p:cNvSpPr/>
          <p:nvPr/>
        </p:nvSpPr>
        <p:spPr>
          <a:xfrm>
            <a:off x="0" y="1"/>
            <a:ext cx="12192000" cy="660400"/>
          </a:xfrm>
          <a:custGeom>
            <a:avLst/>
            <a:gdLst/>
            <a:ahLst/>
            <a:cxnLst/>
            <a:rect l="l" t="t" r="r" b="b"/>
            <a:pathLst>
              <a:path w="9144000" h="660400">
                <a:moveTo>
                  <a:pt x="0" y="660398"/>
                </a:moveTo>
                <a:lnTo>
                  <a:pt x="9143998" y="660398"/>
                </a:lnTo>
                <a:lnTo>
                  <a:pt x="9143998" y="0"/>
                </a:lnTo>
                <a:lnTo>
                  <a:pt x="0" y="0"/>
                </a:lnTo>
                <a:lnTo>
                  <a:pt x="0" y="66039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bk object 30"/>
          <p:cNvSpPr/>
          <p:nvPr/>
        </p:nvSpPr>
        <p:spPr>
          <a:xfrm>
            <a:off x="0" y="2"/>
            <a:ext cx="12191997" cy="660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9601" y="53202"/>
            <a:ext cx="5727665" cy="553997"/>
          </a:xfrm>
        </p:spPr>
        <p:txBody>
          <a:bodyPr lIns="0" tIns="0" rIns="0" bIns="0"/>
          <a:lstStyle>
            <a:lvl1pPr algn="ctr">
              <a:defRPr sz="36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373120" cy="3693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80345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A3F80-B0DC-5073-EAAC-569125EC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FD91-C27E-B00C-8CDB-60EB6AECB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D7B8-A44E-0B01-9433-C497DEE55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E797E-D5B9-035C-BF2F-5DA9B04DB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DE664-9CDB-B813-BF13-005E69CF6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1" r:id="rId22"/>
    <p:sldLayoutId id="2147483672" r:id="rId23"/>
    <p:sldLayoutId id="214748367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8.emf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1">
            <a:extLst>
              <a:ext uri="{FF2B5EF4-FFF2-40B4-BE49-F238E27FC236}">
                <a16:creationId xmlns:a16="http://schemas.microsoft.com/office/drawing/2014/main" id="{6661786B-1E03-6044-9258-2D384ED78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2036094"/>
            <a:ext cx="11988800" cy="20018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5">
              <a:latin typeface="Lato Light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3304DA-A9E9-694B-A21D-04CFF68CB580}"/>
              </a:ext>
            </a:extLst>
          </p:cNvPr>
          <p:cNvSpPr txBox="1"/>
          <p:nvPr/>
        </p:nvSpPr>
        <p:spPr>
          <a:xfrm>
            <a:off x="5187274" y="3233864"/>
            <a:ext cx="2198038" cy="6669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867" b="1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3- Install, Enhance </a:t>
            </a:r>
          </a:p>
          <a:p>
            <a:pPr algn="ctr"/>
            <a:r>
              <a:rPr lang="en-US" sz="1867" b="1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Elevate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40761-40DB-E84E-A3EF-63A2CA78643E}"/>
              </a:ext>
            </a:extLst>
          </p:cNvPr>
          <p:cNvSpPr txBox="1"/>
          <p:nvPr/>
        </p:nvSpPr>
        <p:spPr>
          <a:xfrm>
            <a:off x="9618461" y="3189547"/>
            <a:ext cx="2167139" cy="6669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867" b="1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5- Measure </a:t>
            </a:r>
          </a:p>
          <a:p>
            <a:pPr algn="ctr"/>
            <a:r>
              <a:rPr lang="en-US" sz="1867" b="1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Equip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0ACC24-D91E-EC40-A611-1223B9CD21DD}"/>
              </a:ext>
            </a:extLst>
          </p:cNvPr>
          <p:cNvSpPr txBox="1"/>
          <p:nvPr/>
        </p:nvSpPr>
        <p:spPr>
          <a:xfrm>
            <a:off x="663463" y="3412173"/>
            <a:ext cx="2319067" cy="379656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867" b="1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1- Revenue Reveal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E94EE5-6BBF-1946-8C3C-5F56412DF390}"/>
              </a:ext>
            </a:extLst>
          </p:cNvPr>
          <p:cNvSpPr txBox="1"/>
          <p:nvPr/>
        </p:nvSpPr>
        <p:spPr>
          <a:xfrm>
            <a:off x="2954124" y="3233864"/>
            <a:ext cx="2240845" cy="6669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867" b="1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2- Insight to Execution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0F1A5-9095-4247-9D9A-6C986097B2E5}"/>
              </a:ext>
            </a:extLst>
          </p:cNvPr>
          <p:cNvSpPr txBox="1"/>
          <p:nvPr/>
        </p:nvSpPr>
        <p:spPr>
          <a:xfrm>
            <a:off x="7371501" y="3225873"/>
            <a:ext cx="2246961" cy="6669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867" b="1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4- Drive, Coach, </a:t>
            </a:r>
          </a:p>
          <a:p>
            <a:pPr algn="ctr"/>
            <a:r>
              <a:rPr lang="en-US" sz="1867" b="1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Sustain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622260-EA7C-57BD-30DC-ADE88AFDDB1A}"/>
              </a:ext>
            </a:extLst>
          </p:cNvPr>
          <p:cNvGrpSpPr/>
          <p:nvPr/>
        </p:nvGrpSpPr>
        <p:grpSpPr>
          <a:xfrm>
            <a:off x="9857132" y="1264299"/>
            <a:ext cx="1712981" cy="1712981"/>
            <a:chOff x="7392849" y="948224"/>
            <a:chExt cx="1284736" cy="1284736"/>
          </a:xfrm>
        </p:grpSpPr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8F81EE76-86C6-3B4C-A8C2-828BA4B81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2849" y="948224"/>
              <a:ext cx="1284736" cy="1284736"/>
            </a:xfrm>
            <a:custGeom>
              <a:avLst/>
              <a:gdLst>
                <a:gd name="T0" fmla="*/ 1376 w 2753"/>
                <a:gd name="T1" fmla="*/ 0 h 2752"/>
                <a:gd name="T2" fmla="*/ 1376 w 2753"/>
                <a:gd name="T3" fmla="*/ 0 h 2752"/>
                <a:gd name="T4" fmla="*/ 2752 w 2753"/>
                <a:gd name="T5" fmla="*/ 1376 h 2752"/>
                <a:gd name="T6" fmla="*/ 2752 w 2753"/>
                <a:gd name="T7" fmla="*/ 1376 h 2752"/>
                <a:gd name="T8" fmla="*/ 1376 w 2753"/>
                <a:gd name="T9" fmla="*/ 2751 h 2752"/>
                <a:gd name="T10" fmla="*/ 1376 w 2753"/>
                <a:gd name="T11" fmla="*/ 2751 h 2752"/>
                <a:gd name="T12" fmla="*/ 0 w 2753"/>
                <a:gd name="T13" fmla="*/ 1376 h 2752"/>
                <a:gd name="T14" fmla="*/ 0 w 2753"/>
                <a:gd name="T15" fmla="*/ 1376 h 2752"/>
                <a:gd name="T16" fmla="*/ 1376 w 2753"/>
                <a:gd name="T17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3" h="2752">
                  <a:moveTo>
                    <a:pt x="1376" y="0"/>
                  </a:moveTo>
                  <a:lnTo>
                    <a:pt x="1376" y="0"/>
                  </a:lnTo>
                  <a:cubicBezTo>
                    <a:pt x="2136" y="0"/>
                    <a:pt x="2752" y="616"/>
                    <a:pt x="2752" y="1376"/>
                  </a:cubicBezTo>
                  <a:lnTo>
                    <a:pt x="2752" y="1376"/>
                  </a:lnTo>
                  <a:cubicBezTo>
                    <a:pt x="2752" y="2135"/>
                    <a:pt x="2136" y="2751"/>
                    <a:pt x="1376" y="2751"/>
                  </a:cubicBezTo>
                  <a:lnTo>
                    <a:pt x="1376" y="2751"/>
                  </a:lnTo>
                  <a:cubicBezTo>
                    <a:pt x="616" y="2751"/>
                    <a:pt x="0" y="2135"/>
                    <a:pt x="0" y="1376"/>
                  </a:cubicBezTo>
                  <a:lnTo>
                    <a:pt x="0" y="1376"/>
                  </a:lnTo>
                  <a:cubicBezTo>
                    <a:pt x="0" y="616"/>
                    <a:pt x="616" y="0"/>
                    <a:pt x="1376" y="0"/>
                  </a:cubicBezTo>
                </a:path>
              </a:pathLst>
            </a:custGeom>
            <a:solidFill>
              <a:schemeClr val="bg1"/>
            </a:solidFill>
            <a:ln w="76200">
              <a:solidFill>
                <a:srgbClr val="B52372"/>
              </a:solidFill>
            </a:ln>
            <a:effectLst/>
          </p:spPr>
          <p:txBody>
            <a:bodyPr wrap="none" anchor="ctr"/>
            <a:lstStyle/>
            <a:p>
              <a:endParaRPr lang="en-US" sz="3265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4A481E3-6DC4-634C-BA0D-82B7E8461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4280" y="1213714"/>
              <a:ext cx="797720" cy="67223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5B186E-31FB-EBD2-15F3-75F5F54B3D9E}"/>
              </a:ext>
            </a:extLst>
          </p:cNvPr>
          <p:cNvGrpSpPr/>
          <p:nvPr/>
        </p:nvGrpSpPr>
        <p:grpSpPr>
          <a:xfrm>
            <a:off x="3186674" y="1264299"/>
            <a:ext cx="1712981" cy="1712981"/>
            <a:chOff x="2375001" y="948224"/>
            <a:chExt cx="1284736" cy="128473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ECB0E47-80BF-9B46-95D3-E7B730656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5001" y="948224"/>
              <a:ext cx="1284736" cy="1284736"/>
            </a:xfrm>
            <a:custGeom>
              <a:avLst/>
              <a:gdLst>
                <a:gd name="T0" fmla="*/ 1376 w 2753"/>
                <a:gd name="T1" fmla="*/ 0 h 2752"/>
                <a:gd name="T2" fmla="*/ 1376 w 2753"/>
                <a:gd name="T3" fmla="*/ 0 h 2752"/>
                <a:gd name="T4" fmla="*/ 2752 w 2753"/>
                <a:gd name="T5" fmla="*/ 1376 h 2752"/>
                <a:gd name="T6" fmla="*/ 2752 w 2753"/>
                <a:gd name="T7" fmla="*/ 1376 h 2752"/>
                <a:gd name="T8" fmla="*/ 1376 w 2753"/>
                <a:gd name="T9" fmla="*/ 2751 h 2752"/>
                <a:gd name="T10" fmla="*/ 1376 w 2753"/>
                <a:gd name="T11" fmla="*/ 2751 h 2752"/>
                <a:gd name="T12" fmla="*/ 0 w 2753"/>
                <a:gd name="T13" fmla="*/ 1376 h 2752"/>
                <a:gd name="T14" fmla="*/ 0 w 2753"/>
                <a:gd name="T15" fmla="*/ 1376 h 2752"/>
                <a:gd name="T16" fmla="*/ 1376 w 2753"/>
                <a:gd name="T17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3" h="2752">
                  <a:moveTo>
                    <a:pt x="1376" y="0"/>
                  </a:moveTo>
                  <a:lnTo>
                    <a:pt x="1376" y="0"/>
                  </a:lnTo>
                  <a:cubicBezTo>
                    <a:pt x="2137" y="0"/>
                    <a:pt x="2752" y="616"/>
                    <a:pt x="2752" y="1376"/>
                  </a:cubicBezTo>
                  <a:lnTo>
                    <a:pt x="2752" y="1376"/>
                  </a:lnTo>
                  <a:cubicBezTo>
                    <a:pt x="2752" y="2135"/>
                    <a:pt x="2137" y="2751"/>
                    <a:pt x="1376" y="2751"/>
                  </a:cubicBezTo>
                  <a:lnTo>
                    <a:pt x="1376" y="2751"/>
                  </a:lnTo>
                  <a:cubicBezTo>
                    <a:pt x="616" y="2751"/>
                    <a:pt x="0" y="2135"/>
                    <a:pt x="0" y="1376"/>
                  </a:cubicBezTo>
                  <a:lnTo>
                    <a:pt x="0" y="1376"/>
                  </a:lnTo>
                  <a:cubicBezTo>
                    <a:pt x="0" y="616"/>
                    <a:pt x="616" y="0"/>
                    <a:pt x="1376" y="0"/>
                  </a:cubicBezTo>
                </a:path>
              </a:pathLst>
            </a:custGeom>
            <a:solidFill>
              <a:schemeClr val="bg1"/>
            </a:solidFill>
            <a:ln w="762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anchor="ctr"/>
            <a:lstStyle/>
            <a:p>
              <a:endParaRPr lang="en-US" sz="3265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02CB5E4-9672-8B48-985C-E1CE527C5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1310" y="1220609"/>
              <a:ext cx="848248" cy="662413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57DF9A-F2B6-6612-7360-F5AEAFF76C27}"/>
              </a:ext>
            </a:extLst>
          </p:cNvPr>
          <p:cNvGrpSpPr/>
          <p:nvPr/>
        </p:nvGrpSpPr>
        <p:grpSpPr>
          <a:xfrm>
            <a:off x="7633647" y="1224699"/>
            <a:ext cx="1712981" cy="1712981"/>
            <a:chOff x="5769691" y="918524"/>
            <a:chExt cx="1284736" cy="128473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4D8D2FC-2F50-514B-A51A-8DD75EB18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9691" y="918524"/>
              <a:ext cx="1284736" cy="1284736"/>
            </a:xfrm>
            <a:custGeom>
              <a:avLst/>
              <a:gdLst>
                <a:gd name="T0" fmla="*/ 1376 w 2753"/>
                <a:gd name="T1" fmla="*/ 0 h 2752"/>
                <a:gd name="T2" fmla="*/ 1376 w 2753"/>
                <a:gd name="T3" fmla="*/ 0 h 2752"/>
                <a:gd name="T4" fmla="*/ 2752 w 2753"/>
                <a:gd name="T5" fmla="*/ 1376 h 2752"/>
                <a:gd name="T6" fmla="*/ 2752 w 2753"/>
                <a:gd name="T7" fmla="*/ 1376 h 2752"/>
                <a:gd name="T8" fmla="*/ 1376 w 2753"/>
                <a:gd name="T9" fmla="*/ 2751 h 2752"/>
                <a:gd name="T10" fmla="*/ 1376 w 2753"/>
                <a:gd name="T11" fmla="*/ 2751 h 2752"/>
                <a:gd name="T12" fmla="*/ 0 w 2753"/>
                <a:gd name="T13" fmla="*/ 1376 h 2752"/>
                <a:gd name="T14" fmla="*/ 0 w 2753"/>
                <a:gd name="T15" fmla="*/ 1376 h 2752"/>
                <a:gd name="T16" fmla="*/ 1376 w 2753"/>
                <a:gd name="T17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3" h="2752">
                  <a:moveTo>
                    <a:pt x="1376" y="0"/>
                  </a:moveTo>
                  <a:lnTo>
                    <a:pt x="1376" y="0"/>
                  </a:lnTo>
                  <a:cubicBezTo>
                    <a:pt x="2136" y="0"/>
                    <a:pt x="2752" y="616"/>
                    <a:pt x="2752" y="1376"/>
                  </a:cubicBezTo>
                  <a:lnTo>
                    <a:pt x="2752" y="1376"/>
                  </a:lnTo>
                  <a:cubicBezTo>
                    <a:pt x="2752" y="2135"/>
                    <a:pt x="2136" y="2751"/>
                    <a:pt x="1376" y="2751"/>
                  </a:cubicBezTo>
                  <a:lnTo>
                    <a:pt x="1376" y="2751"/>
                  </a:lnTo>
                  <a:cubicBezTo>
                    <a:pt x="616" y="2751"/>
                    <a:pt x="0" y="2135"/>
                    <a:pt x="0" y="1376"/>
                  </a:cubicBezTo>
                  <a:lnTo>
                    <a:pt x="0" y="1376"/>
                  </a:lnTo>
                  <a:cubicBezTo>
                    <a:pt x="0" y="616"/>
                    <a:pt x="616" y="0"/>
                    <a:pt x="1376" y="0"/>
                  </a:cubicBezTo>
                </a:path>
              </a:pathLst>
            </a:custGeom>
            <a:solidFill>
              <a:schemeClr val="bg1"/>
            </a:solidFill>
            <a:ln w="762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anchor="ctr"/>
            <a:lstStyle/>
            <a:p>
              <a:endParaRPr lang="en-US" sz="3265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6EB0B2B-97E2-7F4C-9B30-B61CB9213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795595">
              <a:off x="6083311" y="1100635"/>
              <a:ext cx="657497" cy="93790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B39632-F995-F5F3-69D7-1ECC09762DE8}"/>
              </a:ext>
            </a:extLst>
          </p:cNvPr>
          <p:cNvGrpSpPr/>
          <p:nvPr/>
        </p:nvGrpSpPr>
        <p:grpSpPr>
          <a:xfrm>
            <a:off x="5410160" y="1224699"/>
            <a:ext cx="1712981" cy="1712981"/>
            <a:chOff x="4047670" y="918524"/>
            <a:chExt cx="1284736" cy="1284736"/>
          </a:xfrm>
        </p:grpSpPr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23A7FA7-121E-9042-8277-B581CAF1E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670" y="918524"/>
              <a:ext cx="1284736" cy="1284736"/>
            </a:xfrm>
            <a:custGeom>
              <a:avLst/>
              <a:gdLst>
                <a:gd name="T0" fmla="*/ 1376 w 2752"/>
                <a:gd name="T1" fmla="*/ 0 h 2752"/>
                <a:gd name="T2" fmla="*/ 1376 w 2752"/>
                <a:gd name="T3" fmla="*/ 0 h 2752"/>
                <a:gd name="T4" fmla="*/ 2751 w 2752"/>
                <a:gd name="T5" fmla="*/ 1376 h 2752"/>
                <a:gd name="T6" fmla="*/ 2751 w 2752"/>
                <a:gd name="T7" fmla="*/ 1376 h 2752"/>
                <a:gd name="T8" fmla="*/ 1376 w 2752"/>
                <a:gd name="T9" fmla="*/ 2751 h 2752"/>
                <a:gd name="T10" fmla="*/ 1376 w 2752"/>
                <a:gd name="T11" fmla="*/ 2751 h 2752"/>
                <a:gd name="T12" fmla="*/ 0 w 2752"/>
                <a:gd name="T13" fmla="*/ 1376 h 2752"/>
                <a:gd name="T14" fmla="*/ 0 w 2752"/>
                <a:gd name="T15" fmla="*/ 1376 h 2752"/>
                <a:gd name="T16" fmla="*/ 1376 w 2752"/>
                <a:gd name="T17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2" h="2752">
                  <a:moveTo>
                    <a:pt x="1376" y="0"/>
                  </a:moveTo>
                  <a:lnTo>
                    <a:pt x="1376" y="0"/>
                  </a:lnTo>
                  <a:cubicBezTo>
                    <a:pt x="2135" y="0"/>
                    <a:pt x="2751" y="616"/>
                    <a:pt x="2751" y="1376"/>
                  </a:cubicBezTo>
                  <a:lnTo>
                    <a:pt x="2751" y="1376"/>
                  </a:lnTo>
                  <a:cubicBezTo>
                    <a:pt x="2751" y="2135"/>
                    <a:pt x="2135" y="2751"/>
                    <a:pt x="1376" y="2751"/>
                  </a:cubicBezTo>
                  <a:lnTo>
                    <a:pt x="1376" y="2751"/>
                  </a:lnTo>
                  <a:cubicBezTo>
                    <a:pt x="616" y="2751"/>
                    <a:pt x="0" y="2135"/>
                    <a:pt x="0" y="1376"/>
                  </a:cubicBezTo>
                  <a:lnTo>
                    <a:pt x="0" y="1376"/>
                  </a:lnTo>
                  <a:cubicBezTo>
                    <a:pt x="0" y="616"/>
                    <a:pt x="616" y="0"/>
                    <a:pt x="1376" y="0"/>
                  </a:cubicBezTo>
                </a:path>
              </a:pathLst>
            </a:custGeom>
            <a:solidFill>
              <a:schemeClr val="bg1"/>
            </a:solidFill>
            <a:ln w="76200">
              <a:solidFill>
                <a:srgbClr val="B52372"/>
              </a:solidFill>
            </a:ln>
            <a:effectLst/>
          </p:spPr>
          <p:txBody>
            <a:bodyPr wrap="none" anchor="ctr"/>
            <a:lstStyle/>
            <a:p>
              <a:endParaRPr lang="en-US" sz="3265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A6E0855-D429-1C4B-B85E-DA8D8939F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80557" y="1165392"/>
              <a:ext cx="726490" cy="71763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494F4BA-8963-D247-9A43-767DAD47D912}"/>
              </a:ext>
            </a:extLst>
          </p:cNvPr>
          <p:cNvSpPr/>
          <p:nvPr/>
        </p:nvSpPr>
        <p:spPr>
          <a:xfrm>
            <a:off x="725224" y="3987813"/>
            <a:ext cx="11122137" cy="2235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97CD5-0E15-5449-BB44-2EBC721B2894}"/>
              </a:ext>
            </a:extLst>
          </p:cNvPr>
          <p:cNvSpPr txBox="1"/>
          <p:nvPr/>
        </p:nvSpPr>
        <p:spPr>
          <a:xfrm rot="16200000">
            <a:off x="-871612" y="4945228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Deliverables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6AE9D-8B26-DC40-A121-71C5525A7BE8}"/>
              </a:ext>
            </a:extLst>
          </p:cNvPr>
          <p:cNvSpPr txBox="1"/>
          <p:nvPr/>
        </p:nvSpPr>
        <p:spPr>
          <a:xfrm>
            <a:off x="849035" y="4741221"/>
            <a:ext cx="21386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Franklin Gothic Book" panose="020B0503020102020204" pitchFamily="34" charset="0"/>
              </a:rPr>
              <a:t>Insight Intelligence Report</a:t>
            </a:r>
          </a:p>
          <a:p>
            <a:pPr algn="ctr"/>
            <a:endParaRPr lang="en-US" sz="1600">
              <a:latin typeface="Franklin Gothic Book" panose="020B0503020102020204" pitchFamily="34" charset="0"/>
            </a:endParaRPr>
          </a:p>
          <a:p>
            <a:pPr algn="ctr"/>
            <a:r>
              <a:rPr lang="en-US" sz="1600">
                <a:latin typeface="Franklin Gothic Book" panose="020B0503020102020204" pitchFamily="34" charset="0"/>
              </a:rPr>
              <a:t>Ignite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1D17F9-0D7F-8E45-B5CA-42B904023E27}"/>
              </a:ext>
            </a:extLst>
          </p:cNvPr>
          <p:cNvSpPr txBox="1"/>
          <p:nvPr/>
        </p:nvSpPr>
        <p:spPr>
          <a:xfrm>
            <a:off x="5232809" y="4618110"/>
            <a:ext cx="21386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Franklin Gothic Book" panose="020B0503020102020204" pitchFamily="34" charset="0"/>
              </a:rPr>
              <a:t>Implementation of Strategy, Tactics, Programs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68DD71-3188-BA47-AEB7-42E34C61CC0F}"/>
              </a:ext>
            </a:extLst>
          </p:cNvPr>
          <p:cNvSpPr txBox="1"/>
          <p:nvPr/>
        </p:nvSpPr>
        <p:spPr>
          <a:xfrm>
            <a:off x="2954477" y="4741221"/>
            <a:ext cx="2138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Franklin Gothic Book" panose="020B0503020102020204" pitchFamily="34" charset="0"/>
              </a:rPr>
              <a:t>Vision-to-Value Roadmap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DB7FCF-5DE1-044A-8566-B28D6A001A91}"/>
              </a:ext>
            </a:extLst>
          </p:cNvPr>
          <p:cNvSpPr txBox="1"/>
          <p:nvPr/>
        </p:nvSpPr>
        <p:spPr>
          <a:xfrm>
            <a:off x="9618461" y="4741221"/>
            <a:ext cx="2138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Franklin Gothic Book" panose="020B0503020102020204" pitchFamily="34" charset="0"/>
              </a:rPr>
              <a:t>Benchmark Scorecard, KPIs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BD9024-4ABF-9341-B027-34B48CDD958F}"/>
              </a:ext>
            </a:extLst>
          </p:cNvPr>
          <p:cNvSpPr txBox="1"/>
          <p:nvPr/>
        </p:nvSpPr>
        <p:spPr>
          <a:xfrm>
            <a:off x="7371500" y="4741221"/>
            <a:ext cx="21386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Franklin Gothic Book" panose="020B0503020102020204" pitchFamily="34" charset="0"/>
              </a:rPr>
              <a:t>Sustainability Program, Maturation Modeling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1E920-CB3E-F448-863E-42074B6331BE}"/>
              </a:ext>
            </a:extLst>
          </p:cNvPr>
          <p:cNvCxnSpPr>
            <a:cxnSpLocks/>
          </p:cNvCxnSpPr>
          <p:nvPr/>
        </p:nvCxnSpPr>
        <p:spPr>
          <a:xfrm>
            <a:off x="2982529" y="4423422"/>
            <a:ext cx="0" cy="1524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111472-8064-0A44-A784-213154FD1613}"/>
              </a:ext>
            </a:extLst>
          </p:cNvPr>
          <p:cNvCxnSpPr>
            <a:cxnSpLocks/>
          </p:cNvCxnSpPr>
          <p:nvPr/>
        </p:nvCxnSpPr>
        <p:spPr>
          <a:xfrm>
            <a:off x="7407407" y="4419002"/>
            <a:ext cx="0" cy="1524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23B14B-58BD-4F4B-B98B-13FFCD7F39B7}"/>
              </a:ext>
            </a:extLst>
          </p:cNvPr>
          <p:cNvCxnSpPr>
            <a:cxnSpLocks/>
          </p:cNvCxnSpPr>
          <p:nvPr/>
        </p:nvCxnSpPr>
        <p:spPr>
          <a:xfrm>
            <a:off x="5194968" y="4419002"/>
            <a:ext cx="0" cy="1524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DB2DEF-8348-B04A-AB3D-EBAD9E3FF155}"/>
              </a:ext>
            </a:extLst>
          </p:cNvPr>
          <p:cNvCxnSpPr>
            <a:cxnSpLocks/>
          </p:cNvCxnSpPr>
          <p:nvPr/>
        </p:nvCxnSpPr>
        <p:spPr>
          <a:xfrm>
            <a:off x="9619844" y="4419002"/>
            <a:ext cx="0" cy="1524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2">
            <a:extLst>
              <a:ext uri="{FF2B5EF4-FFF2-40B4-BE49-F238E27FC236}">
                <a16:creationId xmlns:a16="http://schemas.microsoft.com/office/drawing/2014/main" id="{95252E18-2FFA-1545-83AF-546F43669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187" y="1302438"/>
            <a:ext cx="1712981" cy="1712981"/>
          </a:xfrm>
          <a:custGeom>
            <a:avLst/>
            <a:gdLst>
              <a:gd name="T0" fmla="*/ 1377 w 2753"/>
              <a:gd name="T1" fmla="*/ 0 h 2752"/>
              <a:gd name="T2" fmla="*/ 1377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7 w 2753"/>
              <a:gd name="T9" fmla="*/ 2751 h 2752"/>
              <a:gd name="T10" fmla="*/ 1377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7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7" y="0"/>
                </a:moveTo>
                <a:lnTo>
                  <a:pt x="1377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7" y="2751"/>
                </a:cubicBezTo>
                <a:lnTo>
                  <a:pt x="1377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7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3265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AF979D-E956-5308-12AC-F9C399424FCA}"/>
              </a:ext>
            </a:extLst>
          </p:cNvPr>
          <p:cNvSpPr txBox="1"/>
          <p:nvPr/>
        </p:nvSpPr>
        <p:spPr>
          <a:xfrm>
            <a:off x="4274606" y="316107"/>
            <a:ext cx="39575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>
                <a:solidFill>
                  <a:schemeClr val="tx2"/>
                </a:solidFill>
                <a:latin typeface="Franklin Gothic Book" panose="020B0503020102020204" pitchFamily="34" charset="0"/>
                <a:cs typeface="Poppins" pitchFamily="2" charset="77"/>
              </a:rPr>
              <a:t>Rapid Revenue Return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91D5C7F-1793-BD1C-4D1D-73EF9E8047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943948">
            <a:off x="1397112" y="1505697"/>
            <a:ext cx="813872" cy="1318471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0E288B9-23F2-5A39-94A1-7DF9AC49DDC1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5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42328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11109</Words>
  <Application>Microsoft Macintosh PowerPoint</Application>
  <PresentationFormat>Widescreen</PresentationFormat>
  <Paragraphs>1527</Paragraphs>
  <Slides>84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105" baseType="lpstr">
      <vt:lpstr>Arial</vt:lpstr>
      <vt:lpstr>Avenir Medium</vt:lpstr>
      <vt:lpstr>Bradley Hand</vt:lpstr>
      <vt:lpstr>Calibri</vt:lpstr>
      <vt:lpstr>Calibri Light</vt:lpstr>
      <vt:lpstr>Cavolini</vt:lpstr>
      <vt:lpstr>Century Gothic</vt:lpstr>
      <vt:lpstr>DM Sans 14pt</vt:lpstr>
      <vt:lpstr>DM Sans 14pt Medium</vt:lpstr>
      <vt:lpstr>Franklin Gothic Book</vt:lpstr>
      <vt:lpstr>Franklin Gothic Book Italic</vt:lpstr>
      <vt:lpstr>Franklin Gothic Medium</vt:lpstr>
      <vt:lpstr>Lato Light</vt:lpstr>
      <vt:lpstr>Poppins</vt:lpstr>
      <vt:lpstr>Slack-Lato</vt:lpstr>
      <vt:lpstr>Tahoma</vt:lpstr>
      <vt:lpstr>Times New Roman</vt:lpstr>
      <vt:lpstr>Trebuchet MS</vt:lpstr>
      <vt:lpstr>Verdana</vt:lpstr>
      <vt:lpstr>Vijaya</vt:lpstr>
      <vt:lpstr>Office Theme</vt:lpstr>
      <vt:lpstr>PowerPoint Presentation</vt:lpstr>
      <vt:lpstr>We take the noise, disruption, frustration and complexity of the new economy and bring you a clear, concise and simple path for you to get results.</vt:lpstr>
      <vt:lpstr>We Create Impact</vt:lpstr>
      <vt:lpstr>PowerPoint Presentation</vt:lpstr>
      <vt:lpstr>PowerPoint Presentation</vt:lpstr>
      <vt:lpstr>PowerPoint Presentation</vt:lpstr>
      <vt:lpstr>PowerPoint Presentation</vt:lpstr>
      <vt:lpstr>What The Best Do Differently</vt:lpstr>
      <vt:lpstr>PowerPoint Presentation</vt:lpstr>
      <vt:lpstr>Execs Are Unsatisfied With Interactions</vt:lpstr>
      <vt:lpstr>Outside In Thinking | Customer Centric Thinking </vt:lpstr>
      <vt:lpstr>Outside In Thinking | Customer Centric Thinking </vt:lpstr>
      <vt:lpstr>PowerPoint Presentation</vt:lpstr>
      <vt:lpstr>How Sales and Marketing Create Demand</vt:lpstr>
      <vt:lpstr>How Sales and Marketing Create Demand</vt:lpstr>
      <vt:lpstr>PowerPoint Presentation</vt:lpstr>
      <vt:lpstr>PowerPoint Presentation</vt:lpstr>
      <vt:lpstr>Brand Framework</vt:lpstr>
      <vt:lpstr>PowerPoint Presentation</vt:lpstr>
      <vt:lpstr>Awareness to Consideration to Conversion </vt:lpstr>
      <vt:lpstr>TARGETING THE MOST VALUABLE CUSTOMER | Customer Journey</vt:lpstr>
      <vt:lpstr>1 – Revenue Reveal | The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Vision–to–Value Roadmap</vt:lpstr>
      <vt:lpstr>FEI Membership Growth Formula</vt:lpstr>
      <vt:lpstr>The Building Blocks to Achieve FEI’s Vision</vt:lpstr>
      <vt:lpstr>PowerPoint Presentation</vt:lpstr>
      <vt:lpstr>Install the thinking</vt:lpstr>
      <vt:lpstr>PowerPoint Presentation</vt:lpstr>
      <vt:lpstr>ADDIE Model</vt:lpstr>
      <vt:lpstr>Illustrative Timeline</vt:lpstr>
      <vt:lpstr>Investment for Performance</vt:lpstr>
      <vt:lpstr>Where you win</vt:lpstr>
      <vt:lpstr>Results </vt:lpstr>
      <vt:lpstr>What it is like to work with us</vt:lpstr>
      <vt:lpstr>&amp;Who we are</vt:lpstr>
      <vt:lpstr>Experience is at the core</vt:lpstr>
      <vt:lpstr>Experience is at the core</vt:lpstr>
      <vt:lpstr>Experience is at the core</vt:lpstr>
      <vt:lpstr>Experience is at the core</vt:lpstr>
      <vt:lpstr>&amp;In good company</vt:lpstr>
      <vt:lpstr>PowerPoint Presentation</vt:lpstr>
      <vt:lpstr>PowerPoint Presentation</vt:lpstr>
      <vt:lpstr>Articles &amp; Speaking Engagements</vt:lpstr>
      <vt:lpstr>Articles &amp; Speaking Engagements</vt:lpstr>
      <vt:lpstr>PowerPoint Presentation</vt:lpstr>
      <vt:lpstr>PowerPoint Presentation</vt:lpstr>
      <vt:lpstr>Thank you</vt:lpstr>
      <vt:lpstr>Appendices:</vt:lpstr>
      <vt:lpstr>Foundational Discovery and Install Within Marketing</vt:lpstr>
      <vt:lpstr>Foundational Discovery and Install Within Sales</vt:lpstr>
      <vt:lpstr>PowerPoint Presentation</vt:lpstr>
      <vt:lpstr>PowerPoint Presentation</vt:lpstr>
      <vt:lpstr>PowerPoint Presentation</vt:lpstr>
      <vt:lpstr>The Cinderella player that you are looking for may not be out there,       …without breaking the bank.</vt:lpstr>
      <vt:lpstr>Reinvent</vt:lpstr>
      <vt:lpstr>PowerPoint Presentation</vt:lpstr>
      <vt:lpstr>Elevating the revenue approach</vt:lpstr>
      <vt:lpstr>Yet, we expect the performance meant for today</vt:lpstr>
      <vt:lpstr>A website is just the beginning. Even a new race car needs gas.</vt:lpstr>
      <vt:lpstr>The weather has changed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Execs are Unsatisfied with Interactions</vt:lpstr>
      <vt:lpstr>Emerging vs. Established Demand</vt:lpstr>
      <vt:lpstr>What it is like to work with us</vt:lpstr>
      <vt:lpstr>Results</vt:lpstr>
      <vt:lpstr>You can’t give away what you don’t have</vt:lpstr>
      <vt:lpstr>PowerPoint Presentation</vt:lpstr>
      <vt:lpstr>Amadeus Value Proposition (COSA) </vt:lpstr>
      <vt:lpstr>Think Different</vt:lpstr>
      <vt:lpstr>Customer Value Chain</vt:lpstr>
      <vt:lpstr>Customer Value Chain</vt:lpstr>
      <vt:lpstr>Investment for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1</cp:revision>
  <dcterms:created xsi:type="dcterms:W3CDTF">2023-07-29T16:22:48Z</dcterms:created>
  <dcterms:modified xsi:type="dcterms:W3CDTF">2025-08-24T16:39:42Z</dcterms:modified>
</cp:coreProperties>
</file>