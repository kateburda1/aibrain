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170" r:id="rId23"/>
    <p:sldId id="4171" r:id="rId11"/>
    <p:sldId id="4172" r:id="rId12"/>
    <p:sldId id="4173" r:id="rId13"/>
    <p:sldId id="41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52FC-D1E2-444E-94AD-20225883F498}" v="3" dt="2025-08-24T16:39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6"/>
  </p:normalViewPr>
  <p:slideViewPr>
    <p:cSldViewPr snapToGrid="0">
      <p:cViewPr varScale="1">
        <p:scale>
          <a:sx n="195" d="100"/>
          <a:sy n="19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23" Type="http://schemas.openxmlformats.org/officeDocument/2006/relationships/slide" Target="slides/slide1.xml"/><Relationship Id="rId86" Type="http://schemas.openxmlformats.org/officeDocument/2006/relationships/notesMaster" Target="notesMasters/notesMaster1.xml"/><Relationship Id="rId87" Type="http://schemas.openxmlformats.org/officeDocument/2006/relationships/handoutMaster" Target="handoutMasters/handout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0958D787-98EF-5E19-B5FD-55C8C1E4F96E}"/>
    <pc:docChg chg="addSld modSld">
      <pc:chgData name="Kate Burda" userId="44c1ea53-84f5-4c7e-8f48-bfeb434f1f02" providerId="ADAL" clId="{0958D787-98EF-5E19-B5FD-55C8C1E4F96E}" dt="2025-08-24T16:39:32.366" v="2"/>
      <pc:docMkLst>
        <pc:docMk/>
      </pc:docMkLst>
      <pc:sldChg chg="add">
        <pc:chgData name="Kate Burda" userId="44c1ea53-84f5-4c7e-8f48-bfeb434f1f02" providerId="ADAL" clId="{0958D787-98EF-5E19-B5FD-55C8C1E4F96E}" dt="2025-08-24T16:38:25.606" v="0"/>
        <pc:sldMkLst>
          <pc:docMk/>
          <pc:sldMk cId="1067499377" sldId="4649"/>
        </pc:sldMkLst>
      </pc:sldChg>
      <pc:sldChg chg="add">
        <pc:chgData name="Kate Burda" userId="44c1ea53-84f5-4c7e-8f48-bfeb434f1f02" providerId="ADAL" clId="{0958D787-98EF-5E19-B5FD-55C8C1E4F96E}" dt="2025-08-24T16:38:37.375" v="1"/>
        <pc:sldMkLst>
          <pc:docMk/>
          <pc:sldMk cId="2361467117" sldId="4650"/>
        </pc:sldMkLst>
      </pc:sldChg>
      <pc:sldChg chg="add">
        <pc:chgData name="Kate Burda" userId="44c1ea53-84f5-4c7e-8f48-bfeb434f1f02" providerId="ADAL" clId="{0958D787-98EF-5E19-B5FD-55C8C1E4F96E}" dt="2025-08-24T16:39:32.366" v="2"/>
        <pc:sldMkLst>
          <pc:docMk/>
          <pc:sldMk cId="3799929714" sldId="4652"/>
        </pc:sldMkLst>
      </pc:sldChg>
    </pc:docChg>
  </pc:docChgLst>
  <pc:docChgLst>
    <pc:chgData name="Kate Burda" userId="44c1ea53-84f5-4c7e-8f48-bfeb434f1f02" providerId="ADAL" clId="{03972463-BA03-2C47-9081-E9B7B383BDBB}"/>
    <pc:docChg chg="modSld">
      <pc:chgData name="Kate Burda" userId="44c1ea53-84f5-4c7e-8f48-bfeb434f1f02" providerId="ADAL" clId="{03972463-BA03-2C47-9081-E9B7B383BDBB}" dt="2024-06-11T16:09:53.291" v="1" actId="1076"/>
      <pc:docMkLst>
        <pc:docMk/>
      </pc:docMkLst>
      <pc:sldChg chg="modSp mod">
        <pc:chgData name="Kate Burda" userId="44c1ea53-84f5-4c7e-8f48-bfeb434f1f02" providerId="ADAL" clId="{03972463-BA03-2C47-9081-E9B7B383BDBB}" dt="2024-06-11T16:09:53.291" v="1" actId="1076"/>
        <pc:sldMkLst>
          <pc:docMk/>
          <pc:sldMk cId="1618416655" sldId="4178"/>
        </pc:sldMkLst>
      </pc:sldChg>
    </pc:docChg>
  </pc:docChgLst>
  <pc:docChgLst>
    <pc:chgData name="Kate Burda" userId="44c1ea53-84f5-4c7e-8f48-bfeb434f1f02" providerId="ADAL" clId="{7B8F245A-2CFA-9C45-91F7-025D96A430FA}"/>
    <pc:docChg chg="undo custSel addSld delSld modSld">
      <pc:chgData name="Kate Burda" userId="44c1ea53-84f5-4c7e-8f48-bfeb434f1f02" providerId="ADAL" clId="{7B8F245A-2CFA-9C45-91F7-025D96A430FA}" dt="2024-05-21T21:21:50.131" v="30"/>
      <pc:docMkLst>
        <pc:docMk/>
      </pc:docMkLst>
      <pc:sldChg chg="del">
        <pc:chgData name="Kate Burda" userId="44c1ea53-84f5-4c7e-8f48-bfeb434f1f02" providerId="ADAL" clId="{7B8F245A-2CFA-9C45-91F7-025D96A430FA}" dt="2024-05-21T19:38:21.962" v="28" actId="2696"/>
        <pc:sldMkLst>
          <pc:docMk/>
          <pc:sldMk cId="2355843516" sldId="256"/>
        </pc:sldMkLst>
      </pc:sldChg>
      <pc:sldChg chg="modSp mod">
        <pc:chgData name="Kate Burda" userId="44c1ea53-84f5-4c7e-8f48-bfeb434f1f02" providerId="ADAL" clId="{7B8F245A-2CFA-9C45-91F7-025D96A430FA}" dt="2024-05-21T19:39:24.827" v="29" actId="1076"/>
        <pc:sldMkLst>
          <pc:docMk/>
          <pc:sldMk cId="2852193332" sldId="389"/>
        </pc:sldMkLst>
      </pc:sldChg>
      <pc:sldChg chg="addSp delSp mod">
        <pc:chgData name="Kate Burda" userId="44c1ea53-84f5-4c7e-8f48-bfeb434f1f02" providerId="ADAL" clId="{7B8F245A-2CFA-9C45-91F7-025D96A430FA}" dt="2024-05-10T14:28:25.111" v="8" actId="478"/>
        <pc:sldMkLst>
          <pc:docMk/>
          <pc:sldMk cId="1227795063" sldId="475"/>
        </pc:sldMkLst>
      </pc:sldChg>
      <pc:sldChg chg="del">
        <pc:chgData name="Kate Burda" userId="44c1ea53-84f5-4c7e-8f48-bfeb434f1f02" providerId="ADAL" clId="{7B8F245A-2CFA-9C45-91F7-025D96A430FA}" dt="2024-05-10T14:26:47.153" v="6" actId="2696"/>
        <pc:sldMkLst>
          <pc:docMk/>
          <pc:sldMk cId="849105803" sldId="483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221605093" sldId="1689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3505011003" sldId="1699"/>
        </pc:sldMkLst>
      </pc:sldChg>
      <pc:sldChg chg="addSp mod">
        <pc:chgData name="Kate Burda" userId="44c1ea53-84f5-4c7e-8f48-bfeb434f1f02" providerId="ADAL" clId="{7B8F245A-2CFA-9C45-91F7-025D96A430FA}" dt="2024-05-10T13:57:19.772" v="0" actId="22"/>
        <pc:sldMkLst>
          <pc:docMk/>
          <pc:sldMk cId="1407055369" sldId="2184"/>
        </pc:sldMkLst>
      </pc:sldChg>
      <pc:sldChg chg="modSp mod">
        <pc:chgData name="Kate Burda" userId="44c1ea53-84f5-4c7e-8f48-bfeb434f1f02" providerId="ADAL" clId="{7B8F245A-2CFA-9C45-91F7-025D96A430FA}" dt="2024-05-10T14:01:28.015" v="4" actId="1076"/>
        <pc:sldMkLst>
          <pc:docMk/>
          <pc:sldMk cId="1073116862" sldId="4144"/>
        </pc:sldMkLst>
      </pc:sldChg>
      <pc:sldChg chg="del">
        <pc:chgData name="Kate Burda" userId="44c1ea53-84f5-4c7e-8f48-bfeb434f1f02" providerId="ADAL" clId="{7B8F245A-2CFA-9C45-91F7-025D96A430FA}" dt="2024-05-10T13:57:46.334" v="2" actId="2696"/>
        <pc:sldMkLst>
          <pc:docMk/>
          <pc:sldMk cId="2075257336" sldId="4151"/>
        </pc:sldMkLst>
      </pc:sldChg>
      <pc:sldChg chg="modSp mod">
        <pc:chgData name="Kate Burda" userId="44c1ea53-84f5-4c7e-8f48-bfeb434f1f02" providerId="ADAL" clId="{7B8F245A-2CFA-9C45-91F7-025D96A430FA}" dt="2024-05-21T19:22:45.154" v="27" actId="20577"/>
        <pc:sldMkLst>
          <pc:docMk/>
          <pc:sldMk cId="2900319377" sldId="4158"/>
        </pc:sldMkLst>
      </pc:sldChg>
      <pc:sldChg chg="add">
        <pc:chgData name="Kate Burda" userId="44c1ea53-84f5-4c7e-8f48-bfeb434f1f02" providerId="ADAL" clId="{7B8F245A-2CFA-9C45-91F7-025D96A430FA}" dt="2024-05-10T13:57:35.259" v="1"/>
        <pc:sldMkLst>
          <pc:docMk/>
          <pc:sldMk cId="3041186309" sldId="4197"/>
        </pc:sldMkLst>
      </pc:sldChg>
      <pc:sldChg chg="add">
        <pc:chgData name="Kate Burda" userId="44c1ea53-84f5-4c7e-8f48-bfeb434f1f02" providerId="ADAL" clId="{7B8F245A-2CFA-9C45-91F7-025D96A430FA}" dt="2024-05-10T14:26:44.107" v="5"/>
        <pc:sldMkLst>
          <pc:docMk/>
          <pc:sldMk cId="2169955483" sldId="4198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71735093" sldId="4212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37535136" sldId="4215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4257973665" sldId="4626"/>
        </pc:sldMkLst>
      </pc:sldChg>
      <pc:sldChg chg="add">
        <pc:chgData name="Kate Burda" userId="44c1ea53-84f5-4c7e-8f48-bfeb434f1f02" providerId="ADAL" clId="{7B8F245A-2CFA-9C45-91F7-025D96A430FA}" dt="2024-05-21T19:21:17.277" v="10"/>
        <pc:sldMkLst>
          <pc:docMk/>
          <pc:sldMk cId="2786289873" sldId="4627"/>
        </pc:sldMkLst>
      </pc:sldChg>
    </pc:docChg>
  </pc:docChgLst>
  <pc:docChgLst>
    <pc:chgData name="Kate Burda" userId="44c1ea53-84f5-4c7e-8f48-bfeb434f1f02" providerId="ADAL" clId="{BE436AA0-69F0-1246-AD28-9CD99DA1D6A3}"/>
    <pc:docChg chg="addSld modSld">
      <pc:chgData name="Kate Burda" userId="44c1ea53-84f5-4c7e-8f48-bfeb434f1f02" providerId="ADAL" clId="{BE436AA0-69F0-1246-AD28-9CD99DA1D6A3}" dt="2025-04-13T13:42:48.932" v="23" actId="20577"/>
      <pc:docMkLst>
        <pc:docMk/>
      </pc:docMkLst>
      <pc:sldChg chg="modSp add">
        <pc:chgData name="Kate Burda" userId="44c1ea53-84f5-4c7e-8f48-bfeb434f1f02" providerId="ADAL" clId="{BE436AA0-69F0-1246-AD28-9CD99DA1D6A3}" dt="2025-04-13T13:42:48.932" v="23" actId="20577"/>
        <pc:sldMkLst>
          <pc:docMk/>
          <pc:sldMk cId="3035815204" sldId="4632"/>
        </pc:sldMkLst>
      </pc:sldChg>
    </pc:docChg>
  </pc:docChgLst>
  <pc:docChgLst>
    <pc:chgData name="Kate Burda" userId="44c1ea53-84f5-4c7e-8f48-bfeb434f1f02" providerId="ADAL" clId="{B1B6110C-3784-1643-B1A5-CE502DC142C0}"/>
    <pc:docChg chg="custSel addSld modSld">
      <pc:chgData name="Kate Burda" userId="44c1ea53-84f5-4c7e-8f48-bfeb434f1f02" providerId="ADAL" clId="{B1B6110C-3784-1643-B1A5-CE502DC142C0}" dt="2023-09-24T23:14:15.182" v="72" actId="27636"/>
      <pc:docMkLst>
        <pc:docMk/>
      </pc:docMkLst>
      <pc:sldChg chg="add">
        <pc:chgData name="Kate Burda" userId="44c1ea53-84f5-4c7e-8f48-bfeb434f1f02" providerId="ADAL" clId="{B1B6110C-3784-1643-B1A5-CE502DC142C0}" dt="2023-09-17T15:44:56.681" v="69"/>
        <pc:sldMkLst>
          <pc:docMk/>
          <pc:sldMk cId="2355843516" sldId="256"/>
        </pc:sldMkLst>
      </pc:sldChg>
      <pc:sldChg chg="delSp modSp mod">
        <pc:chgData name="Kate Burda" userId="44c1ea53-84f5-4c7e-8f48-bfeb434f1f02" providerId="ADAL" clId="{B1B6110C-3784-1643-B1A5-CE502DC142C0}" dt="2023-09-04T19:03:35.310" v="60" actId="208"/>
        <pc:sldMkLst>
          <pc:docMk/>
          <pc:sldMk cId="2852193332" sldId="389"/>
        </pc:sldMkLst>
      </pc:sldChg>
      <pc:sldChg chg="modSp mod">
        <pc:chgData name="Kate Burda" userId="44c1ea53-84f5-4c7e-8f48-bfeb434f1f02" providerId="ADAL" clId="{B1B6110C-3784-1643-B1A5-CE502DC142C0}" dt="2023-09-03T21:58:11.200" v="37" actId="2711"/>
        <pc:sldMkLst>
          <pc:docMk/>
          <pc:sldMk cId="4203825270" sldId="3317"/>
        </pc:sldMkLst>
      </pc:sldChg>
      <pc:sldChg chg="modSp mod">
        <pc:chgData name="Kate Burda" userId="44c1ea53-84f5-4c7e-8f48-bfeb434f1f02" providerId="ADAL" clId="{B1B6110C-3784-1643-B1A5-CE502DC142C0}" dt="2023-09-04T18:59:58.192" v="44" actId="2711"/>
        <pc:sldMkLst>
          <pc:docMk/>
          <pc:sldMk cId="1423287674" sldId="4068"/>
        </pc:sldMkLst>
      </pc:sldChg>
      <pc:sldChg chg="modSp mod">
        <pc:chgData name="Kate Burda" userId="44c1ea53-84f5-4c7e-8f48-bfeb434f1f02" providerId="ADAL" clId="{B1B6110C-3784-1643-B1A5-CE502DC142C0}" dt="2023-09-04T19:02:48.847" v="57" actId="2711"/>
        <pc:sldMkLst>
          <pc:docMk/>
          <pc:sldMk cId="1159041811" sldId="4069"/>
        </pc:sldMkLst>
      </pc:sldChg>
      <pc:sldChg chg="modSp mod">
        <pc:chgData name="Kate Burda" userId="44c1ea53-84f5-4c7e-8f48-bfeb434f1f02" providerId="ADAL" clId="{B1B6110C-3784-1643-B1A5-CE502DC142C0}" dt="2023-09-04T19:01:00.781" v="50" actId="13926"/>
        <pc:sldMkLst>
          <pc:docMk/>
          <pc:sldMk cId="165470004" sldId="4135"/>
        </pc:sldMkLst>
      </pc:sldChg>
      <pc:sldChg chg="modSp mod">
        <pc:chgData name="Kate Burda" userId="44c1ea53-84f5-4c7e-8f48-bfeb434f1f02" providerId="ADAL" clId="{B1B6110C-3784-1643-B1A5-CE502DC142C0}" dt="2023-09-04T19:04:00.265" v="61" actId="2711"/>
        <pc:sldMkLst>
          <pc:docMk/>
          <pc:sldMk cId="3596794159" sldId="4136"/>
        </pc:sldMkLst>
      </pc:sldChg>
      <pc:sldChg chg="modSp mod">
        <pc:chgData name="Kate Burda" userId="44c1ea53-84f5-4c7e-8f48-bfeb434f1f02" providerId="ADAL" clId="{B1B6110C-3784-1643-B1A5-CE502DC142C0}" dt="2023-09-03T21:58:40.274" v="38" actId="2711"/>
        <pc:sldMkLst>
          <pc:docMk/>
          <pc:sldMk cId="2530237771" sldId="4148"/>
        </pc:sldMkLst>
      </pc:sldChg>
      <pc:sldChg chg="modSp mod">
        <pc:chgData name="Kate Burda" userId="44c1ea53-84f5-4c7e-8f48-bfeb434f1f02" providerId="ADAL" clId="{B1B6110C-3784-1643-B1A5-CE502DC142C0}" dt="2023-09-04T19:00:53.446" v="49" actId="13926"/>
        <pc:sldMkLst>
          <pc:docMk/>
          <pc:sldMk cId="2900319377" sldId="4158"/>
        </pc:sldMkLst>
      </pc:sldChg>
      <pc:sldChg chg="delSp modSp mod">
        <pc:chgData name="Kate Burda" userId="44c1ea53-84f5-4c7e-8f48-bfeb434f1f02" providerId="ADAL" clId="{B1B6110C-3784-1643-B1A5-CE502DC142C0}" dt="2023-09-03T21:56:31.603" v="31" actId="478"/>
        <pc:sldMkLst>
          <pc:docMk/>
          <pc:sldMk cId="2315330111" sldId="4161"/>
        </pc:sldMkLst>
      </pc:sldChg>
      <pc:sldChg chg="modSp mod">
        <pc:chgData name="Kate Burda" userId="44c1ea53-84f5-4c7e-8f48-bfeb434f1f02" providerId="ADAL" clId="{B1B6110C-3784-1643-B1A5-CE502DC142C0}" dt="2023-09-04T19:05:30.650" v="66" actId="2711"/>
        <pc:sldMkLst>
          <pc:docMk/>
          <pc:sldMk cId="3531580380" sldId="4164"/>
        </pc:sldMkLst>
      </pc:sldChg>
      <pc:sldChg chg="modSp mod">
        <pc:chgData name="Kate Burda" userId="44c1ea53-84f5-4c7e-8f48-bfeb434f1f02" providerId="ADAL" clId="{B1B6110C-3784-1643-B1A5-CE502DC142C0}" dt="2023-09-03T21:40:02.753" v="5" actId="2711"/>
        <pc:sldMkLst>
          <pc:docMk/>
          <pc:sldMk cId="1516901474" sldId="4169"/>
        </pc:sldMkLst>
      </pc:sldChg>
      <pc:sldChg chg="modSp mod">
        <pc:chgData name="Kate Burda" userId="44c1ea53-84f5-4c7e-8f48-bfeb434f1f02" providerId="ADAL" clId="{B1B6110C-3784-1643-B1A5-CE502DC142C0}" dt="2023-09-04T19:04:20.496" v="62" actId="2711"/>
        <pc:sldMkLst>
          <pc:docMk/>
          <pc:sldMk cId="2041618948" sldId="4170"/>
        </pc:sldMkLst>
      </pc:sldChg>
      <pc:sldChg chg="delSp modSp mod">
        <pc:chgData name="Kate Burda" userId="44c1ea53-84f5-4c7e-8f48-bfeb434f1f02" providerId="ADAL" clId="{B1B6110C-3784-1643-B1A5-CE502DC142C0}" dt="2023-09-03T21:57:15.454" v="33" actId="2711"/>
        <pc:sldMkLst>
          <pc:docMk/>
          <pc:sldMk cId="1758519867" sldId="4171"/>
        </pc:sldMkLst>
      </pc:sldChg>
      <pc:sldChg chg="modSp mod">
        <pc:chgData name="Kate Burda" userId="44c1ea53-84f5-4c7e-8f48-bfeb434f1f02" providerId="ADAL" clId="{B1B6110C-3784-1643-B1A5-CE502DC142C0}" dt="2023-09-03T21:56:06.707" v="28" actId="122"/>
        <pc:sldMkLst>
          <pc:docMk/>
          <pc:sldMk cId="2178493451" sldId="4172"/>
        </pc:sldMkLst>
      </pc:sldChg>
      <pc:sldChg chg="delSp modSp mod">
        <pc:chgData name="Kate Burda" userId="44c1ea53-84f5-4c7e-8f48-bfeb434f1f02" providerId="ADAL" clId="{B1B6110C-3784-1643-B1A5-CE502DC142C0}" dt="2023-09-03T21:57:30.516" v="34" actId="2711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B1B6110C-3784-1643-B1A5-CE502DC142C0}" dt="2023-09-03T21:41:03.805" v="12" actId="2711"/>
        <pc:sldMkLst>
          <pc:docMk/>
          <pc:sldMk cId="1131175987" sldId="4174"/>
        </pc:sldMkLst>
      </pc:sldChg>
      <pc:sldChg chg="delSp modSp mod">
        <pc:chgData name="Kate Burda" userId="44c1ea53-84f5-4c7e-8f48-bfeb434f1f02" providerId="ADAL" clId="{B1B6110C-3784-1643-B1A5-CE502DC142C0}" dt="2023-09-04T19:02:08.307" v="56" actId="255"/>
        <pc:sldMkLst>
          <pc:docMk/>
          <pc:sldMk cId="3367831977" sldId="4183"/>
        </pc:sldMkLst>
      </pc:sldChg>
      <pc:sldChg chg="delSp modSp mod">
        <pc:chgData name="Kate Burda" userId="44c1ea53-84f5-4c7e-8f48-bfeb434f1f02" providerId="ADAL" clId="{B1B6110C-3784-1643-B1A5-CE502DC142C0}" dt="2023-09-03T21:57:38.956" v="35" actId="2711"/>
        <pc:sldMkLst>
          <pc:docMk/>
          <pc:sldMk cId="1645932139" sldId="4187"/>
        </pc:sldMkLst>
      </pc:sldChg>
      <pc:sldChg chg="modSp add mod modClrScheme chgLayout">
        <pc:chgData name="Kate Burda" userId="44c1ea53-84f5-4c7e-8f48-bfeb434f1f02" providerId="ADAL" clId="{B1B6110C-3784-1643-B1A5-CE502DC142C0}" dt="2023-09-17T15:44:27.850" v="68" actId="700"/>
        <pc:sldMkLst>
          <pc:docMk/>
          <pc:sldMk cId="1505481118" sldId="4190"/>
        </pc:sldMkLst>
      </pc:sldChg>
      <pc:sldChg chg="add">
        <pc:chgData name="Kate Burda" userId="44c1ea53-84f5-4c7e-8f48-bfeb434f1f02" providerId="ADAL" clId="{B1B6110C-3784-1643-B1A5-CE502DC142C0}" dt="2023-09-24T23:13:53.851" v="70"/>
        <pc:sldMkLst>
          <pc:docMk/>
          <pc:sldMk cId="730722277" sldId="4191"/>
        </pc:sldMkLst>
      </pc:sldChg>
      <pc:sldChg chg="modSp add mod">
        <pc:chgData name="Kate Burda" userId="44c1ea53-84f5-4c7e-8f48-bfeb434f1f02" providerId="ADAL" clId="{B1B6110C-3784-1643-B1A5-CE502DC142C0}" dt="2023-09-24T23:14:15.182" v="72" actId="27636"/>
        <pc:sldMkLst>
          <pc:docMk/>
          <pc:sldMk cId="2926873268" sldId="4192"/>
        </pc:sldMkLst>
      </pc:sldChg>
      <pc:sldChg chg="add modTransition">
        <pc:chgData name="Kate Burda" userId="44c1ea53-84f5-4c7e-8f48-bfeb434f1f02" providerId="ADAL" clId="{B1B6110C-3784-1643-B1A5-CE502DC142C0}" dt="2023-09-24T23:14:15.077" v="71"/>
        <pc:sldMkLst>
          <pc:docMk/>
          <pc:sldMk cId="4052318816" sldId="4193"/>
        </pc:sldMkLst>
      </pc:sldChg>
    </pc:docChg>
  </pc:docChgLst>
  <pc:docChgLst>
    <pc:chgData name="Kate Burda" userId="44c1ea53-84f5-4c7e-8f48-bfeb434f1f02" providerId="ADAL" clId="{A33DC087-DE47-AD4C-9AD7-44E223934C41}"/>
    <pc:docChg chg="modSld">
      <pc:chgData name="Kate Burda" userId="44c1ea53-84f5-4c7e-8f48-bfeb434f1f02" providerId="ADAL" clId="{A33DC087-DE47-AD4C-9AD7-44E223934C41}" dt="2023-10-10T14:51:01.768" v="7" actId="20577"/>
      <pc:docMkLst>
        <pc:docMk/>
      </pc:docMkLst>
      <pc:sldChg chg="modSp mod">
        <pc:chgData name="Kate Burda" userId="44c1ea53-84f5-4c7e-8f48-bfeb434f1f02" providerId="ADAL" clId="{A33DC087-DE47-AD4C-9AD7-44E223934C41}" dt="2023-10-10T14:51:01.768" v="7" actId="20577"/>
        <pc:sldMkLst>
          <pc:docMk/>
          <pc:sldMk cId="1423287674" sldId="4068"/>
        </pc:sldMkLst>
      </pc:sldChg>
    </pc:docChg>
  </pc:docChgLst>
  <pc:docChgLst>
    <pc:chgData name="Kate Burda" userId="44c1ea53-84f5-4c7e-8f48-bfeb434f1f02" providerId="ADAL" clId="{5F90837C-4F91-D942-9D00-0D4BF3E78EBC}"/>
    <pc:docChg chg="undo custSel addSld delSld modSld">
      <pc:chgData name="Kate Burda" userId="44c1ea53-84f5-4c7e-8f48-bfeb434f1f02" providerId="ADAL" clId="{5F90837C-4F91-D942-9D00-0D4BF3E78EBC}" dt="2024-02-21T14:09:05.873" v="793"/>
      <pc:docMkLst>
        <pc:docMk/>
      </pc:docMkLst>
      <pc:sldChg chg="addSp delSp modSp mod">
        <pc:chgData name="Kate Burda" userId="44c1ea53-84f5-4c7e-8f48-bfeb434f1f02" providerId="ADAL" clId="{5F90837C-4F91-D942-9D00-0D4BF3E78EBC}" dt="2024-02-21T14:08:54.885" v="792" actId="478"/>
        <pc:sldMkLst>
          <pc:docMk/>
          <pc:sldMk cId="2141784699" sldId="357"/>
        </pc:sldMkLst>
      </pc:sldChg>
      <pc:sldChg chg="modSp modAnim">
        <pc:chgData name="Kate Burda" userId="44c1ea53-84f5-4c7e-8f48-bfeb434f1f02" providerId="ADAL" clId="{5F90837C-4F91-D942-9D00-0D4BF3E78EBC}" dt="2024-02-06T21:40:54.132" v="720" actId="20577"/>
        <pc:sldMkLst>
          <pc:docMk/>
          <pc:sldMk cId="492905647" sldId="399"/>
        </pc:sldMkLst>
      </pc:sldChg>
      <pc:sldChg chg="delSp modSp mod">
        <pc:chgData name="Kate Burda" userId="44c1ea53-84f5-4c7e-8f48-bfeb434f1f02" providerId="ADAL" clId="{5F90837C-4F91-D942-9D00-0D4BF3E78EBC}" dt="2024-02-21T14:05:07.906" v="788" actId="478"/>
        <pc:sldMkLst>
          <pc:docMk/>
          <pc:sldMk cId="4083292989" sldId="402"/>
        </pc:sldMkLst>
      </pc:sldChg>
      <pc:sldChg chg="modSp mod">
        <pc:chgData name="Kate Burda" userId="44c1ea53-84f5-4c7e-8f48-bfeb434f1f02" providerId="ADAL" clId="{5F90837C-4F91-D942-9D00-0D4BF3E78EBC}" dt="2024-02-20T19:13:24.340" v="722" actId="2711"/>
        <pc:sldMkLst>
          <pc:docMk/>
          <pc:sldMk cId="827288725" sldId="4166"/>
        </pc:sldMkLst>
      </pc:sldChg>
      <pc:sldChg chg="del">
        <pc:chgData name="Kate Burda" userId="44c1ea53-84f5-4c7e-8f48-bfeb434f1f02" providerId="ADAL" clId="{5F90837C-4F91-D942-9D00-0D4BF3E78EBC}" dt="2024-02-20T16:06:34.378" v="721" actId="2696"/>
        <pc:sldMkLst>
          <pc:docMk/>
          <pc:sldMk cId="3245116273" sldId="4186"/>
        </pc:sldMkLst>
      </pc:sldChg>
      <pc:sldChg chg="addSp delSp modSp new mod setBg setClrOvrMap">
        <pc:chgData name="Kate Burda" userId="44c1ea53-84f5-4c7e-8f48-bfeb434f1f02" providerId="ADAL" clId="{5F90837C-4F91-D942-9D00-0D4BF3E78EBC}" dt="2024-02-20T19:35:47.195" v="783" actId="113"/>
        <pc:sldMkLst>
          <pc:docMk/>
          <pc:sldMk cId="3141498097" sldId="4194"/>
        </pc:sldMkLst>
      </pc:sldChg>
      <pc:sldChg chg="add">
        <pc:chgData name="Kate Burda" userId="44c1ea53-84f5-4c7e-8f48-bfeb434f1f02" providerId="ADAL" clId="{5F90837C-4F91-D942-9D00-0D4BF3E78EBC}" dt="2024-02-21T14:09:05.873" v="793"/>
        <pc:sldMkLst>
          <pc:docMk/>
          <pc:sldMk cId="4249296606" sldId="4196"/>
        </pc:sldMkLst>
      </pc:sldChg>
    </pc:docChg>
  </pc:docChgLst>
  <pc:docChgLst>
    <pc:chgData name="Kate Burda" userId="44c1ea53-84f5-4c7e-8f48-bfeb434f1f02" providerId="ADAL" clId="{4590FC5E-C86D-AF43-BA69-5CD23CA741BA}"/>
    <pc:docChg chg="modSld">
      <pc:chgData name="Kate Burda" userId="44c1ea53-84f5-4c7e-8f48-bfeb434f1f02" providerId="ADAL" clId="{4590FC5E-C86D-AF43-BA69-5CD23CA741BA}" dt="2023-08-03T21:39:48.385" v="20" actId="20577"/>
      <pc:docMkLst>
        <pc:docMk/>
      </pc:docMkLst>
      <pc:sldChg chg="modSp mod">
        <pc:chgData name="Kate Burda" userId="44c1ea53-84f5-4c7e-8f48-bfeb434f1f02" providerId="ADAL" clId="{4590FC5E-C86D-AF43-BA69-5CD23CA741BA}" dt="2023-08-03T21:39:48.385" v="20" actId="20577"/>
        <pc:sldMkLst>
          <pc:docMk/>
          <pc:sldMk cId="0" sldId="270"/>
        </pc:sldMkLst>
      </pc:sldChg>
    </pc:docChg>
  </pc:docChgLst>
  <pc:docChgLst>
    <pc:chgData name="Kate Burda" userId="44c1ea53-84f5-4c7e-8f48-bfeb434f1f02" providerId="ADAL" clId="{6D234CAA-72EA-D548-81C8-9CCD2D05A51C}"/>
    <pc:docChg chg="addSld delSld modSld">
      <pc:chgData name="Kate Burda" userId="44c1ea53-84f5-4c7e-8f48-bfeb434f1f02" providerId="ADAL" clId="{6D234CAA-72EA-D548-81C8-9CCD2D05A51C}" dt="2023-08-22T16:19:20.933" v="1" actId="2696"/>
      <pc:docMkLst>
        <pc:docMk/>
      </pc:docMkLst>
      <pc:sldChg chg="del">
        <pc:chgData name="Kate Burda" userId="44c1ea53-84f5-4c7e-8f48-bfeb434f1f02" providerId="ADAL" clId="{6D234CAA-72EA-D548-81C8-9CCD2D05A51C}" dt="2023-08-22T16:19:20.933" v="1" actId="2696"/>
        <pc:sldMkLst>
          <pc:docMk/>
          <pc:sldMk cId="1408551012" sldId="4185"/>
        </pc:sldMkLst>
      </pc:sldChg>
      <pc:sldChg chg="add">
        <pc:chgData name="Kate Burda" userId="44c1ea53-84f5-4c7e-8f48-bfeb434f1f02" providerId="ADAL" clId="{6D234CAA-72EA-D548-81C8-9CCD2D05A51C}" dt="2023-08-22T16:19:18.839" v="0"/>
        <pc:sldMkLst>
          <pc:docMk/>
          <pc:sldMk cId="207505112" sldId="4189"/>
        </pc:sldMkLst>
      </pc:sldChg>
    </pc:docChg>
  </pc:docChgLst>
  <pc:docChgLst>
    <pc:chgData name="Kate Burda" userId="44c1ea53-84f5-4c7e-8f48-bfeb434f1f02" providerId="ADAL" clId="{23C94EC4-559A-C040-B7CE-99122257FE69}"/>
    <pc:docChg chg="addSld modSld">
      <pc:chgData name="Kate Burda" userId="44c1ea53-84f5-4c7e-8f48-bfeb434f1f02" providerId="ADAL" clId="{23C94EC4-559A-C040-B7CE-99122257FE69}" dt="2024-09-11T17:04:15.647" v="0"/>
      <pc:docMkLst>
        <pc:docMk/>
      </pc:docMkLst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3245116273" sldId="4186"/>
        </pc:sldMkLst>
      </pc:sldChg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2607735526" sldId="4631"/>
        </pc:sldMkLst>
      </pc:sldChg>
    </pc:docChg>
  </pc:docChgLst>
  <pc:docChgLst>
    <pc:chgData name="Kate Burda" userId="44c1ea53-84f5-4c7e-8f48-bfeb434f1f02" providerId="ADAL" clId="{C1F61144-3EFB-1A43-A0A6-EC80D078A7E5}"/>
    <pc:docChg chg="undo custSel modSld">
      <pc:chgData name="Kate Burda" userId="44c1ea53-84f5-4c7e-8f48-bfeb434f1f02" providerId="ADAL" clId="{C1F61144-3EFB-1A43-A0A6-EC80D078A7E5}" dt="2024-04-02T13:05:38.314" v="86" actId="1076"/>
      <pc:docMkLst>
        <pc:docMk/>
      </pc:docMkLst>
      <pc:sldChg chg="addSp delSp modSp mod addAnim delAnim">
        <pc:chgData name="Kate Burda" userId="44c1ea53-84f5-4c7e-8f48-bfeb434f1f02" providerId="ADAL" clId="{C1F61144-3EFB-1A43-A0A6-EC80D078A7E5}" dt="2024-04-02T13:05:38.314" v="86" actId="1076"/>
        <pc:sldMkLst>
          <pc:docMk/>
          <pc:sldMk cId="1036771892" sldId="18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incorporate all four quadrants into your Brand Positioning that 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87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4B4F5-B3EC-E9D8-A1A7-D7DA1DE0E4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640"/>
            <a:ext cx="8331200" cy="635976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828800" y="1676408"/>
            <a:ext cx="10363200" cy="1661993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5334000"/>
            <a:ext cx="103632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20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EE0-1B84-B132-9CEA-BE6D2642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45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E4A1-3E5A-3384-D922-A5279BA0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8E36-6DA2-538D-60AA-28E20C8BD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5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7316-E3AB-10F5-B1A2-D428D694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69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7E73-92BC-6EDB-771A-A09136443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3F062-A581-59A7-0A07-2125BBD0B137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4496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35046" y="5882641"/>
            <a:ext cx="993588" cy="990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12192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bk object 30"/>
          <p:cNvSpPr/>
          <p:nvPr/>
        </p:nvSpPr>
        <p:spPr>
          <a:xfrm>
            <a:off x="0" y="2"/>
            <a:ext cx="12191997" cy="660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373120" cy="3693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0345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e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Rectangle 11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TextBox 37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TextBox 49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Oval 51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b="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b="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4161894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Science &amp; Strategy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Rectangle 11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822960" y="1234440"/>
            <a:ext cx="1051560" cy="1066730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51067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83480"/>
            <a:ext cx="937808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0" name="Oval 39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Teams have difficulty building strategy to financial goals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2221991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Data driven roadmap ensuring financial results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7967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87967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0847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Profitable Segmentation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Cost of Acquisition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7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7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0847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Integrated Strategy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224527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89320" y="4224527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224527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Alignment of goals &amp; tactics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Process &amp; Customer Engagement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Rectangle 11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3" name="TextBox 32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51067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983480"/>
            <a:ext cx="2335743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1" name="Oval 4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Legacy processes don’t work today</a:t>
            </a:r>
          </a:p>
        </p:txBody>
      </p:sp>
      <p:sp>
        <p:nvSpPr>
          <p:cNvPr id="43" name="Oval 42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Disciplines are siloed and focused on how we sell vs. how customers buy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Relevant Sales Approach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Marketing Enablement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Customer Buying Journey Enablement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Optimized Total Revenue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Art &amp; Talent Optimization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Rectangle 11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83" y="1439114"/>
            <a:ext cx="666712" cy="65595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51067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983480"/>
            <a:ext cx="1690542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Oval 37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How to build skills and competencies within teams and leaders</a:t>
            </a:r>
          </a:p>
        </p:txBody>
      </p:sp>
      <p:sp>
        <p:nvSpPr>
          <p:cNvPr id="40" name="Oval 39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Performance plans for revenue teams built off operational mindset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Attract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Retain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Lead &amp; Coach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Build Performance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Development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Revenue Performance &amp; Metrics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Rectangle 11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31" name="TextBox 30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51067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Oval 37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Having the right metric for the right outcome</a:t>
            </a:r>
          </a:p>
        </p:txBody>
      </p:sp>
      <p:sp>
        <p:nvSpPr>
          <p:cNvPr id="40" name="Oval 39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E2925"/>
                </a:solidFill>
                <a:latin typeface="Franklin Gothic Book"/>
              </a:rPr>
              <a:t>How do we separate the performance of our people to that of the market, “wheat from the chaff”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Metric Development &amp; Benchmarking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Distribution Performance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NOI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ROI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2925"/>
                </a:solidFill>
                <a:latin typeface="Franklin Gothic Book"/>
              </a:rPr>
              <a:t>CRM and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11109</Words>
  <Application>Microsoft Macintosh PowerPoint</Application>
  <PresentationFormat>Widescreen</PresentationFormat>
  <Paragraphs>1527</Paragraphs>
  <Slides>84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5" baseType="lpstr">
      <vt:lpstr>Arial</vt:lpstr>
      <vt:lpstr>Avenir Medium</vt:lpstr>
      <vt:lpstr>Bradley Hand</vt:lpstr>
      <vt:lpstr>Calibri</vt:lpstr>
      <vt:lpstr>Calibri Light</vt:lpstr>
      <vt:lpstr>Cavolini</vt:lpstr>
      <vt:lpstr>Century Gothic</vt:lpstr>
      <vt:lpstr>DM Sans 14pt</vt:lpstr>
      <vt:lpstr>DM Sans 14pt Medium</vt:lpstr>
      <vt:lpstr>Franklin Gothic Book</vt:lpstr>
      <vt:lpstr>Franklin Gothic Book Italic</vt:lpstr>
      <vt:lpstr>Franklin Gothic Medium</vt:lpstr>
      <vt:lpstr>Lato Light</vt:lpstr>
      <vt:lpstr>Poppins</vt:lpstr>
      <vt:lpstr>Slack-Lato</vt:lpstr>
      <vt:lpstr>Tahoma</vt:lpstr>
      <vt:lpstr>Times New Roman</vt:lpstr>
      <vt:lpstr>Trebuchet MS</vt:lpstr>
      <vt:lpstr>Verdana</vt:lpstr>
      <vt:lpstr>Vijaya</vt:lpstr>
      <vt:lpstr>Office Theme</vt:lpstr>
      <vt:lpstr>PowerPoint Presentation</vt:lpstr>
      <vt:lpstr>We take the noise, disruption, frustration and complexity of the new economy and bring you a clear, concise and simple path for you to get results.</vt:lpstr>
      <vt:lpstr>We Create Impact</vt:lpstr>
      <vt:lpstr>PowerPoint Presentation</vt:lpstr>
      <vt:lpstr>PowerPoint Presentation</vt:lpstr>
      <vt:lpstr>PowerPoint Presentation</vt:lpstr>
      <vt:lpstr>PowerPoint Presentation</vt:lpstr>
      <vt:lpstr>What The Best Do Differently</vt:lpstr>
      <vt:lpstr>PowerPoint Presentation</vt:lpstr>
      <vt:lpstr>Execs Are Unsatisfied With Interactions</vt:lpstr>
      <vt:lpstr>Outside In Thinking | Customer Centric Thinking </vt:lpstr>
      <vt:lpstr>Outside In Thinking | Customer Centric Thinking </vt:lpstr>
      <vt:lpstr>PowerPoint Presentation</vt:lpstr>
      <vt:lpstr>How Sales and Marketing Create Demand</vt:lpstr>
      <vt:lpstr>How Sales and Marketing Create Demand</vt:lpstr>
      <vt:lpstr>PowerPoint Presentation</vt:lpstr>
      <vt:lpstr>PowerPoint Presentation</vt:lpstr>
      <vt:lpstr>Brand Framework</vt:lpstr>
      <vt:lpstr>PowerPoint Presentation</vt:lpstr>
      <vt:lpstr>Awareness to Consideration to Conversion </vt:lpstr>
      <vt:lpstr>TARGETING THE MOST VALUABLE CUSTOMER | Customer Journey</vt:lpstr>
      <vt:lpstr>1 – Revenue Reveal | The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Vision–to–Value Roadmap</vt:lpstr>
      <vt:lpstr>FEI Membership Growth Formula</vt:lpstr>
      <vt:lpstr>The Building Blocks to Achieve FEI’s Vision</vt:lpstr>
      <vt:lpstr>PowerPoint Presentation</vt:lpstr>
      <vt:lpstr>Install the thinking</vt:lpstr>
      <vt:lpstr>PowerPoint Presentation</vt:lpstr>
      <vt:lpstr>ADDIE Model</vt:lpstr>
      <vt:lpstr>Illustrative Timeline</vt:lpstr>
      <vt:lpstr>Investment for Performance</vt:lpstr>
      <vt:lpstr>Where you win</vt:lpstr>
      <vt:lpstr>Results </vt:lpstr>
      <vt:lpstr>What it is like to work with us</vt:lpstr>
      <vt:lpstr>&amp;Who we are</vt:lpstr>
      <vt:lpstr>Experience is at the core</vt:lpstr>
      <vt:lpstr>Experience is at the core</vt:lpstr>
      <vt:lpstr>Experience is at the core</vt:lpstr>
      <vt:lpstr>Experience is at the core</vt:lpstr>
      <vt:lpstr>&amp;In good company</vt:lpstr>
      <vt:lpstr>PowerPoint Presentation</vt:lpstr>
      <vt:lpstr>PowerPoint Presentation</vt:lpstr>
      <vt:lpstr>Articles &amp; Speaking Engagements</vt:lpstr>
      <vt:lpstr>Articles &amp; Speaking Engagements</vt:lpstr>
      <vt:lpstr>PowerPoint Presentation</vt:lpstr>
      <vt:lpstr>PowerPoint Presentation</vt:lpstr>
      <vt:lpstr>Thank you</vt:lpstr>
      <vt:lpstr>Appendices:</vt:lpstr>
      <vt:lpstr>Foundational Discovery and Install Within Marketing</vt:lpstr>
      <vt:lpstr>Foundational Discovery and Install Within Sales</vt:lpstr>
      <vt:lpstr>PowerPoint Presentation</vt:lpstr>
      <vt:lpstr>PowerPoint Presentation</vt:lpstr>
      <vt:lpstr>PowerPoint Presentation</vt:lpstr>
      <vt:lpstr>The Cinderella player that you are looking for may not be out there,       …without breaking the bank.</vt:lpstr>
      <vt:lpstr>Reinvent</vt:lpstr>
      <vt:lpstr>PowerPoint Presentation</vt:lpstr>
      <vt:lpstr>Elevating the revenue approach</vt:lpstr>
      <vt:lpstr>Yet, we expect the performance meant for today</vt:lpstr>
      <vt:lpstr>A website is just the beginning. Even a new race car needs gas.</vt:lpstr>
      <vt:lpstr>The weather has changed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Execs are Unsatisfied with Interactions</vt:lpstr>
      <vt:lpstr>Emerging vs. Established Demand</vt:lpstr>
      <vt:lpstr>What it is like to work with us</vt:lpstr>
      <vt:lpstr>Results</vt:lpstr>
      <vt:lpstr>You can’t give away what you don’t have</vt:lpstr>
      <vt:lpstr>PowerPoint Presentation</vt:lpstr>
      <vt:lpstr>Amadeus Value Proposition (COSA) </vt:lpstr>
      <vt:lpstr>Think Different</vt:lpstr>
      <vt:lpstr>Customer Value Chain</vt:lpstr>
      <vt:lpstr>Customer Value Chain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2023-07-29T16:22:48Z</dcterms:created>
  <dcterms:modified xsi:type="dcterms:W3CDTF">2025-08-24T16:39:42Z</dcterms:modified>
</cp:coreProperties>
</file>