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2.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6"/>
  </p:notesMasterIdLst>
  <p:handoutMasterIdLst>
    <p:handoutMasterId r:id="rId87"/>
  </p:handoutMasterIdLst>
  <p:sldIdLst>
    <p:sldId id="399" r:id="rId4"/>
    <p:sldId id="4068" r:id="rId6"/>
    <p:sldId id="4170" r:id="rId23"/>
    <p:sldId id="4172" r:id="rId27"/>
    <p:sldId id="419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2372"/>
    <a:srgbClr val="D564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3352FC-D1E2-444E-94AD-20225883F498}" v="3" dt="2025-08-24T16:39:32.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46"/>
  </p:normalViewPr>
  <p:slideViewPr>
    <p:cSldViewPr snapToGrid="0">
      <p:cViewPr varScale="1">
        <p:scale>
          <a:sx n="195" d="100"/>
          <a:sy n="195" d="100"/>
        </p:scale>
        <p:origin x="1664"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3.xml"/><Relationship Id="rId6" Type="http://schemas.openxmlformats.org/officeDocument/2006/relationships/slide" Target="slides/slide5.xml"/><Relationship Id="rId23" Type="http://schemas.openxmlformats.org/officeDocument/2006/relationships/slide" Target="slides/slide22.xml"/><Relationship Id="rId27" Type="http://schemas.openxmlformats.org/officeDocument/2006/relationships/slide" Target="slides/slide26.xml"/><Relationship Id="rId41" Type="http://schemas.openxmlformats.org/officeDocument/2006/relationships/slide" Target="slides/slide40.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 Id="rId92" Type="http://schemas.microsoft.com/office/2016/11/relationships/changesInfo" Target="changesInfos/changesInfo1.xml"/><Relationship Id="rId9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0958D787-98EF-5E19-B5FD-55C8C1E4F96E}"/>
    <pc:docChg chg="addSld modSld">
      <pc:chgData name="Kate Burda" userId="44c1ea53-84f5-4c7e-8f48-bfeb434f1f02" providerId="ADAL" clId="{0958D787-98EF-5E19-B5FD-55C8C1E4F96E}" dt="2025-08-24T16:39:32.366" v="2"/>
      <pc:docMkLst>
        <pc:docMk/>
      </pc:docMkLst>
      <pc:sldChg chg="add">
        <pc:chgData name="Kate Burda" userId="44c1ea53-84f5-4c7e-8f48-bfeb434f1f02" providerId="ADAL" clId="{0958D787-98EF-5E19-B5FD-55C8C1E4F96E}" dt="2025-08-24T16:38:25.606" v="0"/>
        <pc:sldMkLst>
          <pc:docMk/>
          <pc:sldMk cId="1067499377" sldId="4649"/>
        </pc:sldMkLst>
      </pc:sldChg>
      <pc:sldChg chg="add">
        <pc:chgData name="Kate Burda" userId="44c1ea53-84f5-4c7e-8f48-bfeb434f1f02" providerId="ADAL" clId="{0958D787-98EF-5E19-B5FD-55C8C1E4F96E}" dt="2025-08-24T16:38:37.375" v="1"/>
        <pc:sldMkLst>
          <pc:docMk/>
          <pc:sldMk cId="2361467117" sldId="4650"/>
        </pc:sldMkLst>
      </pc:sldChg>
      <pc:sldChg chg="add">
        <pc:chgData name="Kate Burda" userId="44c1ea53-84f5-4c7e-8f48-bfeb434f1f02" providerId="ADAL" clId="{0958D787-98EF-5E19-B5FD-55C8C1E4F96E}" dt="2025-08-24T16:39:32.366" v="2"/>
        <pc:sldMkLst>
          <pc:docMk/>
          <pc:sldMk cId="3799929714" sldId="4652"/>
        </pc:sldMkLst>
      </pc:sldChg>
    </pc:docChg>
  </pc:docChgLst>
  <pc:docChgLst>
    <pc:chgData name="Kate Burda" userId="44c1ea53-84f5-4c7e-8f48-bfeb434f1f02" providerId="ADAL" clId="{03972463-BA03-2C47-9081-E9B7B383BDBB}"/>
    <pc:docChg chg="modSld">
      <pc:chgData name="Kate Burda" userId="44c1ea53-84f5-4c7e-8f48-bfeb434f1f02" providerId="ADAL" clId="{03972463-BA03-2C47-9081-E9B7B383BDBB}" dt="2024-06-11T16:09:53.291" v="1" actId="1076"/>
      <pc:docMkLst>
        <pc:docMk/>
      </pc:docMkLst>
      <pc:sldChg chg="modSp mod">
        <pc:chgData name="Kate Burda" userId="44c1ea53-84f5-4c7e-8f48-bfeb434f1f02" providerId="ADAL" clId="{03972463-BA03-2C47-9081-E9B7B383BDBB}" dt="2024-06-11T16:09:53.291" v="1" actId="1076"/>
        <pc:sldMkLst>
          <pc:docMk/>
          <pc:sldMk cId="1618416655" sldId="4178"/>
        </pc:sldMkLst>
      </pc:sldChg>
    </pc:docChg>
  </pc:docChgLst>
  <pc:docChgLst>
    <pc:chgData name="Kate Burda" userId="44c1ea53-84f5-4c7e-8f48-bfeb434f1f02" providerId="ADAL" clId="{7B8F245A-2CFA-9C45-91F7-025D96A430FA}"/>
    <pc:docChg chg="undo custSel addSld delSld modSld">
      <pc:chgData name="Kate Burda" userId="44c1ea53-84f5-4c7e-8f48-bfeb434f1f02" providerId="ADAL" clId="{7B8F245A-2CFA-9C45-91F7-025D96A430FA}" dt="2024-05-21T21:21:50.131" v="30"/>
      <pc:docMkLst>
        <pc:docMk/>
      </pc:docMkLst>
      <pc:sldChg chg="del">
        <pc:chgData name="Kate Burda" userId="44c1ea53-84f5-4c7e-8f48-bfeb434f1f02" providerId="ADAL" clId="{7B8F245A-2CFA-9C45-91F7-025D96A430FA}" dt="2024-05-21T19:38:21.962" v="28" actId="2696"/>
        <pc:sldMkLst>
          <pc:docMk/>
          <pc:sldMk cId="2355843516" sldId="256"/>
        </pc:sldMkLst>
      </pc:sldChg>
      <pc:sldChg chg="modSp mod">
        <pc:chgData name="Kate Burda" userId="44c1ea53-84f5-4c7e-8f48-bfeb434f1f02" providerId="ADAL" clId="{7B8F245A-2CFA-9C45-91F7-025D96A430FA}" dt="2024-05-21T19:39:24.827" v="29" actId="1076"/>
        <pc:sldMkLst>
          <pc:docMk/>
          <pc:sldMk cId="2852193332" sldId="389"/>
        </pc:sldMkLst>
      </pc:sldChg>
      <pc:sldChg chg="addSp delSp mod">
        <pc:chgData name="Kate Burda" userId="44c1ea53-84f5-4c7e-8f48-bfeb434f1f02" providerId="ADAL" clId="{7B8F245A-2CFA-9C45-91F7-025D96A430FA}" dt="2024-05-10T14:28:25.111" v="8" actId="478"/>
        <pc:sldMkLst>
          <pc:docMk/>
          <pc:sldMk cId="1227795063" sldId="475"/>
        </pc:sldMkLst>
      </pc:sldChg>
      <pc:sldChg chg="del">
        <pc:chgData name="Kate Burda" userId="44c1ea53-84f5-4c7e-8f48-bfeb434f1f02" providerId="ADAL" clId="{7B8F245A-2CFA-9C45-91F7-025D96A430FA}" dt="2024-05-10T14:26:47.153" v="6" actId="2696"/>
        <pc:sldMkLst>
          <pc:docMk/>
          <pc:sldMk cId="849105803" sldId="483"/>
        </pc:sldMkLst>
      </pc:sldChg>
      <pc:sldChg chg="add">
        <pc:chgData name="Kate Burda" userId="44c1ea53-84f5-4c7e-8f48-bfeb434f1f02" providerId="ADAL" clId="{7B8F245A-2CFA-9C45-91F7-025D96A430FA}" dt="2024-05-21T21:21:50.131" v="30"/>
        <pc:sldMkLst>
          <pc:docMk/>
          <pc:sldMk cId="221605093" sldId="1689"/>
        </pc:sldMkLst>
      </pc:sldChg>
      <pc:sldChg chg="add">
        <pc:chgData name="Kate Burda" userId="44c1ea53-84f5-4c7e-8f48-bfeb434f1f02" providerId="ADAL" clId="{7B8F245A-2CFA-9C45-91F7-025D96A430FA}" dt="2024-05-17T15:36:50.164" v="9"/>
        <pc:sldMkLst>
          <pc:docMk/>
          <pc:sldMk cId="3505011003" sldId="1699"/>
        </pc:sldMkLst>
      </pc:sldChg>
      <pc:sldChg chg="addSp mod">
        <pc:chgData name="Kate Burda" userId="44c1ea53-84f5-4c7e-8f48-bfeb434f1f02" providerId="ADAL" clId="{7B8F245A-2CFA-9C45-91F7-025D96A430FA}" dt="2024-05-10T13:57:19.772" v="0" actId="22"/>
        <pc:sldMkLst>
          <pc:docMk/>
          <pc:sldMk cId="1407055369" sldId="2184"/>
        </pc:sldMkLst>
      </pc:sldChg>
      <pc:sldChg chg="modSp mod">
        <pc:chgData name="Kate Burda" userId="44c1ea53-84f5-4c7e-8f48-bfeb434f1f02" providerId="ADAL" clId="{7B8F245A-2CFA-9C45-91F7-025D96A430FA}" dt="2024-05-10T14:01:28.015" v="4" actId="1076"/>
        <pc:sldMkLst>
          <pc:docMk/>
          <pc:sldMk cId="1073116862" sldId="4144"/>
        </pc:sldMkLst>
      </pc:sldChg>
      <pc:sldChg chg="del">
        <pc:chgData name="Kate Burda" userId="44c1ea53-84f5-4c7e-8f48-bfeb434f1f02" providerId="ADAL" clId="{7B8F245A-2CFA-9C45-91F7-025D96A430FA}" dt="2024-05-10T13:57:46.334" v="2" actId="2696"/>
        <pc:sldMkLst>
          <pc:docMk/>
          <pc:sldMk cId="2075257336" sldId="4151"/>
        </pc:sldMkLst>
      </pc:sldChg>
      <pc:sldChg chg="modSp mod">
        <pc:chgData name="Kate Burda" userId="44c1ea53-84f5-4c7e-8f48-bfeb434f1f02" providerId="ADAL" clId="{7B8F245A-2CFA-9C45-91F7-025D96A430FA}" dt="2024-05-21T19:22:45.154" v="27" actId="20577"/>
        <pc:sldMkLst>
          <pc:docMk/>
          <pc:sldMk cId="2900319377" sldId="4158"/>
        </pc:sldMkLst>
      </pc:sldChg>
      <pc:sldChg chg="add">
        <pc:chgData name="Kate Burda" userId="44c1ea53-84f5-4c7e-8f48-bfeb434f1f02" providerId="ADAL" clId="{7B8F245A-2CFA-9C45-91F7-025D96A430FA}" dt="2024-05-10T13:57:35.259" v="1"/>
        <pc:sldMkLst>
          <pc:docMk/>
          <pc:sldMk cId="3041186309" sldId="4197"/>
        </pc:sldMkLst>
      </pc:sldChg>
      <pc:sldChg chg="add">
        <pc:chgData name="Kate Burda" userId="44c1ea53-84f5-4c7e-8f48-bfeb434f1f02" providerId="ADAL" clId="{7B8F245A-2CFA-9C45-91F7-025D96A430FA}" dt="2024-05-10T14:26:44.107" v="5"/>
        <pc:sldMkLst>
          <pc:docMk/>
          <pc:sldMk cId="2169955483" sldId="4198"/>
        </pc:sldMkLst>
      </pc:sldChg>
      <pc:sldChg chg="add">
        <pc:chgData name="Kate Burda" userId="44c1ea53-84f5-4c7e-8f48-bfeb434f1f02" providerId="ADAL" clId="{7B8F245A-2CFA-9C45-91F7-025D96A430FA}" dt="2024-05-21T21:21:50.131" v="30"/>
        <pc:sldMkLst>
          <pc:docMk/>
          <pc:sldMk cId="471735093" sldId="4212"/>
        </pc:sldMkLst>
      </pc:sldChg>
      <pc:sldChg chg="add">
        <pc:chgData name="Kate Burda" userId="44c1ea53-84f5-4c7e-8f48-bfeb434f1f02" providerId="ADAL" clId="{7B8F245A-2CFA-9C45-91F7-025D96A430FA}" dt="2024-05-21T21:21:50.131" v="30"/>
        <pc:sldMkLst>
          <pc:docMk/>
          <pc:sldMk cId="437535136" sldId="4215"/>
        </pc:sldMkLst>
      </pc:sldChg>
      <pc:sldChg chg="add">
        <pc:chgData name="Kate Burda" userId="44c1ea53-84f5-4c7e-8f48-bfeb434f1f02" providerId="ADAL" clId="{7B8F245A-2CFA-9C45-91F7-025D96A430FA}" dt="2024-05-17T15:36:50.164" v="9"/>
        <pc:sldMkLst>
          <pc:docMk/>
          <pc:sldMk cId="4257973665" sldId="4626"/>
        </pc:sldMkLst>
      </pc:sldChg>
      <pc:sldChg chg="add">
        <pc:chgData name="Kate Burda" userId="44c1ea53-84f5-4c7e-8f48-bfeb434f1f02" providerId="ADAL" clId="{7B8F245A-2CFA-9C45-91F7-025D96A430FA}" dt="2024-05-21T19:21:17.277" v="10"/>
        <pc:sldMkLst>
          <pc:docMk/>
          <pc:sldMk cId="2786289873" sldId="4627"/>
        </pc:sldMkLst>
      </pc:sldChg>
    </pc:docChg>
  </pc:docChgLst>
  <pc:docChgLst>
    <pc:chgData name="Kate Burda" userId="44c1ea53-84f5-4c7e-8f48-bfeb434f1f02" providerId="ADAL" clId="{BE436AA0-69F0-1246-AD28-9CD99DA1D6A3}"/>
    <pc:docChg chg="addSld modSld">
      <pc:chgData name="Kate Burda" userId="44c1ea53-84f5-4c7e-8f48-bfeb434f1f02" providerId="ADAL" clId="{BE436AA0-69F0-1246-AD28-9CD99DA1D6A3}" dt="2025-04-13T13:42:48.932" v="23" actId="20577"/>
      <pc:docMkLst>
        <pc:docMk/>
      </pc:docMkLst>
      <pc:sldChg chg="modSp add">
        <pc:chgData name="Kate Burda" userId="44c1ea53-84f5-4c7e-8f48-bfeb434f1f02" providerId="ADAL" clId="{BE436AA0-69F0-1246-AD28-9CD99DA1D6A3}" dt="2025-04-13T13:42:48.932" v="23" actId="20577"/>
        <pc:sldMkLst>
          <pc:docMk/>
          <pc:sldMk cId="3035815204" sldId="4632"/>
        </pc:sldMkLst>
      </pc:sldChg>
    </pc:docChg>
  </pc:docChgLst>
  <pc:docChgLst>
    <pc:chgData name="Kate Burda" userId="44c1ea53-84f5-4c7e-8f48-bfeb434f1f02" providerId="ADAL" clId="{B1B6110C-3784-1643-B1A5-CE502DC142C0}"/>
    <pc:docChg chg="custSel addSld modSld">
      <pc:chgData name="Kate Burda" userId="44c1ea53-84f5-4c7e-8f48-bfeb434f1f02" providerId="ADAL" clId="{B1B6110C-3784-1643-B1A5-CE502DC142C0}" dt="2023-09-24T23:14:15.182" v="72" actId="27636"/>
      <pc:docMkLst>
        <pc:docMk/>
      </pc:docMkLst>
      <pc:sldChg chg="add">
        <pc:chgData name="Kate Burda" userId="44c1ea53-84f5-4c7e-8f48-bfeb434f1f02" providerId="ADAL" clId="{B1B6110C-3784-1643-B1A5-CE502DC142C0}" dt="2023-09-17T15:44:56.681" v="69"/>
        <pc:sldMkLst>
          <pc:docMk/>
          <pc:sldMk cId="2355843516" sldId="256"/>
        </pc:sldMkLst>
      </pc:sldChg>
      <pc:sldChg chg="delSp modSp mod">
        <pc:chgData name="Kate Burda" userId="44c1ea53-84f5-4c7e-8f48-bfeb434f1f02" providerId="ADAL" clId="{B1B6110C-3784-1643-B1A5-CE502DC142C0}" dt="2023-09-04T19:03:35.310" v="60" actId="208"/>
        <pc:sldMkLst>
          <pc:docMk/>
          <pc:sldMk cId="2852193332" sldId="389"/>
        </pc:sldMkLst>
      </pc:sldChg>
      <pc:sldChg chg="modSp mod">
        <pc:chgData name="Kate Burda" userId="44c1ea53-84f5-4c7e-8f48-bfeb434f1f02" providerId="ADAL" clId="{B1B6110C-3784-1643-B1A5-CE502DC142C0}" dt="2023-09-03T21:58:11.200" v="37" actId="2711"/>
        <pc:sldMkLst>
          <pc:docMk/>
          <pc:sldMk cId="4203825270" sldId="3317"/>
        </pc:sldMkLst>
      </pc:sldChg>
      <pc:sldChg chg="modSp mod">
        <pc:chgData name="Kate Burda" userId="44c1ea53-84f5-4c7e-8f48-bfeb434f1f02" providerId="ADAL" clId="{B1B6110C-3784-1643-B1A5-CE502DC142C0}" dt="2023-09-04T18:59:58.192" v="44" actId="2711"/>
        <pc:sldMkLst>
          <pc:docMk/>
          <pc:sldMk cId="1423287674" sldId="4068"/>
        </pc:sldMkLst>
      </pc:sldChg>
      <pc:sldChg chg="modSp mod">
        <pc:chgData name="Kate Burda" userId="44c1ea53-84f5-4c7e-8f48-bfeb434f1f02" providerId="ADAL" clId="{B1B6110C-3784-1643-B1A5-CE502DC142C0}" dt="2023-09-04T19:02:48.847" v="57" actId="2711"/>
        <pc:sldMkLst>
          <pc:docMk/>
          <pc:sldMk cId="1159041811" sldId="4069"/>
        </pc:sldMkLst>
      </pc:sldChg>
      <pc:sldChg chg="modSp mod">
        <pc:chgData name="Kate Burda" userId="44c1ea53-84f5-4c7e-8f48-bfeb434f1f02" providerId="ADAL" clId="{B1B6110C-3784-1643-B1A5-CE502DC142C0}" dt="2023-09-04T19:01:00.781" v="50" actId="13926"/>
        <pc:sldMkLst>
          <pc:docMk/>
          <pc:sldMk cId="165470004" sldId="4135"/>
        </pc:sldMkLst>
      </pc:sldChg>
      <pc:sldChg chg="modSp mod">
        <pc:chgData name="Kate Burda" userId="44c1ea53-84f5-4c7e-8f48-bfeb434f1f02" providerId="ADAL" clId="{B1B6110C-3784-1643-B1A5-CE502DC142C0}" dt="2023-09-04T19:04:00.265" v="61" actId="2711"/>
        <pc:sldMkLst>
          <pc:docMk/>
          <pc:sldMk cId="3596794159" sldId="4136"/>
        </pc:sldMkLst>
      </pc:sldChg>
      <pc:sldChg chg="modSp mod">
        <pc:chgData name="Kate Burda" userId="44c1ea53-84f5-4c7e-8f48-bfeb434f1f02" providerId="ADAL" clId="{B1B6110C-3784-1643-B1A5-CE502DC142C0}" dt="2023-09-03T21:58:40.274" v="38" actId="2711"/>
        <pc:sldMkLst>
          <pc:docMk/>
          <pc:sldMk cId="2530237771" sldId="4148"/>
        </pc:sldMkLst>
      </pc:sldChg>
      <pc:sldChg chg="modSp mod">
        <pc:chgData name="Kate Burda" userId="44c1ea53-84f5-4c7e-8f48-bfeb434f1f02" providerId="ADAL" clId="{B1B6110C-3784-1643-B1A5-CE502DC142C0}" dt="2023-09-04T19:00:53.446" v="49" actId="13926"/>
        <pc:sldMkLst>
          <pc:docMk/>
          <pc:sldMk cId="2900319377" sldId="4158"/>
        </pc:sldMkLst>
      </pc:sldChg>
      <pc:sldChg chg="delSp modSp mod">
        <pc:chgData name="Kate Burda" userId="44c1ea53-84f5-4c7e-8f48-bfeb434f1f02" providerId="ADAL" clId="{B1B6110C-3784-1643-B1A5-CE502DC142C0}" dt="2023-09-03T21:56:31.603" v="31" actId="478"/>
        <pc:sldMkLst>
          <pc:docMk/>
          <pc:sldMk cId="2315330111" sldId="4161"/>
        </pc:sldMkLst>
      </pc:sldChg>
      <pc:sldChg chg="modSp mod">
        <pc:chgData name="Kate Burda" userId="44c1ea53-84f5-4c7e-8f48-bfeb434f1f02" providerId="ADAL" clId="{B1B6110C-3784-1643-B1A5-CE502DC142C0}" dt="2023-09-04T19:05:30.650" v="66" actId="2711"/>
        <pc:sldMkLst>
          <pc:docMk/>
          <pc:sldMk cId="3531580380" sldId="4164"/>
        </pc:sldMkLst>
      </pc:sldChg>
      <pc:sldChg chg="modSp mod">
        <pc:chgData name="Kate Burda" userId="44c1ea53-84f5-4c7e-8f48-bfeb434f1f02" providerId="ADAL" clId="{B1B6110C-3784-1643-B1A5-CE502DC142C0}" dt="2023-09-03T21:40:02.753" v="5" actId="2711"/>
        <pc:sldMkLst>
          <pc:docMk/>
          <pc:sldMk cId="1516901474" sldId="4169"/>
        </pc:sldMkLst>
      </pc:sldChg>
      <pc:sldChg chg="modSp mod">
        <pc:chgData name="Kate Burda" userId="44c1ea53-84f5-4c7e-8f48-bfeb434f1f02" providerId="ADAL" clId="{B1B6110C-3784-1643-B1A5-CE502DC142C0}" dt="2023-09-04T19:04:20.496" v="62" actId="2711"/>
        <pc:sldMkLst>
          <pc:docMk/>
          <pc:sldMk cId="2041618948" sldId="4170"/>
        </pc:sldMkLst>
      </pc:sldChg>
      <pc:sldChg chg="delSp modSp mod">
        <pc:chgData name="Kate Burda" userId="44c1ea53-84f5-4c7e-8f48-bfeb434f1f02" providerId="ADAL" clId="{B1B6110C-3784-1643-B1A5-CE502DC142C0}" dt="2023-09-03T21:57:15.454" v="33" actId="2711"/>
        <pc:sldMkLst>
          <pc:docMk/>
          <pc:sldMk cId="1758519867" sldId="4171"/>
        </pc:sldMkLst>
      </pc:sldChg>
      <pc:sldChg chg="modSp mod">
        <pc:chgData name="Kate Burda" userId="44c1ea53-84f5-4c7e-8f48-bfeb434f1f02" providerId="ADAL" clId="{B1B6110C-3784-1643-B1A5-CE502DC142C0}" dt="2023-09-03T21:56:06.707" v="28" actId="122"/>
        <pc:sldMkLst>
          <pc:docMk/>
          <pc:sldMk cId="2178493451" sldId="4172"/>
        </pc:sldMkLst>
      </pc:sldChg>
      <pc:sldChg chg="delSp modSp mod">
        <pc:chgData name="Kate Burda" userId="44c1ea53-84f5-4c7e-8f48-bfeb434f1f02" providerId="ADAL" clId="{B1B6110C-3784-1643-B1A5-CE502DC142C0}" dt="2023-09-03T21:57:30.516" v="34" actId="2711"/>
        <pc:sldMkLst>
          <pc:docMk/>
          <pc:sldMk cId="940108447" sldId="4173"/>
        </pc:sldMkLst>
      </pc:sldChg>
      <pc:sldChg chg="modSp mod">
        <pc:chgData name="Kate Burda" userId="44c1ea53-84f5-4c7e-8f48-bfeb434f1f02" providerId="ADAL" clId="{B1B6110C-3784-1643-B1A5-CE502DC142C0}" dt="2023-09-03T21:41:03.805" v="12" actId="2711"/>
        <pc:sldMkLst>
          <pc:docMk/>
          <pc:sldMk cId="1131175987" sldId="4174"/>
        </pc:sldMkLst>
      </pc:sldChg>
      <pc:sldChg chg="delSp modSp mod">
        <pc:chgData name="Kate Burda" userId="44c1ea53-84f5-4c7e-8f48-bfeb434f1f02" providerId="ADAL" clId="{B1B6110C-3784-1643-B1A5-CE502DC142C0}" dt="2023-09-04T19:02:08.307" v="56" actId="255"/>
        <pc:sldMkLst>
          <pc:docMk/>
          <pc:sldMk cId="3367831977" sldId="4183"/>
        </pc:sldMkLst>
      </pc:sldChg>
      <pc:sldChg chg="delSp modSp mod">
        <pc:chgData name="Kate Burda" userId="44c1ea53-84f5-4c7e-8f48-bfeb434f1f02" providerId="ADAL" clId="{B1B6110C-3784-1643-B1A5-CE502DC142C0}" dt="2023-09-03T21:57:38.956" v="35" actId="2711"/>
        <pc:sldMkLst>
          <pc:docMk/>
          <pc:sldMk cId="1645932139" sldId="4187"/>
        </pc:sldMkLst>
      </pc:sldChg>
      <pc:sldChg chg="modSp add mod modClrScheme chgLayout">
        <pc:chgData name="Kate Burda" userId="44c1ea53-84f5-4c7e-8f48-bfeb434f1f02" providerId="ADAL" clId="{B1B6110C-3784-1643-B1A5-CE502DC142C0}" dt="2023-09-17T15:44:27.850" v="68" actId="700"/>
        <pc:sldMkLst>
          <pc:docMk/>
          <pc:sldMk cId="1505481118" sldId="4190"/>
        </pc:sldMkLst>
      </pc:sldChg>
      <pc:sldChg chg="add">
        <pc:chgData name="Kate Burda" userId="44c1ea53-84f5-4c7e-8f48-bfeb434f1f02" providerId="ADAL" clId="{B1B6110C-3784-1643-B1A5-CE502DC142C0}" dt="2023-09-24T23:13:53.851" v="70"/>
        <pc:sldMkLst>
          <pc:docMk/>
          <pc:sldMk cId="730722277" sldId="4191"/>
        </pc:sldMkLst>
      </pc:sldChg>
      <pc:sldChg chg="modSp add mod">
        <pc:chgData name="Kate Burda" userId="44c1ea53-84f5-4c7e-8f48-bfeb434f1f02" providerId="ADAL" clId="{B1B6110C-3784-1643-B1A5-CE502DC142C0}" dt="2023-09-24T23:14:15.182" v="72" actId="27636"/>
        <pc:sldMkLst>
          <pc:docMk/>
          <pc:sldMk cId="2926873268" sldId="4192"/>
        </pc:sldMkLst>
      </pc:sldChg>
      <pc:sldChg chg="add modTransition">
        <pc:chgData name="Kate Burda" userId="44c1ea53-84f5-4c7e-8f48-bfeb434f1f02" providerId="ADAL" clId="{B1B6110C-3784-1643-B1A5-CE502DC142C0}" dt="2023-09-24T23:14:15.077" v="71"/>
        <pc:sldMkLst>
          <pc:docMk/>
          <pc:sldMk cId="4052318816" sldId="4193"/>
        </pc:sldMkLst>
      </pc:sldChg>
    </pc:docChg>
  </pc:docChgLst>
  <pc:docChgLst>
    <pc:chgData name="Kate Burda" userId="44c1ea53-84f5-4c7e-8f48-bfeb434f1f02" providerId="ADAL" clId="{A33DC087-DE47-AD4C-9AD7-44E223934C41}"/>
    <pc:docChg chg="modSld">
      <pc:chgData name="Kate Burda" userId="44c1ea53-84f5-4c7e-8f48-bfeb434f1f02" providerId="ADAL" clId="{A33DC087-DE47-AD4C-9AD7-44E223934C41}" dt="2023-10-10T14:51:01.768" v="7" actId="20577"/>
      <pc:docMkLst>
        <pc:docMk/>
      </pc:docMkLst>
      <pc:sldChg chg="modSp mod">
        <pc:chgData name="Kate Burda" userId="44c1ea53-84f5-4c7e-8f48-bfeb434f1f02" providerId="ADAL" clId="{A33DC087-DE47-AD4C-9AD7-44E223934C41}" dt="2023-10-10T14:51:01.768" v="7" actId="20577"/>
        <pc:sldMkLst>
          <pc:docMk/>
          <pc:sldMk cId="1423287674" sldId="4068"/>
        </pc:sldMkLst>
      </pc:sldChg>
    </pc:docChg>
  </pc:docChgLst>
  <pc:docChgLst>
    <pc:chgData name="Kate Burda" userId="44c1ea53-84f5-4c7e-8f48-bfeb434f1f02" providerId="ADAL" clId="{5F90837C-4F91-D942-9D00-0D4BF3E78EBC}"/>
    <pc:docChg chg="undo custSel addSld delSld modSld">
      <pc:chgData name="Kate Burda" userId="44c1ea53-84f5-4c7e-8f48-bfeb434f1f02" providerId="ADAL" clId="{5F90837C-4F91-D942-9D00-0D4BF3E78EBC}" dt="2024-02-21T14:09:05.873" v="793"/>
      <pc:docMkLst>
        <pc:docMk/>
      </pc:docMkLst>
      <pc:sldChg chg="addSp delSp modSp mod">
        <pc:chgData name="Kate Burda" userId="44c1ea53-84f5-4c7e-8f48-bfeb434f1f02" providerId="ADAL" clId="{5F90837C-4F91-D942-9D00-0D4BF3E78EBC}" dt="2024-02-21T14:08:54.885" v="792" actId="478"/>
        <pc:sldMkLst>
          <pc:docMk/>
          <pc:sldMk cId="2141784699" sldId="357"/>
        </pc:sldMkLst>
      </pc:sldChg>
      <pc:sldChg chg="modSp modAnim">
        <pc:chgData name="Kate Burda" userId="44c1ea53-84f5-4c7e-8f48-bfeb434f1f02" providerId="ADAL" clId="{5F90837C-4F91-D942-9D00-0D4BF3E78EBC}" dt="2024-02-06T21:40:54.132" v="720" actId="20577"/>
        <pc:sldMkLst>
          <pc:docMk/>
          <pc:sldMk cId="492905647" sldId="399"/>
        </pc:sldMkLst>
      </pc:sldChg>
      <pc:sldChg chg="delSp modSp mod">
        <pc:chgData name="Kate Burda" userId="44c1ea53-84f5-4c7e-8f48-bfeb434f1f02" providerId="ADAL" clId="{5F90837C-4F91-D942-9D00-0D4BF3E78EBC}" dt="2024-02-21T14:05:07.906" v="788" actId="478"/>
        <pc:sldMkLst>
          <pc:docMk/>
          <pc:sldMk cId="4083292989" sldId="402"/>
        </pc:sldMkLst>
      </pc:sldChg>
      <pc:sldChg chg="modSp mod">
        <pc:chgData name="Kate Burda" userId="44c1ea53-84f5-4c7e-8f48-bfeb434f1f02" providerId="ADAL" clId="{5F90837C-4F91-D942-9D00-0D4BF3E78EBC}" dt="2024-02-20T19:13:24.340" v="722" actId="2711"/>
        <pc:sldMkLst>
          <pc:docMk/>
          <pc:sldMk cId="827288725" sldId="4166"/>
        </pc:sldMkLst>
      </pc:sldChg>
      <pc:sldChg chg="del">
        <pc:chgData name="Kate Burda" userId="44c1ea53-84f5-4c7e-8f48-bfeb434f1f02" providerId="ADAL" clId="{5F90837C-4F91-D942-9D00-0D4BF3E78EBC}" dt="2024-02-20T16:06:34.378" v="721" actId="2696"/>
        <pc:sldMkLst>
          <pc:docMk/>
          <pc:sldMk cId="3245116273" sldId="4186"/>
        </pc:sldMkLst>
      </pc:sldChg>
      <pc:sldChg chg="addSp delSp modSp new mod setBg setClrOvrMap">
        <pc:chgData name="Kate Burda" userId="44c1ea53-84f5-4c7e-8f48-bfeb434f1f02" providerId="ADAL" clId="{5F90837C-4F91-D942-9D00-0D4BF3E78EBC}" dt="2024-02-20T19:35:47.195" v="783" actId="113"/>
        <pc:sldMkLst>
          <pc:docMk/>
          <pc:sldMk cId="3141498097" sldId="4194"/>
        </pc:sldMkLst>
      </pc:sldChg>
      <pc:sldChg chg="add">
        <pc:chgData name="Kate Burda" userId="44c1ea53-84f5-4c7e-8f48-bfeb434f1f02" providerId="ADAL" clId="{5F90837C-4F91-D942-9D00-0D4BF3E78EBC}" dt="2024-02-21T14:09:05.873" v="793"/>
        <pc:sldMkLst>
          <pc:docMk/>
          <pc:sldMk cId="4249296606" sldId="4196"/>
        </pc:sldMkLst>
      </pc:sldChg>
    </pc:docChg>
  </pc:docChgLst>
  <pc:docChgLst>
    <pc:chgData name="Kate Burda" userId="44c1ea53-84f5-4c7e-8f48-bfeb434f1f02" providerId="ADAL" clId="{4590FC5E-C86D-AF43-BA69-5CD23CA741BA}"/>
    <pc:docChg chg="modSld">
      <pc:chgData name="Kate Burda" userId="44c1ea53-84f5-4c7e-8f48-bfeb434f1f02" providerId="ADAL" clId="{4590FC5E-C86D-AF43-BA69-5CD23CA741BA}" dt="2023-08-03T21:39:48.385" v="20" actId="20577"/>
      <pc:docMkLst>
        <pc:docMk/>
      </pc:docMkLst>
      <pc:sldChg chg="modSp mod">
        <pc:chgData name="Kate Burda" userId="44c1ea53-84f5-4c7e-8f48-bfeb434f1f02" providerId="ADAL" clId="{4590FC5E-C86D-AF43-BA69-5CD23CA741BA}" dt="2023-08-03T21:39:48.385" v="20" actId="20577"/>
        <pc:sldMkLst>
          <pc:docMk/>
          <pc:sldMk cId="0" sldId="270"/>
        </pc:sldMkLst>
      </pc:sldChg>
    </pc:docChg>
  </pc:docChgLst>
  <pc:docChgLst>
    <pc:chgData name="Kate Burda" userId="44c1ea53-84f5-4c7e-8f48-bfeb434f1f02" providerId="ADAL" clId="{6D234CAA-72EA-D548-81C8-9CCD2D05A51C}"/>
    <pc:docChg chg="addSld delSld modSld">
      <pc:chgData name="Kate Burda" userId="44c1ea53-84f5-4c7e-8f48-bfeb434f1f02" providerId="ADAL" clId="{6D234CAA-72EA-D548-81C8-9CCD2D05A51C}" dt="2023-08-22T16:19:20.933" v="1" actId="2696"/>
      <pc:docMkLst>
        <pc:docMk/>
      </pc:docMkLst>
      <pc:sldChg chg="del">
        <pc:chgData name="Kate Burda" userId="44c1ea53-84f5-4c7e-8f48-bfeb434f1f02" providerId="ADAL" clId="{6D234CAA-72EA-D548-81C8-9CCD2D05A51C}" dt="2023-08-22T16:19:20.933" v="1" actId="2696"/>
        <pc:sldMkLst>
          <pc:docMk/>
          <pc:sldMk cId="1408551012" sldId="4185"/>
        </pc:sldMkLst>
      </pc:sldChg>
      <pc:sldChg chg="add">
        <pc:chgData name="Kate Burda" userId="44c1ea53-84f5-4c7e-8f48-bfeb434f1f02" providerId="ADAL" clId="{6D234CAA-72EA-D548-81C8-9CCD2D05A51C}" dt="2023-08-22T16:19:18.839" v="0"/>
        <pc:sldMkLst>
          <pc:docMk/>
          <pc:sldMk cId="207505112" sldId="4189"/>
        </pc:sldMkLst>
      </pc:sldChg>
    </pc:docChg>
  </pc:docChgLst>
  <pc:docChgLst>
    <pc:chgData name="Kate Burda" userId="44c1ea53-84f5-4c7e-8f48-bfeb434f1f02" providerId="ADAL" clId="{23C94EC4-559A-C040-B7CE-99122257FE69}"/>
    <pc:docChg chg="addSld modSld">
      <pc:chgData name="Kate Burda" userId="44c1ea53-84f5-4c7e-8f48-bfeb434f1f02" providerId="ADAL" clId="{23C94EC4-559A-C040-B7CE-99122257FE69}" dt="2024-09-11T17:04:15.647" v="0"/>
      <pc:docMkLst>
        <pc:docMk/>
      </pc:docMkLst>
      <pc:sldChg chg="add">
        <pc:chgData name="Kate Burda" userId="44c1ea53-84f5-4c7e-8f48-bfeb434f1f02" providerId="ADAL" clId="{23C94EC4-559A-C040-B7CE-99122257FE69}" dt="2024-09-11T17:04:15.647" v="0"/>
        <pc:sldMkLst>
          <pc:docMk/>
          <pc:sldMk cId="3245116273" sldId="4186"/>
        </pc:sldMkLst>
      </pc:sldChg>
      <pc:sldChg chg="add">
        <pc:chgData name="Kate Burda" userId="44c1ea53-84f5-4c7e-8f48-bfeb434f1f02" providerId="ADAL" clId="{23C94EC4-559A-C040-B7CE-99122257FE69}" dt="2024-09-11T17:04:15.647" v="0"/>
        <pc:sldMkLst>
          <pc:docMk/>
          <pc:sldMk cId="2607735526" sldId="4631"/>
        </pc:sldMkLst>
      </pc:sldChg>
    </pc:docChg>
  </pc:docChgLst>
  <pc:docChgLst>
    <pc:chgData name="Kate Burda" userId="44c1ea53-84f5-4c7e-8f48-bfeb434f1f02" providerId="ADAL" clId="{C1F61144-3EFB-1A43-A0A6-EC80D078A7E5}"/>
    <pc:docChg chg="undo custSel modSld">
      <pc:chgData name="Kate Burda" userId="44c1ea53-84f5-4c7e-8f48-bfeb434f1f02" providerId="ADAL" clId="{C1F61144-3EFB-1A43-A0A6-EC80D078A7E5}" dt="2024-04-02T13:05:38.314" v="86" actId="1076"/>
      <pc:docMkLst>
        <pc:docMk/>
      </pc:docMkLst>
      <pc:sldChg chg="addSp delSp modSp mod addAnim delAnim">
        <pc:chgData name="Kate Burda" userId="44c1ea53-84f5-4c7e-8f48-bfeb434f1f02" providerId="ADAL" clId="{C1F61144-3EFB-1A43-A0A6-EC80D078A7E5}" dt="2024-04-02T13:05:38.314" v="86" actId="1076"/>
        <pc:sldMkLst>
          <pc:docMk/>
          <pc:sldMk cId="1036771892" sldId="18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77D29B-A84F-8DAF-4DD9-5C3978B9AB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08C45E-2DEE-9C8D-4F99-67548FB739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41864-CD90-3244-B677-A2D5FE685BF9}" type="datetimeFigureOut">
              <a:rPr lang="en-US" smtClean="0"/>
              <a:t>8/24/25</a:t>
            </a:fld>
            <a:endParaRPr lang="en-US"/>
          </a:p>
        </p:txBody>
      </p:sp>
      <p:sp>
        <p:nvSpPr>
          <p:cNvPr id="4" name="Footer Placeholder 3">
            <a:extLst>
              <a:ext uri="{FF2B5EF4-FFF2-40B4-BE49-F238E27FC236}">
                <a16:creationId xmlns:a16="http://schemas.microsoft.com/office/drawing/2014/main" id="{3B50AB63-638E-DD7B-CF4F-618583AB46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C72759-57D7-02D6-54C1-4600A56F84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6CF653-701A-1840-AE7C-78D8E3A50AF9}" type="slidenum">
              <a:rPr lang="en-US" smtClean="0"/>
              <a:t>‹#›</a:t>
            </a:fld>
            <a:endParaRPr lang="en-US"/>
          </a:p>
        </p:txBody>
      </p:sp>
    </p:spTree>
    <p:extLst>
      <p:ext uri="{BB962C8B-B14F-4D97-AF65-F5344CB8AC3E}">
        <p14:creationId xmlns:p14="http://schemas.microsoft.com/office/powerpoint/2010/main" val="2021581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86B9B4-CBC9-3A48-9A9C-455003932958}" type="datetimeFigureOut">
              <a:rPr lang="en-US" smtClean="0"/>
              <a:t>8/24/25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8F6C56-3E14-034D-AF27-6C904A40B66F}" type="slidenum">
              <a:rPr lang="en-US" smtClean="0"/>
              <a:t>‹#›</a:t>
            </a:fld>
            <a:endParaRPr lang="en-US"/>
          </a:p>
        </p:txBody>
      </p:sp>
    </p:spTree>
    <p:extLst>
      <p:ext uri="{BB962C8B-B14F-4D97-AF65-F5344CB8AC3E}">
        <p14:creationId xmlns:p14="http://schemas.microsoft.com/office/powerpoint/2010/main" val="251038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C204A1-840D-CA41-9990-2FBF1DA0CC27}" type="slidenum">
              <a:rPr lang="en-US" smtClean="0"/>
              <a:t>3</a:t>
            </a:fld>
            <a:endParaRPr lang="en-US"/>
          </a:p>
        </p:txBody>
      </p:sp>
    </p:spTree>
    <p:extLst>
      <p:ext uri="{BB962C8B-B14F-4D97-AF65-F5344CB8AC3E}">
        <p14:creationId xmlns:p14="http://schemas.microsoft.com/office/powerpoint/2010/main" val="423433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841D7A-7318-DF42-A89E-2F30BB3CE33C}" type="slidenum">
              <a:rPr lang="en-US" smtClean="0"/>
              <a:t>5</a:t>
            </a:fld>
            <a:endParaRPr lang="en-US"/>
          </a:p>
        </p:txBody>
      </p:sp>
    </p:spTree>
    <p:extLst>
      <p:ext uri="{BB962C8B-B14F-4D97-AF65-F5344CB8AC3E}">
        <p14:creationId xmlns:p14="http://schemas.microsoft.com/office/powerpoint/2010/main" val="333838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incorporate all four quadrants into your Brand Positioning that then </a:t>
            </a:r>
          </a:p>
        </p:txBody>
      </p:sp>
      <p:sp>
        <p:nvSpPr>
          <p:cNvPr id="4" name="Slide Number Placeholder 3"/>
          <p:cNvSpPr>
            <a:spLocks noGrp="1"/>
          </p:cNvSpPr>
          <p:nvPr>
            <p:ph type="sldNum" sz="quarter" idx="5"/>
          </p:nvPr>
        </p:nvSpPr>
        <p:spPr/>
        <p:txBody>
          <a:bodyPr/>
          <a:lstStyle/>
          <a:p>
            <a:fld id="{44841D7A-7318-DF42-A89E-2F30BB3CE33C}" type="slidenum">
              <a:rPr lang="en-US" smtClean="0"/>
              <a:t>22</a:t>
            </a:fld>
            <a:endParaRPr lang="en-US"/>
          </a:p>
        </p:txBody>
      </p:sp>
    </p:spTree>
    <p:extLst>
      <p:ext uri="{BB962C8B-B14F-4D97-AF65-F5344CB8AC3E}">
        <p14:creationId xmlns:p14="http://schemas.microsoft.com/office/powerpoint/2010/main" val="4183268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1BDBB-E83C-C243-AFC3-CE484FF8185C}" type="slidenum">
              <a:rPr lang="en-US" smtClean="0"/>
              <a:t>26</a:t>
            </a:fld>
            <a:endParaRPr lang="en-US"/>
          </a:p>
        </p:txBody>
      </p:sp>
    </p:spTree>
    <p:extLst>
      <p:ext uri="{BB962C8B-B14F-4D97-AF65-F5344CB8AC3E}">
        <p14:creationId xmlns:p14="http://schemas.microsoft.com/office/powerpoint/2010/main" val="2988262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841D7A-7318-DF42-A89E-2F30BB3CE33C}" type="slidenum">
              <a:rPr lang="en-US" smtClean="0"/>
              <a:t>40</a:t>
            </a:fld>
            <a:endParaRPr lang="en-US"/>
          </a:p>
        </p:txBody>
      </p:sp>
    </p:spTree>
    <p:extLst>
      <p:ext uri="{BB962C8B-B14F-4D97-AF65-F5344CB8AC3E}">
        <p14:creationId xmlns:p14="http://schemas.microsoft.com/office/powerpoint/2010/main" val="3183498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F825C-F5E4-1B7D-E504-DCA4E438FD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23DAC0-5EE8-06A8-EA9F-03470AB51F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59945F-36F7-99DE-3752-71C5FFDFF6E8}"/>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5" name="Footer Placeholder 4">
            <a:extLst>
              <a:ext uri="{FF2B5EF4-FFF2-40B4-BE49-F238E27FC236}">
                <a16:creationId xmlns:a16="http://schemas.microsoft.com/office/drawing/2014/main" id="{65FC03AE-7DEC-0FD1-EF26-0C4D97454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0DCE4C-B2C3-B032-ECCD-C64EDDE307E3}"/>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09152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6BC8-E775-CA73-A9DB-F2818C431D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38340C-3E26-C2DE-51B9-99177BC72B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F8ECB-31A2-E00F-8512-84384FF55AC3}"/>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5" name="Footer Placeholder 4">
            <a:extLst>
              <a:ext uri="{FF2B5EF4-FFF2-40B4-BE49-F238E27FC236}">
                <a16:creationId xmlns:a16="http://schemas.microsoft.com/office/drawing/2014/main" id="{8B9EAAF3-B3B7-05B3-ACC6-E6E744F7F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C2122-FAA1-9C76-35E7-9686C2BBA096}"/>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17796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25716-752C-ACBC-A090-03C691D633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0FE9C3-1D3F-DF64-479C-0C0D948D95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541982-23C2-8D5B-A7FD-57C073D996FE}"/>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5" name="Footer Placeholder 4">
            <a:extLst>
              <a:ext uri="{FF2B5EF4-FFF2-40B4-BE49-F238E27FC236}">
                <a16:creationId xmlns:a16="http://schemas.microsoft.com/office/drawing/2014/main" id="{6E950077-7C40-ADA4-47D4-2B193D321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C6976-8248-AE96-9C52-CB230AC518C3}"/>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2802958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5A103-A14D-F7E0-07FA-015F53EF94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5BA737-868B-3B1A-3AB3-884EE18C0C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A051DF-E35C-E592-0252-F87D168A9C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23C2A0-24D4-E4E0-0749-9384302C5D71}"/>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6" name="Footer Placeholder 5">
            <a:extLst>
              <a:ext uri="{FF2B5EF4-FFF2-40B4-BE49-F238E27FC236}">
                <a16:creationId xmlns:a16="http://schemas.microsoft.com/office/drawing/2014/main" id="{10C6063D-9FBC-C034-E425-1A39A3B22C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9338A-837D-968D-5396-9CB50070DA89}"/>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2844397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45D7-A65A-512B-3010-6F61F31080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90EDDB-C065-8383-902D-0E3FF7C2A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621A7D-01D2-B6C1-BE24-FDDA9B1A8D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BA3CD-AE96-8DF8-1293-70DB272E3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4A757-8389-B31E-8F26-E06CEAEDD7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8CC1EC-6AE0-DF42-0550-E3EDDEE13385}"/>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8" name="Footer Placeholder 7">
            <a:extLst>
              <a:ext uri="{FF2B5EF4-FFF2-40B4-BE49-F238E27FC236}">
                <a16:creationId xmlns:a16="http://schemas.microsoft.com/office/drawing/2014/main" id="{B16C73C6-F740-DCA2-86A2-9A6BE06375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2A308D-1C73-6310-3440-97565633BFF2}"/>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870910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0C5EF-AC39-B2FB-30CE-8360CF7774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F46F6C-29BF-239E-2507-FAEB360F5ED4}"/>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5" name="Slide Number Placeholder 4">
            <a:extLst>
              <a:ext uri="{FF2B5EF4-FFF2-40B4-BE49-F238E27FC236}">
                <a16:creationId xmlns:a16="http://schemas.microsoft.com/office/drawing/2014/main" id="{D3F10048-BAC3-508D-C518-32466EFF9987}"/>
              </a:ext>
            </a:extLst>
          </p:cNvPr>
          <p:cNvSpPr>
            <a:spLocks noGrp="1"/>
          </p:cNvSpPr>
          <p:nvPr>
            <p:ph type="sldNum" sz="quarter" idx="12"/>
          </p:nvPr>
        </p:nvSpPr>
        <p:spPr/>
        <p:txBody>
          <a:bodyPr/>
          <a:lstStyle/>
          <a:p>
            <a:fld id="{2ADE4FCF-A6C5-1446-A3B3-DDF1BB577287}" type="slidenum">
              <a:rPr lang="en-US" smtClean="0"/>
              <a:t>‹#›</a:t>
            </a:fld>
            <a:endParaRPr lang="en-US"/>
          </a:p>
        </p:txBody>
      </p:sp>
      <p:pic>
        <p:nvPicPr>
          <p:cNvPr id="6" name="Picture 5">
            <a:extLst>
              <a:ext uri="{FF2B5EF4-FFF2-40B4-BE49-F238E27FC236}">
                <a16:creationId xmlns:a16="http://schemas.microsoft.com/office/drawing/2014/main" id="{1DE12363-2680-F1E9-B937-023F13CC666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3789736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A0C81-4B14-87A6-52CD-D45ADDE1ACA2}"/>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4" name="Slide Number Placeholder 3">
            <a:extLst>
              <a:ext uri="{FF2B5EF4-FFF2-40B4-BE49-F238E27FC236}">
                <a16:creationId xmlns:a16="http://schemas.microsoft.com/office/drawing/2014/main" id="{04BC8E38-11C0-9080-CB65-1A71AA59AD13}"/>
              </a:ext>
            </a:extLst>
          </p:cNvPr>
          <p:cNvSpPr>
            <a:spLocks noGrp="1"/>
          </p:cNvSpPr>
          <p:nvPr>
            <p:ph type="sldNum" sz="quarter" idx="12"/>
          </p:nvPr>
        </p:nvSpPr>
        <p:spPr/>
        <p:txBody>
          <a:bodyPr/>
          <a:lstStyle/>
          <a:p>
            <a:fld id="{2ADE4FCF-A6C5-1446-A3B3-DDF1BB577287}" type="slidenum">
              <a:rPr lang="en-US" smtClean="0"/>
              <a:t>‹#›</a:t>
            </a:fld>
            <a:endParaRPr lang="en-US"/>
          </a:p>
        </p:txBody>
      </p:sp>
      <p:pic>
        <p:nvPicPr>
          <p:cNvPr id="5" name="Picture 4">
            <a:extLst>
              <a:ext uri="{FF2B5EF4-FFF2-40B4-BE49-F238E27FC236}">
                <a16:creationId xmlns:a16="http://schemas.microsoft.com/office/drawing/2014/main" id="{337EE7DC-D57E-D899-B97A-295AAD6716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63005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CCCD1-902E-2973-FE0F-A431829F43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AB8E58-58E4-5966-CC5B-73B82EB275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7DB433-0909-ACF3-5661-ACB8DF397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7D3AE-D6DA-168B-8B19-619CA15E5019}"/>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6" name="Footer Placeholder 5">
            <a:extLst>
              <a:ext uri="{FF2B5EF4-FFF2-40B4-BE49-F238E27FC236}">
                <a16:creationId xmlns:a16="http://schemas.microsoft.com/office/drawing/2014/main" id="{EFCCB074-48F2-6E75-C539-4C207B518B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3800FD-4994-13E7-6AC5-E5D0867450FD}"/>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178375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C78B-2C50-6A69-682A-ACC7C3E81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39889B-AFDB-821D-050C-B99FA2B11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A9CB8A-E14C-F7DC-549F-BC39A04C9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C17124-6E91-38DB-FF22-352D1D40AA00}"/>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6" name="Footer Placeholder 5">
            <a:extLst>
              <a:ext uri="{FF2B5EF4-FFF2-40B4-BE49-F238E27FC236}">
                <a16:creationId xmlns:a16="http://schemas.microsoft.com/office/drawing/2014/main" id="{C43EF5AB-6238-0E11-C6BC-4228674A2D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A24D13-6EC4-D52A-7AC9-3F75243D88E9}"/>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183041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E4C57-E42E-0592-F949-1B238DE95B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B91ACA-62B9-6C02-C611-F7178423C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5E0836-8D93-73D1-3F68-53235637BFF3}"/>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5" name="Footer Placeholder 4">
            <a:extLst>
              <a:ext uri="{FF2B5EF4-FFF2-40B4-BE49-F238E27FC236}">
                <a16:creationId xmlns:a16="http://schemas.microsoft.com/office/drawing/2014/main" id="{4A4A98AE-92EB-2341-F0E1-29391AF32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C988C-8FAA-63C3-E577-E11FF91F4682}"/>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1314787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BCC19B-2113-DDB2-F0CA-956A1DAF0E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2D7049-D5C6-2574-8246-E3AA62A195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AD8DD-EF49-6528-1DAB-805B88512829}"/>
              </a:ext>
            </a:extLst>
          </p:cNvPr>
          <p:cNvSpPr>
            <a:spLocks noGrp="1"/>
          </p:cNvSpPr>
          <p:nvPr>
            <p:ph type="dt" sz="half" idx="10"/>
          </p:nvPr>
        </p:nvSpPr>
        <p:spPr/>
        <p:txBody>
          <a:bodyPr/>
          <a:lstStyle/>
          <a:p>
            <a:fld id="{2F094B0E-DFF7-024B-A1B7-263AA7331561}" type="datetimeFigureOut">
              <a:rPr lang="en-US" smtClean="0"/>
              <a:t>8/24/25</a:t>
            </a:fld>
            <a:endParaRPr lang="en-US"/>
          </a:p>
        </p:txBody>
      </p:sp>
      <p:sp>
        <p:nvSpPr>
          <p:cNvPr id="5" name="Footer Placeholder 4">
            <a:extLst>
              <a:ext uri="{FF2B5EF4-FFF2-40B4-BE49-F238E27FC236}">
                <a16:creationId xmlns:a16="http://schemas.microsoft.com/office/drawing/2014/main" id="{AD556047-AA88-E394-47CF-FA2B25D0E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55A95-AAD8-CAFF-F395-83C566A08925}"/>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685707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Kate Burda &amp; Co. - Title 3">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Rectangle 8"/>
          <p:cNvSpPr/>
          <p:nvPr userDrawn="1"/>
        </p:nvSpPr>
        <p:spPr>
          <a:xfrm>
            <a:off x="0" y="914400"/>
            <a:ext cx="12192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CAC8C8"/>
              </a:solidFill>
            </a:endParaRPr>
          </a:p>
        </p:txBody>
      </p:sp>
      <p:sp>
        <p:nvSpPr>
          <p:cNvPr id="15" name="Picture Placeholder 14"/>
          <p:cNvSpPr>
            <a:spLocks noGrp="1"/>
          </p:cNvSpPr>
          <p:nvPr>
            <p:ph type="pic" sz="quarter" idx="10"/>
          </p:nvPr>
        </p:nvSpPr>
        <p:spPr>
          <a:xfrm>
            <a:off x="0" y="914400"/>
            <a:ext cx="12192000" cy="5943600"/>
          </a:xfrm>
        </p:spPr>
        <p:txBody>
          <a:bodyPr/>
          <a:lstStyle/>
          <a:p>
            <a:endParaRPr lang="en-US"/>
          </a:p>
        </p:txBody>
      </p:sp>
      <p:sp>
        <p:nvSpPr>
          <p:cNvPr id="11" name="Title 1"/>
          <p:cNvSpPr>
            <a:spLocks noGrp="1"/>
          </p:cNvSpPr>
          <p:nvPr>
            <p:ph type="ctrTitle" hasCustomPrompt="1"/>
          </p:nvPr>
        </p:nvSpPr>
        <p:spPr>
          <a:xfrm>
            <a:off x="1524000" y="228601"/>
            <a:ext cx="10363200" cy="430887"/>
          </a:xfrm>
        </p:spPr>
        <p:txBody>
          <a:bodyPr/>
          <a:lstStyle>
            <a:lvl1pPr algn="r">
              <a:defRPr sz="2800" b="1" baseline="0">
                <a:solidFill>
                  <a:srgbClr val="8A8C8C"/>
                </a:solidFill>
                <a:latin typeface="Franklin Gothic Book" panose="020B0503020102020204" pitchFamily="34" charset="0"/>
              </a:defRPr>
            </a:lvl1pPr>
          </a:lstStyle>
          <a:p>
            <a:r>
              <a:rPr lang="en-US"/>
              <a:t>Click to Insert Title Here</a:t>
            </a:r>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860" y="-716347"/>
            <a:ext cx="1727363" cy="2423291"/>
          </a:xfrm>
          <a:prstGeom prst="rect">
            <a:avLst/>
          </a:prstGeom>
        </p:spPr>
      </p:pic>
      <p:sp>
        <p:nvSpPr>
          <p:cNvPr id="7" name="Holder 4">
            <a:extLst>
              <a:ext uri="{FF2B5EF4-FFF2-40B4-BE49-F238E27FC236}">
                <a16:creationId xmlns:a16="http://schemas.microsoft.com/office/drawing/2014/main" id="{9581F233-BCDC-1D47-8FFD-154F2846ECEA}"/>
              </a:ext>
            </a:extLst>
          </p:cNvPr>
          <p:cNvSpPr>
            <a:spLocks noGrp="1"/>
          </p:cNvSpPr>
          <p:nvPr>
            <p:ph type="sldNum" sz="quarter" idx="7"/>
          </p:nvPr>
        </p:nvSpPr>
        <p:spPr>
          <a:xfrm>
            <a:off x="11176000" y="6377940"/>
            <a:ext cx="406400" cy="246221"/>
          </a:xfrm>
        </p:spPr>
        <p:txBody>
          <a:bodyPr lIns="0" tIns="0" rIns="0" bIns="0"/>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48231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64B4F5-B3EC-E9D8-A1A7-D7DA1DE0E4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3416203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5" name="Rectangle 4">
            <a:extLst>
              <a:ext uri="{FF2B5EF4-FFF2-40B4-BE49-F238E27FC236}">
                <a16:creationId xmlns:a16="http://schemas.microsoft.com/office/drawing/2014/main" id="{7F5ED4CF-792E-3945-926D-4FAABFB91DAC}"/>
              </a:ext>
            </a:extLst>
          </p:cNvPr>
          <p:cNvSpPr/>
          <p:nvPr userDrawn="1"/>
        </p:nvSpPr>
        <p:spPr>
          <a:xfrm>
            <a:off x="0" y="1"/>
            <a:ext cx="12192000" cy="594732"/>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87446" y="67073"/>
            <a:ext cx="11617108" cy="430887"/>
          </a:xfrm>
        </p:spPr>
        <p:txBody>
          <a:bodyPr lIns="0" tIns="0" rIns="0" bIns="0"/>
          <a:lstStyle>
            <a:lvl1pPr algn="ctr">
              <a:defRPr sz="2800" b="0" i="0">
                <a:solidFill>
                  <a:srgbClr val="8A8C8C"/>
                </a:solidFill>
                <a:latin typeface="Franklin Gothic Book" panose="020B0503020102020204" pitchFamily="34" charset="0"/>
                <a:cs typeface="Arial"/>
              </a:defRPr>
            </a:lvl1pPr>
          </a:lstStyle>
          <a:p>
            <a:endParaRPr/>
          </a:p>
        </p:txBody>
      </p:sp>
      <p:pic>
        <p:nvPicPr>
          <p:cNvPr id="7" name="Picture 6">
            <a:extLst>
              <a:ext uri="{FF2B5EF4-FFF2-40B4-BE49-F238E27FC236}">
                <a16:creationId xmlns:a16="http://schemas.microsoft.com/office/drawing/2014/main" id="{C1CFD3D5-0D87-68F5-D6E5-DA955E54194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3832170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Kate Burda &amp; Co. - Title 2">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7" name="Picture 6" descr="kb_PPT-Template-01.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5640"/>
            <a:ext cx="8331200" cy="6359760"/>
          </a:xfrm>
          <a:prstGeom prst="rect">
            <a:avLst/>
          </a:prstGeom>
        </p:spPr>
      </p:pic>
      <p:sp>
        <p:nvSpPr>
          <p:cNvPr id="9" name="Rectangle 8"/>
          <p:cNvSpPr/>
          <p:nvPr userDrawn="1"/>
        </p:nvSpPr>
        <p:spPr>
          <a:xfrm>
            <a:off x="0" y="914400"/>
            <a:ext cx="12192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CAC8C8"/>
              </a:solidFill>
            </a:endParaRPr>
          </a:p>
        </p:txBody>
      </p:sp>
      <p:sp>
        <p:nvSpPr>
          <p:cNvPr id="11" name="Title 1"/>
          <p:cNvSpPr>
            <a:spLocks noGrp="1"/>
          </p:cNvSpPr>
          <p:nvPr>
            <p:ph type="ctrTitle" hasCustomPrompt="1"/>
          </p:nvPr>
        </p:nvSpPr>
        <p:spPr>
          <a:xfrm>
            <a:off x="1828800" y="1676408"/>
            <a:ext cx="10363200" cy="1661993"/>
          </a:xfrm>
        </p:spPr>
        <p:txBody>
          <a:bodyPr/>
          <a:lstStyle>
            <a:lvl1pPr>
              <a:defRPr baseline="0">
                <a:solidFill>
                  <a:srgbClr val="8A8C8C"/>
                </a:solidFill>
              </a:defRPr>
            </a:lvl1pPr>
          </a:lstStyle>
          <a:p>
            <a:r>
              <a:rPr lang="en-US"/>
              <a:t>Click to </a:t>
            </a:r>
            <a:br>
              <a:rPr lang="en-US"/>
            </a:br>
            <a:r>
              <a:rPr lang="en-US"/>
              <a:t>Insert Title</a:t>
            </a:r>
            <a:br>
              <a:rPr lang="en-US"/>
            </a:br>
            <a:r>
              <a:rPr lang="en-US"/>
              <a:t>Here</a:t>
            </a:r>
          </a:p>
        </p:txBody>
      </p:sp>
      <p:sp>
        <p:nvSpPr>
          <p:cNvPr id="13" name="Text Placeholder 2"/>
          <p:cNvSpPr>
            <a:spLocks noGrp="1"/>
          </p:cNvSpPr>
          <p:nvPr>
            <p:ph type="body" idx="1" hasCustomPrompt="1"/>
          </p:nvPr>
        </p:nvSpPr>
        <p:spPr>
          <a:xfrm>
            <a:off x="1828800" y="5334000"/>
            <a:ext cx="10363200" cy="381000"/>
          </a:xfrm>
        </p:spPr>
        <p:txBody>
          <a:bodyPr anchor="t">
            <a:normAutofit/>
          </a:bodyPr>
          <a:lstStyle>
            <a:lvl1pPr marL="0" indent="0">
              <a:buNone/>
              <a:defRPr sz="1400">
                <a:solidFill>
                  <a:schemeClr val="tx1">
                    <a:tint val="75000"/>
                  </a:schemeClr>
                </a:solidFill>
              </a:defRPr>
            </a:lvl1pPr>
            <a:lvl2pPr marL="457167" indent="0">
              <a:buNone/>
              <a:defRPr sz="1800">
                <a:solidFill>
                  <a:schemeClr val="tx1">
                    <a:tint val="75000"/>
                  </a:schemeClr>
                </a:solidFill>
              </a:defRPr>
            </a:lvl2pPr>
            <a:lvl3pPr marL="914332" indent="0">
              <a:buNone/>
              <a:defRPr sz="1600">
                <a:solidFill>
                  <a:schemeClr val="tx1">
                    <a:tint val="75000"/>
                  </a:schemeClr>
                </a:solidFill>
              </a:defRPr>
            </a:lvl3pPr>
            <a:lvl4pPr marL="1371498" indent="0">
              <a:buNone/>
              <a:defRPr sz="1400">
                <a:solidFill>
                  <a:schemeClr val="tx1">
                    <a:tint val="75000"/>
                  </a:schemeClr>
                </a:solidFill>
              </a:defRPr>
            </a:lvl4pPr>
            <a:lvl5pPr marL="1828664" indent="0">
              <a:buNone/>
              <a:defRPr sz="1400">
                <a:solidFill>
                  <a:schemeClr val="tx1">
                    <a:tint val="75000"/>
                  </a:schemeClr>
                </a:solidFill>
              </a:defRPr>
            </a:lvl5pPr>
            <a:lvl6pPr marL="2285830" indent="0">
              <a:buNone/>
              <a:defRPr sz="1400">
                <a:solidFill>
                  <a:schemeClr val="tx1">
                    <a:tint val="75000"/>
                  </a:schemeClr>
                </a:solidFill>
              </a:defRPr>
            </a:lvl6pPr>
            <a:lvl7pPr marL="2742994" indent="0">
              <a:buNone/>
              <a:defRPr sz="1400">
                <a:solidFill>
                  <a:schemeClr val="tx1">
                    <a:tint val="75000"/>
                  </a:schemeClr>
                </a:solidFill>
              </a:defRPr>
            </a:lvl7pPr>
            <a:lvl8pPr marL="3200160" indent="0">
              <a:buNone/>
              <a:defRPr sz="1400">
                <a:solidFill>
                  <a:schemeClr val="tx1">
                    <a:tint val="75000"/>
                  </a:schemeClr>
                </a:solidFill>
              </a:defRPr>
            </a:lvl8pPr>
            <a:lvl9pPr marL="3657327" indent="0">
              <a:buNone/>
              <a:defRPr sz="1400">
                <a:solidFill>
                  <a:schemeClr val="tx1">
                    <a:tint val="75000"/>
                  </a:schemeClr>
                </a:solidFill>
              </a:defRPr>
            </a:lvl9pPr>
          </a:lstStyle>
          <a:p>
            <a:pPr lvl="0"/>
            <a:r>
              <a:rPr lang="en-US"/>
              <a:t>Additional Information</a:t>
            </a:r>
          </a:p>
        </p:txBody>
      </p:sp>
    </p:spTree>
    <p:extLst>
      <p:ext uri="{BB962C8B-B14F-4D97-AF65-F5344CB8AC3E}">
        <p14:creationId xmlns:p14="http://schemas.microsoft.com/office/powerpoint/2010/main" val="366201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87446" y="67073"/>
            <a:ext cx="11617108" cy="430887"/>
          </a:xfrm>
        </p:spPr>
        <p:txBody>
          <a:bodyPr lIns="0" tIns="0" rIns="0" bIns="0"/>
          <a:lstStyle>
            <a:lvl1pPr algn="ctr">
              <a:defRPr sz="2800" b="0" i="0">
                <a:solidFill>
                  <a:srgbClr val="8A8C8C"/>
                </a:solidFill>
                <a:latin typeface="Franklin Gothic Book" panose="020B0503020102020204" pitchFamily="34" charset="0"/>
                <a:cs typeface="Arial"/>
              </a:defRPr>
            </a:lvl1pPr>
          </a:lstStyle>
          <a:p>
            <a:endParaRPr/>
          </a:p>
        </p:txBody>
      </p:sp>
      <p:pic>
        <p:nvPicPr>
          <p:cNvPr id="5" name="Picture 4">
            <a:extLst>
              <a:ext uri="{FF2B5EF4-FFF2-40B4-BE49-F238E27FC236}">
                <a16:creationId xmlns:a16="http://schemas.microsoft.com/office/drawing/2014/main" id="{AD442EE0-1B84-B132-9CEA-BE6D264255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1854380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8A8C8C"/>
                </a:solidFill>
                <a:latin typeface="Arial"/>
                <a:cs typeface="Arial"/>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44245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3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5" name="Rectangle 4">
            <a:extLst>
              <a:ext uri="{FF2B5EF4-FFF2-40B4-BE49-F238E27FC236}">
                <a16:creationId xmlns:a16="http://schemas.microsoft.com/office/drawing/2014/main" id="{7F5ED4CF-792E-3945-926D-4FAABFB91DAC}"/>
              </a:ext>
            </a:extLst>
          </p:cNvPr>
          <p:cNvSpPr/>
          <p:nvPr userDrawn="1"/>
        </p:nvSpPr>
        <p:spPr>
          <a:xfrm>
            <a:off x="0" y="1"/>
            <a:ext cx="12192000" cy="594732"/>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87446" y="67073"/>
            <a:ext cx="11617108" cy="430887"/>
          </a:xfrm>
        </p:spPr>
        <p:txBody>
          <a:bodyPr lIns="0" tIns="0" rIns="0" bIns="0"/>
          <a:lstStyle>
            <a:lvl1pPr algn="ctr">
              <a:defRPr sz="2800" b="0" i="0">
                <a:solidFill>
                  <a:srgbClr val="8A8C8C"/>
                </a:solidFill>
                <a:latin typeface="Franklin Gothic Book" panose="020B0503020102020204" pitchFamily="34" charset="0"/>
                <a:cs typeface="Arial"/>
              </a:defRPr>
            </a:lvl1pPr>
          </a:lstStyle>
          <a:p>
            <a:endParaRPr/>
          </a:p>
        </p:txBody>
      </p:sp>
      <p:pic>
        <p:nvPicPr>
          <p:cNvPr id="6" name="Picture 5">
            <a:extLst>
              <a:ext uri="{FF2B5EF4-FFF2-40B4-BE49-F238E27FC236}">
                <a16:creationId xmlns:a16="http://schemas.microsoft.com/office/drawing/2014/main" id="{87FEE4A1-3E5A-3384-D922-A5279BA0A4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30478531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4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5" name="Rectangle 4">
            <a:extLst>
              <a:ext uri="{FF2B5EF4-FFF2-40B4-BE49-F238E27FC236}">
                <a16:creationId xmlns:a16="http://schemas.microsoft.com/office/drawing/2014/main" id="{7F5ED4CF-792E-3945-926D-4FAABFB91DAC}"/>
              </a:ext>
            </a:extLst>
          </p:cNvPr>
          <p:cNvSpPr/>
          <p:nvPr userDrawn="1"/>
        </p:nvSpPr>
        <p:spPr>
          <a:xfrm>
            <a:off x="0" y="1"/>
            <a:ext cx="12192000" cy="594732"/>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87446" y="67073"/>
            <a:ext cx="11617108" cy="430887"/>
          </a:xfrm>
        </p:spPr>
        <p:txBody>
          <a:bodyPr lIns="0" tIns="0" rIns="0" bIns="0"/>
          <a:lstStyle>
            <a:lvl1pPr algn="ctr">
              <a:defRPr sz="2800" b="0" i="0">
                <a:solidFill>
                  <a:srgbClr val="8A8C8C"/>
                </a:solidFill>
                <a:latin typeface="Franklin Gothic Book" panose="020B0503020102020204" pitchFamily="34" charset="0"/>
                <a:cs typeface="Arial"/>
              </a:defRPr>
            </a:lvl1pPr>
          </a:lstStyle>
          <a:p>
            <a:endParaRPr/>
          </a:p>
        </p:txBody>
      </p:sp>
      <p:pic>
        <p:nvPicPr>
          <p:cNvPr id="6" name="Picture 5">
            <a:extLst>
              <a:ext uri="{FF2B5EF4-FFF2-40B4-BE49-F238E27FC236}">
                <a16:creationId xmlns:a16="http://schemas.microsoft.com/office/drawing/2014/main" id="{F7FE8E36-6DA2-538D-60AA-28E20C8BD90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2991555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5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5" name="Picture 4">
            <a:extLst>
              <a:ext uri="{FF2B5EF4-FFF2-40B4-BE49-F238E27FC236}">
                <a16:creationId xmlns:a16="http://schemas.microsoft.com/office/drawing/2014/main" id="{3A0D43EF-5490-42E6-6E1F-DEF33529BF4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1002712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6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5" name="Rectangle 4">
            <a:extLst>
              <a:ext uri="{FF2B5EF4-FFF2-40B4-BE49-F238E27FC236}">
                <a16:creationId xmlns:a16="http://schemas.microsoft.com/office/drawing/2014/main" id="{7F5ED4CF-792E-3945-926D-4FAABFB91DAC}"/>
              </a:ext>
            </a:extLst>
          </p:cNvPr>
          <p:cNvSpPr/>
          <p:nvPr userDrawn="1"/>
        </p:nvSpPr>
        <p:spPr>
          <a:xfrm>
            <a:off x="0" y="1"/>
            <a:ext cx="12192000" cy="594732"/>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87446" y="67073"/>
            <a:ext cx="11617108" cy="430887"/>
          </a:xfrm>
        </p:spPr>
        <p:txBody>
          <a:bodyPr lIns="0" tIns="0" rIns="0" bIns="0"/>
          <a:lstStyle>
            <a:lvl1pPr algn="ctr">
              <a:defRPr sz="2800" b="0" i="0">
                <a:solidFill>
                  <a:srgbClr val="8A8C8C"/>
                </a:solidFill>
                <a:latin typeface="Franklin Gothic Book" panose="020B0503020102020204" pitchFamily="34" charset="0"/>
                <a:cs typeface="Arial"/>
              </a:defRPr>
            </a:lvl1pPr>
          </a:lstStyle>
          <a:p>
            <a:endParaRPr/>
          </a:p>
        </p:txBody>
      </p:sp>
      <p:pic>
        <p:nvPicPr>
          <p:cNvPr id="6" name="Picture 5">
            <a:extLst>
              <a:ext uri="{FF2B5EF4-FFF2-40B4-BE49-F238E27FC236}">
                <a16:creationId xmlns:a16="http://schemas.microsoft.com/office/drawing/2014/main" id="{DE777316-E3AB-10F5-B1A2-D428D6941E3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4290269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4350708" y="911763"/>
            <a:ext cx="3490585" cy="387798"/>
          </a:xfrm>
          <a:prstGeom prst="rect">
            <a:avLst/>
          </a:prstGeom>
        </p:spPr>
        <p:txBody>
          <a:bodyPr wrap="square" lIns="0" tIns="0" rIns="0" bIns="0">
            <a:spAutoFit/>
          </a:bodyPr>
          <a:lstStyle>
            <a:lvl1pPr>
              <a:defRPr sz="2800" b="0" i="0">
                <a:solidFill>
                  <a:schemeClr val="bg1"/>
                </a:solidFill>
                <a:latin typeface="Arial"/>
                <a:cs typeface="Arial"/>
              </a:defRPr>
            </a:lvl1pPr>
          </a:lstStyle>
          <a:p>
            <a:endParaRPr/>
          </a:p>
        </p:txBody>
      </p:sp>
      <p:sp>
        <p:nvSpPr>
          <p:cNvPr id="3" name="Holder 3"/>
          <p:cNvSpPr>
            <a:spLocks noGrp="1"/>
          </p:cNvSpPr>
          <p:nvPr>
            <p:ph type="subTitle" idx="4"/>
          </p:nvPr>
        </p:nvSpPr>
        <p:spPr>
          <a:xfrm>
            <a:off x="1828800" y="3840481"/>
            <a:ext cx="853440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7" name="Picture 6">
            <a:extLst>
              <a:ext uri="{FF2B5EF4-FFF2-40B4-BE49-F238E27FC236}">
                <a16:creationId xmlns:a16="http://schemas.microsoft.com/office/drawing/2014/main" id="{BA8945F7-1706-4613-BF31-568E85A47E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100065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2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149601" y="53202"/>
            <a:ext cx="5727665" cy="553997"/>
          </a:xfrm>
        </p:spPr>
        <p:txBody>
          <a:bodyPr lIns="0" tIns="0" rIns="0" bIns="0"/>
          <a:lstStyle>
            <a:lvl1pPr algn="ctr">
              <a:defRPr sz="3600" b="0" i="0">
                <a:solidFill>
                  <a:schemeClr val="tx1"/>
                </a:solidFill>
                <a:latin typeface="Franklin Gothic Book"/>
                <a:cs typeface="Franklin Gothic Book"/>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4" name="Picture 3">
            <a:extLst>
              <a:ext uri="{FF2B5EF4-FFF2-40B4-BE49-F238E27FC236}">
                <a16:creationId xmlns:a16="http://schemas.microsoft.com/office/drawing/2014/main" id="{6F1D7E73-92BC-6EDB-771A-A09136443E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
        <p:nvSpPr>
          <p:cNvPr id="8" name="Rectangle 7">
            <a:extLst>
              <a:ext uri="{FF2B5EF4-FFF2-40B4-BE49-F238E27FC236}">
                <a16:creationId xmlns:a16="http://schemas.microsoft.com/office/drawing/2014/main" id="{A773F062-A581-59A7-0A07-2125BBD0B137}"/>
              </a:ext>
            </a:extLst>
          </p:cNvPr>
          <p:cNvSpPr/>
          <p:nvPr userDrawn="1"/>
        </p:nvSpPr>
        <p:spPr>
          <a:xfrm>
            <a:off x="0" y="1"/>
            <a:ext cx="12192000" cy="594732"/>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4844969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3_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335046" y="5882641"/>
            <a:ext cx="993588" cy="990599"/>
          </a:xfrm>
          <a:prstGeom prst="rect">
            <a:avLst/>
          </a:prstGeom>
          <a:blipFill>
            <a:blip r:embed="rId2" cstate="print"/>
            <a:stretch>
              <a:fillRect/>
            </a:stretch>
          </a:blipFill>
        </p:spPr>
        <p:txBody>
          <a:bodyPr wrap="square" lIns="0" tIns="0" rIns="0" bIns="0" rtlCol="0"/>
          <a:lstStyle/>
          <a:p>
            <a:endParaRPr sz="2400"/>
          </a:p>
        </p:txBody>
      </p:sp>
      <p:sp>
        <p:nvSpPr>
          <p:cNvPr id="29" name="bk object 29"/>
          <p:cNvSpPr/>
          <p:nvPr/>
        </p:nvSpPr>
        <p:spPr>
          <a:xfrm>
            <a:off x="0" y="1"/>
            <a:ext cx="12192000" cy="660400"/>
          </a:xfrm>
          <a:custGeom>
            <a:avLst/>
            <a:gdLst/>
            <a:ahLst/>
            <a:cxnLst/>
            <a:rect l="l" t="t" r="r" b="b"/>
            <a:pathLst>
              <a:path w="9144000" h="660400">
                <a:moveTo>
                  <a:pt x="0" y="660398"/>
                </a:moveTo>
                <a:lnTo>
                  <a:pt x="9143998" y="660398"/>
                </a:lnTo>
                <a:lnTo>
                  <a:pt x="9143998" y="0"/>
                </a:lnTo>
                <a:lnTo>
                  <a:pt x="0" y="0"/>
                </a:lnTo>
                <a:lnTo>
                  <a:pt x="0" y="660398"/>
                </a:lnTo>
                <a:close/>
              </a:path>
            </a:pathLst>
          </a:custGeom>
          <a:solidFill>
            <a:srgbClr val="E0E0E0"/>
          </a:solidFill>
        </p:spPr>
        <p:txBody>
          <a:bodyPr wrap="square" lIns="0" tIns="0" rIns="0" bIns="0" rtlCol="0"/>
          <a:lstStyle/>
          <a:p>
            <a:endParaRPr sz="2400"/>
          </a:p>
        </p:txBody>
      </p:sp>
      <p:sp>
        <p:nvSpPr>
          <p:cNvPr id="30" name="bk object 30"/>
          <p:cNvSpPr/>
          <p:nvPr/>
        </p:nvSpPr>
        <p:spPr>
          <a:xfrm>
            <a:off x="0" y="2"/>
            <a:ext cx="12191997" cy="660399"/>
          </a:xfrm>
          <a:prstGeom prst="rect">
            <a:avLst/>
          </a:prstGeom>
          <a:blipFill>
            <a:blip r:embed="rId3" cstate="print"/>
            <a:stretch>
              <a:fillRect/>
            </a:stretch>
          </a:blipFill>
        </p:spPr>
        <p:txBody>
          <a:bodyPr wrap="square" lIns="0" tIns="0" rIns="0" bIns="0" rtlCol="0"/>
          <a:lstStyle/>
          <a:p>
            <a:pPr algn="ctr"/>
            <a:endParaRPr sz="2400"/>
          </a:p>
        </p:txBody>
      </p:sp>
      <p:sp>
        <p:nvSpPr>
          <p:cNvPr id="2" name="Holder 2"/>
          <p:cNvSpPr>
            <a:spLocks noGrp="1"/>
          </p:cNvSpPr>
          <p:nvPr>
            <p:ph type="title"/>
          </p:nvPr>
        </p:nvSpPr>
        <p:spPr>
          <a:xfrm>
            <a:off x="3149601" y="53202"/>
            <a:ext cx="5727665" cy="553997"/>
          </a:xfrm>
        </p:spPr>
        <p:txBody>
          <a:bodyPr lIns="0" tIns="0" rIns="0" bIns="0"/>
          <a:lstStyle>
            <a:lvl1pPr algn="ctr">
              <a:defRPr sz="3600" b="0" i="0">
                <a:solidFill>
                  <a:schemeClr val="tx1"/>
                </a:solidFill>
                <a:latin typeface="Franklin Gothic Book"/>
                <a:cs typeface="Franklin Gothic Book"/>
              </a:defRPr>
            </a:lvl1pPr>
          </a:lstStyle>
          <a:p>
            <a:endParaRPr/>
          </a:p>
        </p:txBody>
      </p:sp>
      <p:sp>
        <p:nvSpPr>
          <p:cNvPr id="5" name="Holder 5"/>
          <p:cNvSpPr>
            <a:spLocks noGrp="1"/>
          </p:cNvSpPr>
          <p:nvPr>
            <p:ph type="ftr" sz="quarter" idx="5"/>
          </p:nvPr>
        </p:nvSpPr>
        <p:spPr>
          <a:xfrm>
            <a:off x="4145280" y="6377941"/>
            <a:ext cx="3373120" cy="369332"/>
          </a:xfr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0080345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A3F80-B0DC-5073-EAAC-569125EC11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ABFD91-C27E-B00C-8CDB-60EB6AECB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9D7B8-A44E-0B01-9433-C497DEE559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094B0E-DFF7-024B-A1B7-263AA7331561}" type="datetimeFigureOut">
              <a:rPr lang="en-US" smtClean="0"/>
              <a:t>8/24/25</a:t>
            </a:fld>
            <a:endParaRPr lang="en-US"/>
          </a:p>
        </p:txBody>
      </p:sp>
      <p:sp>
        <p:nvSpPr>
          <p:cNvPr id="5" name="Footer Placeholder 4">
            <a:extLst>
              <a:ext uri="{FF2B5EF4-FFF2-40B4-BE49-F238E27FC236}">
                <a16:creationId xmlns:a16="http://schemas.microsoft.com/office/drawing/2014/main" id="{162E797E-D5B9-035C-BF2F-5DA9B04DB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6DE664-9CDB-B813-BF13-005E69CF66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DE4FCF-A6C5-1446-A3B3-DDF1BB577287}" type="slidenum">
              <a:rPr lang="en-US" smtClean="0"/>
              <a:t>‹#›</a:t>
            </a:fld>
            <a:endParaRPr lang="en-US"/>
          </a:p>
        </p:txBody>
      </p:sp>
    </p:spTree>
    <p:extLst>
      <p:ext uri="{BB962C8B-B14F-4D97-AF65-F5344CB8AC3E}">
        <p14:creationId xmlns:p14="http://schemas.microsoft.com/office/powerpoint/2010/main" val="2223491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1" r:id="rId22"/>
    <p:sldLayoutId id="2147483672" r:id="rId23"/>
    <p:sldLayoutId id="2147483673"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emf"/><Relationship Id="rId4" Type="http://schemas.openxmlformats.org/officeDocument/2006/relationships/image" Target="../media/image10.emf"/><Relationship Id="rId5" Type="http://schemas.openxmlformats.org/officeDocument/2006/relationships/image" Target="../media/image11.emf"/><Relationship Id="rId6" Type="http://schemas.openxmlformats.org/officeDocument/2006/relationships/image" Target="../media/image12.emf"/><Relationship Id="rId7" Type="http://schemas.openxmlformats.org/officeDocument/2006/relationships/image" Target="../media/image8.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61.emf"/><Relationship Id="rId4" Type="http://schemas.openxmlformats.org/officeDocument/2006/relationships/image" Target="../media/image62.emf"/><Relationship Id="rId5" Type="http://schemas.openxmlformats.org/officeDocument/2006/relationships/image" Target="../media/image63.emf"/><Relationship Id="rId6" Type="http://schemas.openxmlformats.org/officeDocument/2006/relationships/image" Target="../media/image64.emf"/></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 Diagonal Corner Rectangle 10"/>
          <p:cNvSpPr/>
          <p:nvPr/>
        </p:nvSpPr>
        <p:spPr>
          <a:xfrm>
            <a:off x="4357062" y="1505408"/>
            <a:ext cx="3806279" cy="5162504"/>
          </a:xfrm>
          <a:prstGeom prst="round2Diag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ound Diagonal Corner Rectangle 13"/>
          <p:cNvSpPr/>
          <p:nvPr/>
        </p:nvSpPr>
        <p:spPr>
          <a:xfrm>
            <a:off x="8427895" y="1505407"/>
            <a:ext cx="3494292" cy="5162504"/>
          </a:xfrm>
          <a:prstGeom prst="round2Diag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3" name="Chevron 12"/>
          <p:cNvSpPr/>
          <p:nvPr/>
        </p:nvSpPr>
        <p:spPr>
          <a:xfrm>
            <a:off x="8265070" y="1057509"/>
            <a:ext cx="3881845" cy="460449"/>
          </a:xfrm>
          <a:prstGeom prst="chevron">
            <a:avLst/>
          </a:prstGeom>
          <a:solidFill>
            <a:srgbClr val="BA3967"/>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FFFFFF"/>
              </a:solidFill>
            </a:endParaRPr>
          </a:p>
        </p:txBody>
      </p:sp>
      <p:sp>
        <p:nvSpPr>
          <p:cNvPr id="12" name="Chevron 11"/>
          <p:cNvSpPr/>
          <p:nvPr/>
        </p:nvSpPr>
        <p:spPr>
          <a:xfrm>
            <a:off x="4281870" y="1057509"/>
            <a:ext cx="4119521" cy="460449"/>
          </a:xfrm>
          <a:prstGeom prst="chevron">
            <a:avLst/>
          </a:prstGeom>
          <a:solidFill>
            <a:srgbClr val="BA3967"/>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FFFFFF"/>
              </a:solidFill>
            </a:endParaRPr>
          </a:p>
        </p:txBody>
      </p:sp>
      <p:sp>
        <p:nvSpPr>
          <p:cNvPr id="10" name="Round Diagonal Corner Rectangle 9"/>
          <p:cNvSpPr/>
          <p:nvPr/>
        </p:nvSpPr>
        <p:spPr>
          <a:xfrm>
            <a:off x="150014" y="1505408"/>
            <a:ext cx="4070189" cy="5162505"/>
          </a:xfrm>
          <a:prstGeom prst="round2Diag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 name="Pentagon 5"/>
          <p:cNvSpPr/>
          <p:nvPr/>
        </p:nvSpPr>
        <p:spPr>
          <a:xfrm>
            <a:off x="0" y="1057509"/>
            <a:ext cx="4441557" cy="447900"/>
          </a:xfrm>
          <a:prstGeom prst="homePlate">
            <a:avLst/>
          </a:prstGeom>
          <a:solidFill>
            <a:srgbClr val="BA3967"/>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FFFFFF"/>
              </a:solidFill>
            </a:endParaRPr>
          </a:p>
        </p:txBody>
      </p:sp>
      <p:sp>
        <p:nvSpPr>
          <p:cNvPr id="3" name="Title 2"/>
          <p:cNvSpPr>
            <a:spLocks noGrp="1"/>
          </p:cNvSpPr>
          <p:nvPr>
            <p:ph type="ctrTitle"/>
          </p:nvPr>
        </p:nvSpPr>
        <p:spPr/>
        <p:txBody>
          <a:bodyPr>
            <a:noAutofit/>
          </a:bodyPr>
          <a:lstStyle/>
          <a:p>
            <a:r>
              <a:rPr lang="en-US" sz="3200" b="0">
                <a:solidFill>
                  <a:schemeClr val="tx1">
                    <a:lumMod val="65000"/>
                    <a:lumOff val="35000"/>
                  </a:schemeClr>
                </a:solidFill>
                <a:latin typeface="Franklin Gothic Book"/>
                <a:cs typeface="Franklin Gothic Book"/>
              </a:rPr>
              <a:t>We Create Impact</a:t>
            </a:r>
          </a:p>
        </p:txBody>
      </p:sp>
      <p:sp>
        <p:nvSpPr>
          <p:cNvPr id="4" name="Rectangle 3"/>
          <p:cNvSpPr/>
          <p:nvPr/>
        </p:nvSpPr>
        <p:spPr>
          <a:xfrm>
            <a:off x="165697" y="1080017"/>
            <a:ext cx="3796143" cy="5766707"/>
          </a:xfrm>
          <a:prstGeom prst="rect">
            <a:avLst/>
          </a:prstGeom>
        </p:spPr>
        <p:txBody>
          <a:bodyPr wrap="square" lIns="121920" tIns="60960" rIns="121920" bIns="60960" anchor="t">
            <a:spAutoFit/>
          </a:bodyPr>
          <a:lstStyle/>
          <a:p>
            <a:r>
              <a:rPr lang="en-US" sz="2133" b="1">
                <a:solidFill>
                  <a:srgbClr val="FFFFFF"/>
                </a:solidFill>
                <a:latin typeface="Franklin Gothic Book"/>
                <a:cs typeface="Franklin Gothic Book"/>
              </a:rPr>
              <a:t>WHAT YOU WANT…</a:t>
            </a:r>
          </a:p>
          <a:p>
            <a:endParaRPr lang="en-US" sz="1867" b="1">
              <a:latin typeface="Franklin Gothic Book"/>
            </a:endParaRPr>
          </a:p>
          <a:p>
            <a:pPr marL="228594" indent="-228594">
              <a:buFont typeface="Arial" panose="020B0604020202020204" pitchFamily="34" charset="0"/>
              <a:buChar char="•"/>
            </a:pPr>
            <a:endParaRPr lang="en-US" sz="1867" b="1">
              <a:latin typeface="Franklin Gothic Book"/>
            </a:endParaRPr>
          </a:p>
          <a:p>
            <a:pPr marL="228594" indent="-228594">
              <a:buFont typeface="Arial" panose="020B0604020202020204" pitchFamily="34" charset="0"/>
              <a:buChar char="•"/>
            </a:pPr>
            <a:r>
              <a:rPr lang="en-US" sz="1867" b="1">
                <a:latin typeface="Franklin Gothic Book"/>
              </a:rPr>
              <a:t>Revenue Growth</a:t>
            </a:r>
          </a:p>
          <a:p>
            <a:pPr marL="838179" lvl="1" indent="-228594">
              <a:buFont typeface="Arial" panose="020B0604020202020204" pitchFamily="34" charset="0"/>
              <a:buChar char="•"/>
            </a:pPr>
            <a:endParaRPr lang="en-US" sz="1867" b="1">
              <a:latin typeface="Franklin Gothic Book"/>
            </a:endParaRPr>
          </a:p>
          <a:p>
            <a:pPr marL="228594" indent="-228594">
              <a:buFont typeface="Arial" panose="020B0604020202020204" pitchFamily="34" charset="0"/>
              <a:buChar char="•"/>
            </a:pPr>
            <a:r>
              <a:rPr lang="en-US" sz="1867" b="1">
                <a:latin typeface="Franklin Gothic Book"/>
              </a:rPr>
              <a:t>Have sales processes that enables a sales team to ‘show up’ to customers in a higher-order business relationship.</a:t>
            </a:r>
          </a:p>
          <a:p>
            <a:pPr marL="228594" indent="-228594">
              <a:buFont typeface="Arial" panose="020B0604020202020204" pitchFamily="34" charset="0"/>
              <a:buChar char="•"/>
            </a:pPr>
            <a:endParaRPr lang="en-US" sz="1867" b="1">
              <a:latin typeface="Franklin Gothic Book"/>
            </a:endParaRPr>
          </a:p>
          <a:p>
            <a:pPr marL="228594" indent="-228594">
              <a:buFont typeface="Arial" panose="020B0604020202020204" pitchFamily="34" charset="0"/>
              <a:buChar char="•"/>
            </a:pPr>
            <a:r>
              <a:rPr lang="en-US" sz="1867" b="1">
                <a:latin typeface="Franklin Gothic Book"/>
              </a:rPr>
              <a:t>An commercial approach that cuts through the noise.</a:t>
            </a:r>
          </a:p>
          <a:p>
            <a:pPr marL="228594" indent="-228594">
              <a:buFont typeface="Arial" panose="020B0604020202020204" pitchFamily="34" charset="0"/>
              <a:buChar char="•"/>
            </a:pPr>
            <a:endParaRPr lang="en-US" sz="1867" b="1">
              <a:latin typeface="Franklin Gothic Book"/>
            </a:endParaRPr>
          </a:p>
          <a:p>
            <a:pPr marL="228594" indent="-228594">
              <a:buFont typeface="Arial" panose="020B0604020202020204" pitchFamily="34" charset="0"/>
              <a:buChar char="•"/>
            </a:pPr>
            <a:r>
              <a:rPr lang="en-US" sz="1867" b="1">
                <a:latin typeface="Franklin Gothic Book"/>
              </a:rPr>
              <a:t>A board-ready plan that creates rapid results, but long-term impact.</a:t>
            </a:r>
          </a:p>
          <a:p>
            <a:pPr marL="838179" lvl="1" indent="-228594">
              <a:buFont typeface="Arial" panose="020B0604020202020204" pitchFamily="34" charset="0"/>
              <a:buChar char="•"/>
            </a:pPr>
            <a:endParaRPr lang="en-US" sz="1867" b="1">
              <a:latin typeface="Franklin Gothic Book"/>
            </a:endParaRPr>
          </a:p>
          <a:p>
            <a:pPr marL="838179" lvl="1" indent="-228594">
              <a:buFont typeface="Arial" panose="020B0604020202020204" pitchFamily="34" charset="0"/>
              <a:buChar char="•"/>
            </a:pPr>
            <a:endParaRPr lang="en-US" sz="1867" b="1">
              <a:latin typeface="Franklin Gothic Book" panose="020B0503020102020204" pitchFamily="34" charset="0"/>
            </a:endParaRPr>
          </a:p>
          <a:p>
            <a:endParaRPr lang="en-US" sz="933" b="1">
              <a:latin typeface="Franklin Gothic Book" panose="020B0503020102020204" pitchFamily="34" charset="0"/>
            </a:endParaRPr>
          </a:p>
          <a:p>
            <a:endParaRPr lang="en-US" sz="1867" b="1">
              <a:latin typeface="Franklin Gothic Book" panose="020B0503020102020204" pitchFamily="34" charset="0"/>
              <a:cs typeface="Franklin Gothic Book"/>
            </a:endParaRPr>
          </a:p>
        </p:txBody>
      </p:sp>
      <p:sp>
        <p:nvSpPr>
          <p:cNvPr id="2" name="TextBox 1"/>
          <p:cNvSpPr txBox="1"/>
          <p:nvPr/>
        </p:nvSpPr>
        <p:spPr>
          <a:xfrm>
            <a:off x="4401581" y="1057508"/>
            <a:ext cx="3782883" cy="4750852"/>
          </a:xfrm>
          <a:prstGeom prst="rect">
            <a:avLst/>
          </a:prstGeom>
          <a:noFill/>
        </p:spPr>
        <p:txBody>
          <a:bodyPr wrap="square" rtlCol="0">
            <a:spAutoFit/>
          </a:bodyPr>
          <a:lstStyle/>
          <a:p>
            <a:r>
              <a:rPr lang="en-US" sz="2133" b="1">
                <a:solidFill>
                  <a:srgbClr val="FFFFFF"/>
                </a:solidFill>
                <a:latin typeface="Franklin Gothic Book" charset="0"/>
                <a:ea typeface="Franklin Gothic Book" charset="0"/>
                <a:cs typeface="Franklin Gothic Book" charset="0"/>
              </a:rPr>
              <a:t>WHAT YOU GET…	</a:t>
            </a:r>
            <a:endParaRPr lang="en-US" sz="1867" b="1" i="1">
              <a:latin typeface="Franklin Gothic Book" charset="0"/>
              <a:ea typeface="Franklin Gothic Book" charset="0"/>
              <a:cs typeface="Franklin Gothic Book" charset="0"/>
            </a:endParaRPr>
          </a:p>
          <a:p>
            <a:endParaRPr lang="en-US" sz="1067" b="1" i="1">
              <a:latin typeface="Franklin Gothic Book" charset="0"/>
              <a:ea typeface="Franklin Gothic Book" charset="0"/>
              <a:cs typeface="Franklin Gothic Book" charset="0"/>
            </a:endParaRPr>
          </a:p>
          <a:p>
            <a:endParaRPr lang="en-US" sz="1867" b="1">
              <a:latin typeface="Franklin Gothic Book" charset="0"/>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charset="0"/>
                <a:ea typeface="Franklin Gothic Book" charset="0"/>
                <a:cs typeface="Franklin Gothic Book" charset="0"/>
              </a:rPr>
              <a:t>Revenue strategy for short and long-term focus.</a:t>
            </a:r>
          </a:p>
          <a:p>
            <a:pPr marL="380990" indent="-380990">
              <a:buFont typeface="Arial" panose="020B0604020202020204" pitchFamily="34" charset="0"/>
              <a:buChar char="•"/>
            </a:pPr>
            <a:endParaRPr lang="en-US" sz="1067" b="1">
              <a:latin typeface="Franklin Gothic Book" charset="0"/>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charset="0"/>
                <a:ea typeface="Franklin Gothic Book" charset="0"/>
                <a:cs typeface="Franklin Gothic Book" charset="0"/>
              </a:rPr>
              <a:t>Strategic Plan on how to get the levels of revenue you want.</a:t>
            </a:r>
          </a:p>
          <a:p>
            <a:pPr marL="380990" indent="-380990">
              <a:buFont typeface="Arial" panose="020B0604020202020204" pitchFamily="34" charset="0"/>
              <a:buChar char="•"/>
            </a:pPr>
            <a:endParaRPr lang="en-US" sz="1867" b="1">
              <a:latin typeface="Franklin Gothic Book" charset="0"/>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charset="0"/>
                <a:ea typeface="Franklin Gothic Book" charset="0"/>
                <a:cs typeface="Franklin Gothic Book" charset="0"/>
              </a:rPr>
              <a:t>Sales approach that creates differentiation.</a:t>
            </a:r>
          </a:p>
          <a:p>
            <a:pPr marL="380990" indent="-380990">
              <a:buFont typeface="Arial" panose="020B0604020202020204" pitchFamily="34" charset="0"/>
              <a:buChar char="•"/>
            </a:pPr>
            <a:endParaRPr lang="en-US" sz="1867" b="1">
              <a:latin typeface="Franklin Gothic Book" charset="0"/>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charset="0"/>
                <a:ea typeface="Franklin Gothic Book" charset="0"/>
                <a:cs typeface="Franklin Gothic Book" charset="0"/>
              </a:rPr>
              <a:t>Account-based marketing construct that enables marketing to partner with sales.</a:t>
            </a:r>
          </a:p>
          <a:p>
            <a:pPr marL="380990" indent="-380990">
              <a:buFont typeface="Arial" panose="020B0604020202020204" pitchFamily="34" charset="0"/>
              <a:buChar char="•"/>
            </a:pPr>
            <a:endParaRPr lang="en-US" sz="933" b="1">
              <a:latin typeface="Franklin Gothic Book" charset="0"/>
              <a:ea typeface="Franklin Gothic Book" charset="0"/>
              <a:cs typeface="Franklin Gothic Book" charset="0"/>
            </a:endParaRPr>
          </a:p>
          <a:p>
            <a:endParaRPr lang="en-US" sz="800" b="1" i="1">
              <a:latin typeface="Franklin Gothic Book" charset="0"/>
              <a:ea typeface="Franklin Gothic Book" charset="0"/>
              <a:cs typeface="Franklin Gothic Book" charset="0"/>
            </a:endParaRPr>
          </a:p>
        </p:txBody>
      </p:sp>
      <p:sp>
        <p:nvSpPr>
          <p:cNvPr id="5" name="TextBox 4"/>
          <p:cNvSpPr txBox="1"/>
          <p:nvPr/>
        </p:nvSpPr>
        <p:spPr>
          <a:xfrm>
            <a:off x="8466273" y="1070760"/>
            <a:ext cx="3240899" cy="5797485"/>
          </a:xfrm>
          <a:prstGeom prst="rect">
            <a:avLst/>
          </a:prstGeom>
          <a:noFill/>
        </p:spPr>
        <p:txBody>
          <a:bodyPr wrap="square" lIns="121920" tIns="60960" rIns="121920" bIns="60960" rtlCol="0" anchor="t">
            <a:spAutoFit/>
          </a:bodyPr>
          <a:lstStyle/>
          <a:p>
            <a:r>
              <a:rPr lang="en-US" sz="2133" b="1">
                <a:solidFill>
                  <a:srgbClr val="FFFFFF"/>
                </a:solidFill>
                <a:latin typeface="Franklin Gothic Book"/>
                <a:ea typeface="Franklin Gothic Book" charset="0"/>
                <a:cs typeface="Franklin Gothic Book" charset="0"/>
              </a:rPr>
              <a:t>SO YOU CAN…</a:t>
            </a:r>
          </a:p>
          <a:p>
            <a:endParaRPr lang="en-US" sz="1867" b="1">
              <a:latin typeface="Franklin Gothic Book"/>
              <a:ea typeface="Franklin Gothic Book" charset="0"/>
              <a:cs typeface="Franklin Gothic Book" charset="0"/>
            </a:endParaRPr>
          </a:p>
          <a:p>
            <a:pPr marL="380990" indent="-380990">
              <a:buFont typeface="Arial" panose="020B0604020202020204" pitchFamily="34" charset="0"/>
              <a:buChar char="•"/>
            </a:pPr>
            <a:endParaRPr lang="en-US" sz="1400" b="1">
              <a:latin typeface="Franklin Gothic Book"/>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a:ea typeface="Franklin Gothic Book" charset="0"/>
                <a:cs typeface="Franklin Gothic Book" charset="0"/>
              </a:rPr>
              <a:t>Achieve revenue growth and stability</a:t>
            </a:r>
          </a:p>
          <a:p>
            <a:pPr marL="380990" indent="-380990">
              <a:buFont typeface="Arial" panose="020B0604020202020204" pitchFamily="34" charset="0"/>
              <a:buChar char="•"/>
            </a:pPr>
            <a:endParaRPr lang="en-US" sz="1867" b="1">
              <a:latin typeface="Franklin Gothic Book"/>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a:cs typeface="Calibri"/>
              </a:rPr>
              <a:t>Know what is needed to get to a higher revenue level.</a:t>
            </a:r>
            <a:endParaRPr lang="en-US" sz="2400">
              <a:cs typeface="Calibri"/>
            </a:endParaRPr>
          </a:p>
          <a:p>
            <a:endParaRPr lang="en-US" sz="1600" b="1">
              <a:latin typeface="Franklin Gothic Book" charset="0"/>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charset="0"/>
                <a:ea typeface="Franklin Gothic Book" charset="0"/>
                <a:cs typeface="Franklin Gothic Book" charset="0"/>
              </a:rPr>
              <a:t>Build a foundation yet get rolling on initiatives very quickly</a:t>
            </a:r>
          </a:p>
          <a:p>
            <a:pPr marL="380990" indent="-380990">
              <a:buFont typeface="Arial" panose="020B0604020202020204" pitchFamily="34" charset="0"/>
              <a:buChar char="•"/>
            </a:pPr>
            <a:endParaRPr lang="en-US" sz="1867" b="1">
              <a:latin typeface="Franklin Gothic Book" charset="0"/>
              <a:ea typeface="Franklin Gothic Book" charset="0"/>
              <a:cs typeface="Franklin Gothic Book" charset="0"/>
            </a:endParaRPr>
          </a:p>
          <a:p>
            <a:pPr marL="380990" indent="-380990">
              <a:buFont typeface="Arial" panose="020B0604020202020204" pitchFamily="34" charset="0"/>
              <a:buChar char="•"/>
            </a:pPr>
            <a:r>
              <a:rPr lang="en-US" sz="1867" b="1">
                <a:latin typeface="Franklin Gothic Book" charset="0"/>
                <a:ea typeface="Franklin Gothic Book" charset="0"/>
                <a:cs typeface="Franklin Gothic Book" charset="0"/>
              </a:rPr>
              <a:t>The foundation, framework, and focus commercial program that works for now and tomorrow.</a:t>
            </a:r>
          </a:p>
          <a:p>
            <a:endParaRPr lang="en-US" sz="1867" b="1">
              <a:latin typeface="Franklin Gothic Book" charset="0"/>
              <a:ea typeface="Franklin Gothic Book" charset="0"/>
              <a:cs typeface="Franklin Gothic Book" charset="0"/>
            </a:endParaRPr>
          </a:p>
        </p:txBody>
      </p:sp>
      <p:sp>
        <p:nvSpPr>
          <p:cNvPr id="8" name="Slide Number Placeholder 3">
            <a:extLst>
              <a:ext uri="{FF2B5EF4-FFF2-40B4-BE49-F238E27FC236}">
                <a16:creationId xmlns:a16="http://schemas.microsoft.com/office/drawing/2014/main" id="{F12C8C02-5BC6-C711-DF22-AF7087EF2728}"/>
              </a:ext>
            </a:extLst>
          </p:cNvPr>
          <p:cNvSpPr>
            <a:spLocks noGrp="1"/>
          </p:cNvSpPr>
          <p:nvPr>
            <p:ph type="sldNum" sz="quarter" idx="7"/>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a:pPr/>
              <a:t>3</a:t>
            </a:fld>
            <a:endParaRPr lang="en-US" sz="1000"/>
          </a:p>
        </p:txBody>
      </p:sp>
    </p:spTree>
    <p:extLst>
      <p:ext uri="{BB962C8B-B14F-4D97-AF65-F5344CB8AC3E}">
        <p14:creationId xmlns:p14="http://schemas.microsoft.com/office/powerpoint/2010/main" val="492905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 calcmode="lin" valueType="num">
                                      <p:cBhvr additive="base">
                                        <p:cTn id="1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 calcmode="lin" valueType="num">
                                      <p:cBhvr additive="base">
                                        <p:cTn id="1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anim calcmode="lin" valueType="num">
                                      <p:cBhvr additive="base">
                                        <p:cTn id="35"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 calcmode="lin" valueType="num">
                                      <p:cBhvr additive="base">
                                        <p:cTn id="4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 calcmode="lin" valueType="num">
                                      <p:cBhvr additive="base">
                                        <p:cTn id="4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anim calcmode="lin" valueType="num">
                                      <p:cBhvr additive="base">
                                        <p:cTn id="5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5">
                                            <p:txEl>
                                              <p:pRg st="9" end="9"/>
                                            </p:txEl>
                                          </p:spTgt>
                                        </p:tgtEl>
                                        <p:attrNameLst>
                                          <p:attrName>style.visibility</p:attrName>
                                        </p:attrNameLst>
                                      </p:cBhvr>
                                      <p:to>
                                        <p:strVal val="visible"/>
                                      </p:to>
                                    </p:set>
                                    <p:anim calcmode="lin" valueType="num">
                                      <p:cBhvr additive="base">
                                        <p:cTn id="5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
            <a:extLst>
              <a:ext uri="{FF2B5EF4-FFF2-40B4-BE49-F238E27FC236}">
                <a16:creationId xmlns:a16="http://schemas.microsoft.com/office/drawing/2014/main" id="{6661786B-1E03-6044-9258-2D384ED78A7B}"/>
              </a:ext>
            </a:extLst>
          </p:cNvPr>
          <p:cNvSpPr>
            <a:spLocks noChangeArrowheads="1"/>
          </p:cNvSpPr>
          <p:nvPr/>
        </p:nvSpPr>
        <p:spPr bwMode="auto">
          <a:xfrm>
            <a:off x="101600" y="2036094"/>
            <a:ext cx="11988800" cy="200181"/>
          </a:xfrm>
          <a:prstGeom prst="roundRect">
            <a:avLst>
              <a:gd name="adj" fmla="val 50000"/>
            </a:avLst>
          </a:prstGeom>
          <a:solidFill>
            <a:schemeClr val="bg1">
              <a:lumMod val="85000"/>
            </a:schemeClr>
          </a:solidFill>
          <a:ln>
            <a:noFill/>
          </a:ln>
          <a:effectLst/>
        </p:spPr>
        <p:txBody>
          <a:bodyPr wrap="none" anchor="ctr"/>
          <a:lstStyle/>
          <a:p>
            <a:endParaRPr lang="en-US" sz="3265">
              <a:latin typeface="Lato Light" panose="020F0502020204030203" pitchFamily="34" charset="0"/>
            </a:endParaRPr>
          </a:p>
        </p:txBody>
      </p:sp>
      <p:sp>
        <p:nvSpPr>
          <p:cNvPr id="38" name="TextBox 37">
            <a:extLst>
              <a:ext uri="{FF2B5EF4-FFF2-40B4-BE49-F238E27FC236}">
                <a16:creationId xmlns:a16="http://schemas.microsoft.com/office/drawing/2014/main" id="{D23304DA-A9E9-694B-A21D-04CFF68CB580}"/>
              </a:ext>
            </a:extLst>
          </p:cNvPr>
          <p:cNvSpPr txBox="1"/>
          <p:nvPr/>
        </p:nvSpPr>
        <p:spPr>
          <a:xfrm>
            <a:off x="5187274" y="3233864"/>
            <a:ext cx="2198038" cy="666977"/>
          </a:xfrm>
          <a:prstGeom prst="rect">
            <a:avLst/>
          </a:prstGeom>
          <a:noFill/>
        </p:spPr>
        <p:txBody>
          <a:bodyPr wrap="none" rtlCol="0" anchor="b" anchorCtr="0">
            <a:spAutoFit/>
          </a:bodyPr>
          <a:lstStyle/>
          <a:p>
            <a:pPr algn="ctr"/>
            <a:r>
              <a:rPr lang="en-US" sz="1867" b="1">
                <a:solidFill>
                  <a:srgbClr val="B52372"/>
                </a:solidFill>
                <a:latin typeface="Franklin Gothic Book" panose="020B0503020102020204" pitchFamily="34" charset="0"/>
                <a:ea typeface="League Spartan" charset="0"/>
                <a:cs typeface="Poppins" pitchFamily="2" charset="77"/>
              </a:rPr>
              <a:t>3- Install, Enhance </a:t>
            </a:r>
          </a:p>
          <a:p>
            <a:pPr algn="ctr"/>
            <a:r>
              <a:rPr lang="en-US" sz="1867" b="1">
                <a:solidFill>
                  <a:srgbClr val="B52372"/>
                </a:solidFill>
                <a:latin typeface="Franklin Gothic Book" panose="020B0503020102020204" pitchFamily="34" charset="0"/>
                <a:ea typeface="League Spartan" charset="0"/>
                <a:cs typeface="Poppins" pitchFamily="2" charset="77"/>
              </a:rPr>
              <a:t>&amp; Elevate</a:t>
            </a:r>
          </a:p>
        </p:txBody>
      </p:sp>
      <p:sp>
        <p:nvSpPr>
          <p:cNvPr id="41" name="TextBox 40">
            <a:extLst>
              <a:ext uri="{FF2B5EF4-FFF2-40B4-BE49-F238E27FC236}">
                <a16:creationId xmlns:a16="http://schemas.microsoft.com/office/drawing/2014/main" id="{99C40761-40DB-E84E-A3EF-63A2CA78643E}"/>
              </a:ext>
            </a:extLst>
          </p:cNvPr>
          <p:cNvSpPr txBox="1"/>
          <p:nvPr/>
        </p:nvSpPr>
        <p:spPr>
          <a:xfrm>
            <a:off x="9618461" y="3189547"/>
            <a:ext cx="2167139" cy="666977"/>
          </a:xfrm>
          <a:prstGeom prst="rect">
            <a:avLst/>
          </a:prstGeom>
          <a:noFill/>
        </p:spPr>
        <p:txBody>
          <a:bodyPr wrap="square" rtlCol="0" anchor="b" anchorCtr="0">
            <a:spAutoFit/>
          </a:bodyPr>
          <a:lstStyle/>
          <a:p>
            <a:pPr algn="ctr"/>
            <a:r>
              <a:rPr lang="en-US" sz="1867" b="1">
                <a:solidFill>
                  <a:srgbClr val="B52372"/>
                </a:solidFill>
                <a:latin typeface="Franklin Gothic Book" panose="020B0503020102020204" pitchFamily="34" charset="0"/>
                <a:ea typeface="League Spartan" charset="0"/>
                <a:cs typeface="Poppins" pitchFamily="2" charset="77"/>
              </a:rPr>
              <a:t>5- Measure </a:t>
            </a:r>
          </a:p>
          <a:p>
            <a:pPr algn="ctr"/>
            <a:r>
              <a:rPr lang="en-US" sz="1867" b="1">
                <a:solidFill>
                  <a:srgbClr val="B52372"/>
                </a:solidFill>
                <a:latin typeface="Franklin Gothic Book" panose="020B0503020102020204" pitchFamily="34" charset="0"/>
                <a:ea typeface="League Spartan" charset="0"/>
                <a:cs typeface="Poppins" pitchFamily="2" charset="77"/>
              </a:rPr>
              <a:t>&amp; Equip</a:t>
            </a:r>
          </a:p>
        </p:txBody>
      </p:sp>
      <p:sp>
        <p:nvSpPr>
          <p:cNvPr id="20" name="TextBox 19">
            <a:extLst>
              <a:ext uri="{FF2B5EF4-FFF2-40B4-BE49-F238E27FC236}">
                <a16:creationId xmlns:a16="http://schemas.microsoft.com/office/drawing/2014/main" id="{470ACC24-D91E-EC40-A611-1223B9CD21DD}"/>
              </a:ext>
            </a:extLst>
          </p:cNvPr>
          <p:cNvSpPr txBox="1"/>
          <p:nvPr/>
        </p:nvSpPr>
        <p:spPr>
          <a:xfrm>
            <a:off x="663463" y="3412173"/>
            <a:ext cx="2319067" cy="379656"/>
          </a:xfrm>
          <a:prstGeom prst="rect">
            <a:avLst/>
          </a:prstGeom>
          <a:noFill/>
        </p:spPr>
        <p:txBody>
          <a:bodyPr wrap="square" rtlCol="0" anchor="b" anchorCtr="0">
            <a:spAutoFit/>
          </a:bodyPr>
          <a:lstStyle/>
          <a:p>
            <a:pPr algn="ctr"/>
            <a:r>
              <a:rPr lang="en-US" sz="1867" b="1">
                <a:solidFill>
                  <a:srgbClr val="B52372"/>
                </a:solidFill>
                <a:latin typeface="Franklin Gothic Book" panose="020B0503020102020204" pitchFamily="34" charset="0"/>
                <a:ea typeface="League Spartan" charset="0"/>
                <a:cs typeface="Poppins" pitchFamily="2" charset="77"/>
              </a:rPr>
              <a:t>1- Revenue Reveal</a:t>
            </a:r>
          </a:p>
        </p:txBody>
      </p:sp>
      <p:sp>
        <p:nvSpPr>
          <p:cNvPr id="44" name="TextBox 43">
            <a:extLst>
              <a:ext uri="{FF2B5EF4-FFF2-40B4-BE49-F238E27FC236}">
                <a16:creationId xmlns:a16="http://schemas.microsoft.com/office/drawing/2014/main" id="{5AE94EE5-6BBF-1946-8C3C-5F56412DF390}"/>
              </a:ext>
            </a:extLst>
          </p:cNvPr>
          <p:cNvSpPr txBox="1"/>
          <p:nvPr/>
        </p:nvSpPr>
        <p:spPr>
          <a:xfrm>
            <a:off x="2954124" y="3233864"/>
            <a:ext cx="2240845" cy="666977"/>
          </a:xfrm>
          <a:prstGeom prst="rect">
            <a:avLst/>
          </a:prstGeom>
          <a:noFill/>
        </p:spPr>
        <p:txBody>
          <a:bodyPr wrap="square" rtlCol="0" anchor="b" anchorCtr="0">
            <a:spAutoFit/>
          </a:bodyPr>
          <a:lstStyle/>
          <a:p>
            <a:pPr algn="ctr"/>
            <a:r>
              <a:rPr lang="en-US" sz="1867" b="1">
                <a:solidFill>
                  <a:schemeClr val="tx1">
                    <a:lumMod val="65000"/>
                    <a:lumOff val="35000"/>
                  </a:schemeClr>
                </a:solidFill>
                <a:latin typeface="Franklin Gothic Book" panose="020B0503020102020204" pitchFamily="34" charset="0"/>
                <a:ea typeface="League Spartan" charset="0"/>
                <a:cs typeface="Poppins" pitchFamily="2" charset="77"/>
              </a:rPr>
              <a:t>2- Insight to Execution</a:t>
            </a:r>
          </a:p>
        </p:txBody>
      </p:sp>
      <p:sp>
        <p:nvSpPr>
          <p:cNvPr id="47" name="TextBox 46">
            <a:extLst>
              <a:ext uri="{FF2B5EF4-FFF2-40B4-BE49-F238E27FC236}">
                <a16:creationId xmlns:a16="http://schemas.microsoft.com/office/drawing/2014/main" id="{2E90F1A5-9095-4247-9D9A-6C986097B2E5}"/>
              </a:ext>
            </a:extLst>
          </p:cNvPr>
          <p:cNvSpPr txBox="1"/>
          <p:nvPr/>
        </p:nvSpPr>
        <p:spPr>
          <a:xfrm>
            <a:off x="7371501" y="3225873"/>
            <a:ext cx="2246961" cy="666977"/>
          </a:xfrm>
          <a:prstGeom prst="rect">
            <a:avLst/>
          </a:prstGeom>
          <a:noFill/>
        </p:spPr>
        <p:txBody>
          <a:bodyPr wrap="square" rtlCol="0" anchor="b" anchorCtr="0">
            <a:spAutoFit/>
          </a:bodyPr>
          <a:lstStyle/>
          <a:p>
            <a:pPr algn="ctr"/>
            <a:r>
              <a:rPr lang="en-US" sz="1867" b="1">
                <a:solidFill>
                  <a:schemeClr val="tx1">
                    <a:lumMod val="65000"/>
                    <a:lumOff val="35000"/>
                  </a:schemeClr>
                </a:solidFill>
                <a:latin typeface="Franklin Gothic Book" panose="020B0503020102020204" pitchFamily="34" charset="0"/>
                <a:ea typeface="League Spartan" charset="0"/>
                <a:cs typeface="Poppins" pitchFamily="2" charset="77"/>
              </a:rPr>
              <a:t>4- Drive, Coach, </a:t>
            </a:r>
          </a:p>
          <a:p>
            <a:pPr algn="ctr"/>
            <a:r>
              <a:rPr lang="en-US" sz="1867" b="1">
                <a:solidFill>
                  <a:schemeClr val="tx1">
                    <a:lumMod val="65000"/>
                    <a:lumOff val="35000"/>
                  </a:schemeClr>
                </a:solidFill>
                <a:latin typeface="Franklin Gothic Book" panose="020B0503020102020204" pitchFamily="34" charset="0"/>
                <a:ea typeface="League Spartan" charset="0"/>
                <a:cs typeface="Poppins" pitchFamily="2" charset="77"/>
              </a:rPr>
              <a:t>&amp; Sustain</a:t>
            </a:r>
          </a:p>
        </p:txBody>
      </p:sp>
      <p:grpSp>
        <p:nvGrpSpPr>
          <p:cNvPr id="17" name="Group 16">
            <a:extLst>
              <a:ext uri="{FF2B5EF4-FFF2-40B4-BE49-F238E27FC236}">
                <a16:creationId xmlns:a16="http://schemas.microsoft.com/office/drawing/2014/main" id="{02622260-EA7C-57BD-30DC-ADE88AFDDB1A}"/>
              </a:ext>
            </a:extLst>
          </p:cNvPr>
          <p:cNvGrpSpPr/>
          <p:nvPr/>
        </p:nvGrpSpPr>
        <p:grpSpPr>
          <a:xfrm>
            <a:off x="9857132" y="1264299"/>
            <a:ext cx="1712981" cy="1712981"/>
            <a:chOff x="7392849" y="948224"/>
            <a:chExt cx="1284736" cy="1284736"/>
          </a:xfrm>
        </p:grpSpPr>
        <p:sp>
          <p:nvSpPr>
            <p:cNvPr id="16" name="Freeform 14">
              <a:extLst>
                <a:ext uri="{FF2B5EF4-FFF2-40B4-BE49-F238E27FC236}">
                  <a16:creationId xmlns:a16="http://schemas.microsoft.com/office/drawing/2014/main" id="{8F81EE76-86C6-3B4C-A8C2-828BA4B8120D}"/>
                </a:ext>
              </a:extLst>
            </p:cNvPr>
            <p:cNvSpPr>
              <a:spLocks noChangeArrowheads="1"/>
            </p:cNvSpPr>
            <p:nvPr/>
          </p:nvSpPr>
          <p:spPr bwMode="auto">
            <a:xfrm>
              <a:off x="7392849" y="948224"/>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6" y="0"/>
                    <a:pt x="2752" y="616"/>
                    <a:pt x="2752" y="1376"/>
                  </a:cubicBezTo>
                  <a:lnTo>
                    <a:pt x="2752" y="1376"/>
                  </a:lnTo>
                  <a:cubicBezTo>
                    <a:pt x="2752" y="2135"/>
                    <a:pt x="2136"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3265"/>
            </a:p>
          </p:txBody>
        </p:sp>
        <p:pic>
          <p:nvPicPr>
            <p:cNvPr id="21" name="Picture 20">
              <a:extLst>
                <a:ext uri="{FF2B5EF4-FFF2-40B4-BE49-F238E27FC236}">
                  <a16:creationId xmlns:a16="http://schemas.microsoft.com/office/drawing/2014/main" id="{34A481E3-6DC4-634C-BA0D-82B7E8461CB6}"/>
                </a:ext>
              </a:extLst>
            </p:cNvPr>
            <p:cNvPicPr>
              <a:picLocks noChangeAspect="1"/>
            </p:cNvPicPr>
            <p:nvPr/>
          </p:nvPicPr>
          <p:blipFill>
            <a:blip r:embed="rId3"/>
            <a:stretch>
              <a:fillRect/>
            </a:stretch>
          </p:blipFill>
          <p:spPr>
            <a:xfrm>
              <a:off x="7584280" y="1213714"/>
              <a:ext cx="797720" cy="672236"/>
            </a:xfrm>
            <a:prstGeom prst="rect">
              <a:avLst/>
            </a:prstGeom>
          </p:spPr>
        </p:pic>
      </p:grpSp>
      <p:grpSp>
        <p:nvGrpSpPr>
          <p:cNvPr id="12" name="Group 11">
            <a:extLst>
              <a:ext uri="{FF2B5EF4-FFF2-40B4-BE49-F238E27FC236}">
                <a16:creationId xmlns:a16="http://schemas.microsoft.com/office/drawing/2014/main" id="{DC5B186E-31FB-EBD2-15F3-75F5F54B3D9E}"/>
              </a:ext>
            </a:extLst>
          </p:cNvPr>
          <p:cNvGrpSpPr/>
          <p:nvPr/>
        </p:nvGrpSpPr>
        <p:grpSpPr>
          <a:xfrm>
            <a:off x="3186674" y="1264299"/>
            <a:ext cx="1712981" cy="1712981"/>
            <a:chOff x="2375001" y="948224"/>
            <a:chExt cx="1284736" cy="1284736"/>
          </a:xfrm>
        </p:grpSpPr>
        <p:sp>
          <p:nvSpPr>
            <p:cNvPr id="7" name="Freeform 5">
              <a:extLst>
                <a:ext uri="{FF2B5EF4-FFF2-40B4-BE49-F238E27FC236}">
                  <a16:creationId xmlns:a16="http://schemas.microsoft.com/office/drawing/2014/main" id="{DECB0E47-80BF-9B46-95D3-E7B7306564EF}"/>
                </a:ext>
              </a:extLst>
            </p:cNvPr>
            <p:cNvSpPr>
              <a:spLocks noChangeArrowheads="1"/>
            </p:cNvSpPr>
            <p:nvPr/>
          </p:nvSpPr>
          <p:spPr bwMode="auto">
            <a:xfrm>
              <a:off x="2375001" y="948224"/>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7" y="0"/>
                    <a:pt x="2752" y="616"/>
                    <a:pt x="2752" y="1376"/>
                  </a:cubicBezTo>
                  <a:lnTo>
                    <a:pt x="2752" y="1376"/>
                  </a:lnTo>
                  <a:cubicBezTo>
                    <a:pt x="2752" y="2135"/>
                    <a:pt x="2137"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3265"/>
            </a:p>
          </p:txBody>
        </p:sp>
        <p:pic>
          <p:nvPicPr>
            <p:cNvPr id="23" name="Picture 22">
              <a:extLst>
                <a:ext uri="{FF2B5EF4-FFF2-40B4-BE49-F238E27FC236}">
                  <a16:creationId xmlns:a16="http://schemas.microsoft.com/office/drawing/2014/main" id="{D02CB5E4-9672-8B48-985C-E1CE527C578A}"/>
                </a:ext>
              </a:extLst>
            </p:cNvPr>
            <p:cNvPicPr>
              <a:picLocks noChangeAspect="1"/>
            </p:cNvPicPr>
            <p:nvPr/>
          </p:nvPicPr>
          <p:blipFill>
            <a:blip r:embed="rId4" cstate="print">
              <a:biLevel thresh="50000"/>
              <a:extLst>
                <a:ext uri="{28A0092B-C50C-407E-A947-70E740481C1C}">
                  <a14:useLocalDpi xmlns:a14="http://schemas.microsoft.com/office/drawing/2010/main"/>
                </a:ext>
              </a:extLst>
            </a:blip>
            <a:stretch>
              <a:fillRect/>
            </a:stretch>
          </p:blipFill>
          <p:spPr>
            <a:xfrm>
              <a:off x="2601310" y="1220609"/>
              <a:ext cx="848248" cy="662413"/>
            </a:xfrm>
            <a:prstGeom prst="rect">
              <a:avLst/>
            </a:prstGeom>
          </p:spPr>
        </p:pic>
      </p:grpSp>
      <p:grpSp>
        <p:nvGrpSpPr>
          <p:cNvPr id="15" name="Group 14">
            <a:extLst>
              <a:ext uri="{FF2B5EF4-FFF2-40B4-BE49-F238E27FC236}">
                <a16:creationId xmlns:a16="http://schemas.microsoft.com/office/drawing/2014/main" id="{A657DF9A-F2B6-6612-7360-F5AEAFF76C27}"/>
              </a:ext>
            </a:extLst>
          </p:cNvPr>
          <p:cNvGrpSpPr/>
          <p:nvPr/>
        </p:nvGrpSpPr>
        <p:grpSpPr>
          <a:xfrm>
            <a:off x="7633647" y="1224699"/>
            <a:ext cx="1712981" cy="1712981"/>
            <a:chOff x="5769691" y="918524"/>
            <a:chExt cx="1284736" cy="1284736"/>
          </a:xfrm>
        </p:grpSpPr>
        <p:sp>
          <p:nvSpPr>
            <p:cNvPr id="13" name="Freeform 11">
              <a:extLst>
                <a:ext uri="{FF2B5EF4-FFF2-40B4-BE49-F238E27FC236}">
                  <a16:creationId xmlns:a16="http://schemas.microsoft.com/office/drawing/2014/main" id="{D4D8D2FC-2F50-514B-A51A-8DD75EB18747}"/>
                </a:ext>
              </a:extLst>
            </p:cNvPr>
            <p:cNvSpPr>
              <a:spLocks noChangeArrowheads="1"/>
            </p:cNvSpPr>
            <p:nvPr/>
          </p:nvSpPr>
          <p:spPr bwMode="auto">
            <a:xfrm>
              <a:off x="5769691" y="918524"/>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6" y="0"/>
                    <a:pt x="2752" y="616"/>
                    <a:pt x="2752" y="1376"/>
                  </a:cubicBezTo>
                  <a:lnTo>
                    <a:pt x="2752" y="1376"/>
                  </a:lnTo>
                  <a:cubicBezTo>
                    <a:pt x="2752" y="2135"/>
                    <a:pt x="2136"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3265"/>
            </a:p>
          </p:txBody>
        </p:sp>
        <p:pic>
          <p:nvPicPr>
            <p:cNvPr id="24" name="Picture 23">
              <a:extLst>
                <a:ext uri="{FF2B5EF4-FFF2-40B4-BE49-F238E27FC236}">
                  <a16:creationId xmlns:a16="http://schemas.microsoft.com/office/drawing/2014/main" id="{56EB0B2B-97E2-7F4C-9B30-B61CB921392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2795595">
              <a:off x="6083311" y="1100635"/>
              <a:ext cx="657497" cy="937900"/>
            </a:xfrm>
            <a:prstGeom prst="rect">
              <a:avLst/>
            </a:prstGeom>
          </p:spPr>
        </p:pic>
      </p:grpSp>
      <p:grpSp>
        <p:nvGrpSpPr>
          <p:cNvPr id="14" name="Group 13">
            <a:extLst>
              <a:ext uri="{FF2B5EF4-FFF2-40B4-BE49-F238E27FC236}">
                <a16:creationId xmlns:a16="http://schemas.microsoft.com/office/drawing/2014/main" id="{04B39632-F995-F5F3-69D7-1ECC09762DE8}"/>
              </a:ext>
            </a:extLst>
          </p:cNvPr>
          <p:cNvGrpSpPr/>
          <p:nvPr/>
        </p:nvGrpSpPr>
        <p:grpSpPr>
          <a:xfrm>
            <a:off x="5410160" y="1224699"/>
            <a:ext cx="1712981" cy="1712981"/>
            <a:chOff x="4047670" y="918524"/>
            <a:chExt cx="1284736" cy="1284736"/>
          </a:xfrm>
        </p:grpSpPr>
        <p:sp>
          <p:nvSpPr>
            <p:cNvPr id="10" name="Freeform 8">
              <a:extLst>
                <a:ext uri="{FF2B5EF4-FFF2-40B4-BE49-F238E27FC236}">
                  <a16:creationId xmlns:a16="http://schemas.microsoft.com/office/drawing/2014/main" id="{123A7FA7-121E-9042-8277-B581CAF1ECDE}"/>
                </a:ext>
              </a:extLst>
            </p:cNvPr>
            <p:cNvSpPr>
              <a:spLocks noChangeArrowheads="1"/>
            </p:cNvSpPr>
            <p:nvPr/>
          </p:nvSpPr>
          <p:spPr bwMode="auto">
            <a:xfrm>
              <a:off x="4047670" y="918524"/>
              <a:ext cx="1284736" cy="1284736"/>
            </a:xfrm>
            <a:custGeom>
              <a:avLst/>
              <a:gdLst>
                <a:gd name="T0" fmla="*/ 1376 w 2752"/>
                <a:gd name="T1" fmla="*/ 0 h 2752"/>
                <a:gd name="T2" fmla="*/ 1376 w 2752"/>
                <a:gd name="T3" fmla="*/ 0 h 2752"/>
                <a:gd name="T4" fmla="*/ 2751 w 2752"/>
                <a:gd name="T5" fmla="*/ 1376 h 2752"/>
                <a:gd name="T6" fmla="*/ 2751 w 2752"/>
                <a:gd name="T7" fmla="*/ 1376 h 2752"/>
                <a:gd name="T8" fmla="*/ 1376 w 2752"/>
                <a:gd name="T9" fmla="*/ 2751 h 2752"/>
                <a:gd name="T10" fmla="*/ 1376 w 2752"/>
                <a:gd name="T11" fmla="*/ 2751 h 2752"/>
                <a:gd name="T12" fmla="*/ 0 w 2752"/>
                <a:gd name="T13" fmla="*/ 1376 h 2752"/>
                <a:gd name="T14" fmla="*/ 0 w 2752"/>
                <a:gd name="T15" fmla="*/ 1376 h 2752"/>
                <a:gd name="T16" fmla="*/ 1376 w 2752"/>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2" h="2752">
                  <a:moveTo>
                    <a:pt x="1376" y="0"/>
                  </a:moveTo>
                  <a:lnTo>
                    <a:pt x="1376" y="0"/>
                  </a:lnTo>
                  <a:cubicBezTo>
                    <a:pt x="2135" y="0"/>
                    <a:pt x="2751" y="616"/>
                    <a:pt x="2751" y="1376"/>
                  </a:cubicBezTo>
                  <a:lnTo>
                    <a:pt x="2751" y="1376"/>
                  </a:lnTo>
                  <a:cubicBezTo>
                    <a:pt x="2751" y="2135"/>
                    <a:pt x="2135"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3265"/>
            </a:p>
          </p:txBody>
        </p:sp>
        <p:pic>
          <p:nvPicPr>
            <p:cNvPr id="25" name="Picture 24">
              <a:extLst>
                <a:ext uri="{FF2B5EF4-FFF2-40B4-BE49-F238E27FC236}">
                  <a16:creationId xmlns:a16="http://schemas.microsoft.com/office/drawing/2014/main" id="{0A6E0855-D429-1C4B-B85E-DA8D8939F3F3}"/>
                </a:ext>
              </a:extLst>
            </p:cNvPr>
            <p:cNvPicPr>
              <a:picLocks noChangeAspect="1"/>
            </p:cNvPicPr>
            <p:nvPr/>
          </p:nvPicPr>
          <p:blipFill>
            <a:blip r:embed="rId6"/>
            <a:stretch>
              <a:fillRect/>
            </a:stretch>
          </p:blipFill>
          <p:spPr>
            <a:xfrm>
              <a:off x="4280557" y="1165392"/>
              <a:ext cx="726490" cy="717630"/>
            </a:xfrm>
            <a:prstGeom prst="rect">
              <a:avLst/>
            </a:prstGeom>
          </p:spPr>
        </p:pic>
      </p:grpSp>
      <p:sp>
        <p:nvSpPr>
          <p:cNvPr id="3" name="Rectangle 2">
            <a:extLst>
              <a:ext uri="{FF2B5EF4-FFF2-40B4-BE49-F238E27FC236}">
                <a16:creationId xmlns:a16="http://schemas.microsoft.com/office/drawing/2014/main" id="{9494F4BA-8963-D247-9A43-767DAD47D912}"/>
              </a:ext>
            </a:extLst>
          </p:cNvPr>
          <p:cNvSpPr/>
          <p:nvPr/>
        </p:nvSpPr>
        <p:spPr>
          <a:xfrm>
            <a:off x="725224" y="3987813"/>
            <a:ext cx="11122137" cy="2235200"/>
          </a:xfrm>
          <a:prstGeom prst="rect">
            <a:avLst/>
          </a:prstGeom>
          <a:solidFill>
            <a:schemeClr val="bg1">
              <a:lumMod val="95000"/>
            </a:schemeClr>
          </a:solid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TextBox 4">
            <a:extLst>
              <a:ext uri="{FF2B5EF4-FFF2-40B4-BE49-F238E27FC236}">
                <a16:creationId xmlns:a16="http://schemas.microsoft.com/office/drawing/2014/main" id="{6E097CD5-0E15-5449-BB44-2EBC721B2894}"/>
              </a:ext>
            </a:extLst>
          </p:cNvPr>
          <p:cNvSpPr txBox="1"/>
          <p:nvPr/>
        </p:nvSpPr>
        <p:spPr>
          <a:xfrm rot="16200000">
            <a:off x="-871612" y="4945228"/>
            <a:ext cx="2540000" cy="461665"/>
          </a:xfrm>
          <a:prstGeom prst="rect">
            <a:avLst/>
          </a:prstGeom>
          <a:noFill/>
        </p:spPr>
        <p:txBody>
          <a:bodyPr wrap="square" rtlCol="0">
            <a:spAutoFit/>
          </a:bodyPr>
          <a:lstStyle/>
          <a:p>
            <a:pPr algn="ctr"/>
            <a:r>
              <a:rPr lang="en-US" sz="2400"/>
              <a:t>Deliverables</a:t>
            </a:r>
          </a:p>
        </p:txBody>
      </p:sp>
      <p:sp>
        <p:nvSpPr>
          <p:cNvPr id="6" name="TextBox 5">
            <a:extLst>
              <a:ext uri="{FF2B5EF4-FFF2-40B4-BE49-F238E27FC236}">
                <a16:creationId xmlns:a16="http://schemas.microsoft.com/office/drawing/2014/main" id="{1106AE9D-8B26-DC40-A121-71C5525A7BE8}"/>
              </a:ext>
            </a:extLst>
          </p:cNvPr>
          <p:cNvSpPr txBox="1"/>
          <p:nvPr/>
        </p:nvSpPr>
        <p:spPr>
          <a:xfrm>
            <a:off x="849035" y="4741221"/>
            <a:ext cx="2138691" cy="1077218"/>
          </a:xfrm>
          <a:prstGeom prst="rect">
            <a:avLst/>
          </a:prstGeom>
          <a:noFill/>
        </p:spPr>
        <p:txBody>
          <a:bodyPr wrap="square" rtlCol="0">
            <a:spAutoFit/>
          </a:bodyPr>
          <a:lstStyle/>
          <a:p>
            <a:pPr algn="ctr"/>
            <a:r>
              <a:rPr lang="en-US" sz="1600">
                <a:latin typeface="Franklin Gothic Book" panose="020B0503020102020204" pitchFamily="34" charset="0"/>
              </a:rPr>
              <a:t>Insight Intelligence Report</a:t>
            </a:r>
          </a:p>
          <a:p>
            <a:pPr algn="ctr"/>
            <a:endParaRPr lang="en-US" sz="1600">
              <a:latin typeface="Franklin Gothic Book" panose="020B0503020102020204" pitchFamily="34" charset="0"/>
            </a:endParaRPr>
          </a:p>
          <a:p>
            <a:pPr algn="ctr"/>
            <a:r>
              <a:rPr lang="en-US" sz="1600">
                <a:latin typeface="Franklin Gothic Book" panose="020B0503020102020204" pitchFamily="34" charset="0"/>
              </a:rPr>
              <a:t>Ignite</a:t>
            </a:r>
          </a:p>
        </p:txBody>
      </p:sp>
      <p:sp>
        <p:nvSpPr>
          <p:cNvPr id="27" name="TextBox 26">
            <a:extLst>
              <a:ext uri="{FF2B5EF4-FFF2-40B4-BE49-F238E27FC236}">
                <a16:creationId xmlns:a16="http://schemas.microsoft.com/office/drawing/2014/main" id="{D61D17F9-0D7F-8E45-B5CA-42B904023E27}"/>
              </a:ext>
            </a:extLst>
          </p:cNvPr>
          <p:cNvSpPr txBox="1"/>
          <p:nvPr/>
        </p:nvSpPr>
        <p:spPr>
          <a:xfrm>
            <a:off x="5232809" y="4618110"/>
            <a:ext cx="2138691" cy="830997"/>
          </a:xfrm>
          <a:prstGeom prst="rect">
            <a:avLst/>
          </a:prstGeom>
          <a:noFill/>
        </p:spPr>
        <p:txBody>
          <a:bodyPr wrap="square" rtlCol="0">
            <a:spAutoFit/>
          </a:bodyPr>
          <a:lstStyle/>
          <a:p>
            <a:pPr algn="ctr"/>
            <a:r>
              <a:rPr lang="en-US" sz="1600">
                <a:latin typeface="Franklin Gothic Book" panose="020B0503020102020204" pitchFamily="34" charset="0"/>
              </a:rPr>
              <a:t>Implementation of Strategy, Tactics, Programs</a:t>
            </a:r>
          </a:p>
        </p:txBody>
      </p:sp>
      <p:sp>
        <p:nvSpPr>
          <p:cNvPr id="28" name="TextBox 27">
            <a:extLst>
              <a:ext uri="{FF2B5EF4-FFF2-40B4-BE49-F238E27FC236}">
                <a16:creationId xmlns:a16="http://schemas.microsoft.com/office/drawing/2014/main" id="{6C68DD71-3188-BA47-AEB7-42E34C61CC0F}"/>
              </a:ext>
            </a:extLst>
          </p:cNvPr>
          <p:cNvSpPr txBox="1"/>
          <p:nvPr/>
        </p:nvSpPr>
        <p:spPr>
          <a:xfrm>
            <a:off x="2954477" y="4741221"/>
            <a:ext cx="2138691" cy="584775"/>
          </a:xfrm>
          <a:prstGeom prst="rect">
            <a:avLst/>
          </a:prstGeom>
          <a:noFill/>
        </p:spPr>
        <p:txBody>
          <a:bodyPr wrap="square" rtlCol="0">
            <a:spAutoFit/>
          </a:bodyPr>
          <a:lstStyle/>
          <a:p>
            <a:pPr algn="ctr"/>
            <a:r>
              <a:rPr lang="en-US" sz="1600">
                <a:latin typeface="Franklin Gothic Book" panose="020B0503020102020204" pitchFamily="34" charset="0"/>
              </a:rPr>
              <a:t>Vision-to-Value Roadmap</a:t>
            </a:r>
          </a:p>
        </p:txBody>
      </p:sp>
      <p:sp>
        <p:nvSpPr>
          <p:cNvPr id="29" name="TextBox 28">
            <a:extLst>
              <a:ext uri="{FF2B5EF4-FFF2-40B4-BE49-F238E27FC236}">
                <a16:creationId xmlns:a16="http://schemas.microsoft.com/office/drawing/2014/main" id="{B1DB7FCF-5DE1-044A-8566-B28D6A001A91}"/>
              </a:ext>
            </a:extLst>
          </p:cNvPr>
          <p:cNvSpPr txBox="1"/>
          <p:nvPr/>
        </p:nvSpPr>
        <p:spPr>
          <a:xfrm>
            <a:off x="9618461" y="4741221"/>
            <a:ext cx="2138691" cy="584775"/>
          </a:xfrm>
          <a:prstGeom prst="rect">
            <a:avLst/>
          </a:prstGeom>
          <a:noFill/>
        </p:spPr>
        <p:txBody>
          <a:bodyPr wrap="square" rtlCol="0">
            <a:spAutoFit/>
          </a:bodyPr>
          <a:lstStyle/>
          <a:p>
            <a:pPr algn="ctr"/>
            <a:r>
              <a:rPr lang="en-US" sz="1600">
                <a:latin typeface="Franklin Gothic Book" panose="020B0503020102020204" pitchFamily="34" charset="0"/>
              </a:rPr>
              <a:t>Benchmark Scorecard, KPIs </a:t>
            </a:r>
          </a:p>
        </p:txBody>
      </p:sp>
      <p:sp>
        <p:nvSpPr>
          <p:cNvPr id="30" name="TextBox 29">
            <a:extLst>
              <a:ext uri="{FF2B5EF4-FFF2-40B4-BE49-F238E27FC236}">
                <a16:creationId xmlns:a16="http://schemas.microsoft.com/office/drawing/2014/main" id="{20BD9024-4ABF-9341-B027-34B48CDD958F}"/>
              </a:ext>
            </a:extLst>
          </p:cNvPr>
          <p:cNvSpPr txBox="1"/>
          <p:nvPr/>
        </p:nvSpPr>
        <p:spPr>
          <a:xfrm>
            <a:off x="7371500" y="4741221"/>
            <a:ext cx="2138691" cy="830997"/>
          </a:xfrm>
          <a:prstGeom prst="rect">
            <a:avLst/>
          </a:prstGeom>
          <a:noFill/>
        </p:spPr>
        <p:txBody>
          <a:bodyPr wrap="square" rtlCol="0">
            <a:spAutoFit/>
          </a:bodyPr>
          <a:lstStyle/>
          <a:p>
            <a:pPr algn="ctr"/>
            <a:r>
              <a:rPr lang="en-US" sz="1600">
                <a:latin typeface="Franklin Gothic Book" panose="020B0503020102020204" pitchFamily="34" charset="0"/>
              </a:rPr>
              <a:t>Sustainability Program, Maturation Modeling</a:t>
            </a:r>
          </a:p>
        </p:txBody>
      </p:sp>
      <p:cxnSp>
        <p:nvCxnSpPr>
          <p:cNvPr id="9" name="Straight Connector 8">
            <a:extLst>
              <a:ext uri="{FF2B5EF4-FFF2-40B4-BE49-F238E27FC236}">
                <a16:creationId xmlns:a16="http://schemas.microsoft.com/office/drawing/2014/main" id="{7C31E920-CB3E-F448-863E-42074B6331BE}"/>
              </a:ext>
            </a:extLst>
          </p:cNvPr>
          <p:cNvCxnSpPr>
            <a:cxnSpLocks/>
          </p:cNvCxnSpPr>
          <p:nvPr/>
        </p:nvCxnSpPr>
        <p:spPr>
          <a:xfrm>
            <a:off x="2982529" y="4423422"/>
            <a:ext cx="0" cy="1524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D111472-8064-0A44-A784-213154FD1613}"/>
              </a:ext>
            </a:extLst>
          </p:cNvPr>
          <p:cNvCxnSpPr>
            <a:cxnSpLocks/>
          </p:cNvCxnSpPr>
          <p:nvPr/>
        </p:nvCxnSpPr>
        <p:spPr>
          <a:xfrm>
            <a:off x="7407407" y="4419002"/>
            <a:ext cx="0" cy="1524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623B14B-58BD-4F4B-B98B-13FFCD7F39B7}"/>
              </a:ext>
            </a:extLst>
          </p:cNvPr>
          <p:cNvCxnSpPr>
            <a:cxnSpLocks/>
          </p:cNvCxnSpPr>
          <p:nvPr/>
        </p:nvCxnSpPr>
        <p:spPr>
          <a:xfrm>
            <a:off x="5194968" y="4419002"/>
            <a:ext cx="0" cy="1524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6DB2DEF-8348-B04A-AB3D-EBAD9E3FF155}"/>
              </a:ext>
            </a:extLst>
          </p:cNvPr>
          <p:cNvCxnSpPr>
            <a:cxnSpLocks/>
          </p:cNvCxnSpPr>
          <p:nvPr/>
        </p:nvCxnSpPr>
        <p:spPr>
          <a:xfrm>
            <a:off x="9619844" y="4419002"/>
            <a:ext cx="0" cy="1524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Freeform 2">
            <a:extLst>
              <a:ext uri="{FF2B5EF4-FFF2-40B4-BE49-F238E27FC236}">
                <a16:creationId xmlns:a16="http://schemas.microsoft.com/office/drawing/2014/main" id="{95252E18-2FFA-1545-83AF-546F436696FF}"/>
              </a:ext>
            </a:extLst>
          </p:cNvPr>
          <p:cNvSpPr>
            <a:spLocks noChangeArrowheads="1"/>
          </p:cNvSpPr>
          <p:nvPr/>
        </p:nvSpPr>
        <p:spPr bwMode="auto">
          <a:xfrm>
            <a:off x="963187" y="1302438"/>
            <a:ext cx="1712981" cy="1712981"/>
          </a:xfrm>
          <a:custGeom>
            <a:avLst/>
            <a:gdLst>
              <a:gd name="T0" fmla="*/ 1377 w 2753"/>
              <a:gd name="T1" fmla="*/ 0 h 2752"/>
              <a:gd name="T2" fmla="*/ 1377 w 2753"/>
              <a:gd name="T3" fmla="*/ 0 h 2752"/>
              <a:gd name="T4" fmla="*/ 2752 w 2753"/>
              <a:gd name="T5" fmla="*/ 1376 h 2752"/>
              <a:gd name="T6" fmla="*/ 2752 w 2753"/>
              <a:gd name="T7" fmla="*/ 1376 h 2752"/>
              <a:gd name="T8" fmla="*/ 1377 w 2753"/>
              <a:gd name="T9" fmla="*/ 2751 h 2752"/>
              <a:gd name="T10" fmla="*/ 1377 w 2753"/>
              <a:gd name="T11" fmla="*/ 2751 h 2752"/>
              <a:gd name="T12" fmla="*/ 0 w 2753"/>
              <a:gd name="T13" fmla="*/ 1376 h 2752"/>
              <a:gd name="T14" fmla="*/ 0 w 2753"/>
              <a:gd name="T15" fmla="*/ 1376 h 2752"/>
              <a:gd name="T16" fmla="*/ 1377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7" y="0"/>
                </a:moveTo>
                <a:lnTo>
                  <a:pt x="1377" y="0"/>
                </a:lnTo>
                <a:cubicBezTo>
                  <a:pt x="2137" y="0"/>
                  <a:pt x="2752" y="616"/>
                  <a:pt x="2752" y="1376"/>
                </a:cubicBezTo>
                <a:lnTo>
                  <a:pt x="2752" y="1376"/>
                </a:lnTo>
                <a:cubicBezTo>
                  <a:pt x="2752" y="2135"/>
                  <a:pt x="2137" y="2751"/>
                  <a:pt x="1377" y="2751"/>
                </a:cubicBezTo>
                <a:lnTo>
                  <a:pt x="1377" y="2751"/>
                </a:lnTo>
                <a:cubicBezTo>
                  <a:pt x="616" y="2751"/>
                  <a:pt x="0" y="2135"/>
                  <a:pt x="0" y="1376"/>
                </a:cubicBezTo>
                <a:lnTo>
                  <a:pt x="0" y="1376"/>
                </a:lnTo>
                <a:cubicBezTo>
                  <a:pt x="0" y="616"/>
                  <a:pt x="616" y="0"/>
                  <a:pt x="1377" y="0"/>
                </a:cubicBezTo>
              </a:path>
            </a:pathLst>
          </a:custGeom>
          <a:solidFill>
            <a:schemeClr val="bg1"/>
          </a:solidFill>
          <a:ln w="76200">
            <a:solidFill>
              <a:srgbClr val="B52372"/>
            </a:solidFill>
          </a:ln>
          <a:effectLst/>
        </p:spPr>
        <p:txBody>
          <a:bodyPr wrap="none" anchor="ctr"/>
          <a:lstStyle/>
          <a:p>
            <a:endParaRPr lang="en-US" sz="3265"/>
          </a:p>
        </p:txBody>
      </p:sp>
      <p:sp>
        <p:nvSpPr>
          <p:cNvPr id="11" name="TextBox 10">
            <a:extLst>
              <a:ext uri="{FF2B5EF4-FFF2-40B4-BE49-F238E27FC236}">
                <a16:creationId xmlns:a16="http://schemas.microsoft.com/office/drawing/2014/main" id="{71AF979D-E956-5308-12AC-F9C399424FCA}"/>
              </a:ext>
            </a:extLst>
          </p:cNvPr>
          <p:cNvSpPr txBox="1"/>
          <p:nvPr/>
        </p:nvSpPr>
        <p:spPr>
          <a:xfrm>
            <a:off x="4274606" y="316107"/>
            <a:ext cx="3957557" cy="553998"/>
          </a:xfrm>
          <a:prstGeom prst="rect">
            <a:avLst/>
          </a:prstGeom>
          <a:noFill/>
        </p:spPr>
        <p:txBody>
          <a:bodyPr wrap="none" rtlCol="0">
            <a:spAutoFit/>
          </a:bodyPr>
          <a:lstStyle/>
          <a:p>
            <a:pPr algn="ctr"/>
            <a:r>
              <a:rPr lang="en-US" sz="3000" b="1">
                <a:solidFill>
                  <a:schemeClr val="tx2"/>
                </a:solidFill>
                <a:latin typeface="Franklin Gothic Book" panose="020B0503020102020204" pitchFamily="34" charset="0"/>
                <a:cs typeface="Poppins" pitchFamily="2" charset="77"/>
              </a:rPr>
              <a:t>Rapid Revenue Return</a:t>
            </a:r>
          </a:p>
        </p:txBody>
      </p:sp>
      <p:pic>
        <p:nvPicPr>
          <p:cNvPr id="19" name="Picture 18">
            <a:extLst>
              <a:ext uri="{FF2B5EF4-FFF2-40B4-BE49-F238E27FC236}">
                <a16:creationId xmlns:a16="http://schemas.microsoft.com/office/drawing/2014/main" id="{A91D5C7F-1793-BD1C-4D1D-73EF9E804796}"/>
              </a:ext>
            </a:extLst>
          </p:cNvPr>
          <p:cNvPicPr>
            <a:picLocks noChangeAspect="1"/>
          </p:cNvPicPr>
          <p:nvPr/>
        </p:nvPicPr>
        <p:blipFill>
          <a:blip r:embed="rId7"/>
          <a:stretch>
            <a:fillRect/>
          </a:stretch>
        </p:blipFill>
        <p:spPr>
          <a:xfrm rot="19943948">
            <a:off x="1397112" y="1505697"/>
            <a:ext cx="813872" cy="1318471"/>
          </a:xfrm>
          <a:prstGeom prst="rect">
            <a:avLst/>
          </a:prstGeom>
        </p:spPr>
      </p:pic>
      <p:sp>
        <p:nvSpPr>
          <p:cNvPr id="2" name="Slide Number Placeholder 3">
            <a:extLst>
              <a:ext uri="{FF2B5EF4-FFF2-40B4-BE49-F238E27FC236}">
                <a16:creationId xmlns:a16="http://schemas.microsoft.com/office/drawing/2014/main" id="{20E288B9-23F2-5A39-94A1-7DF9AC49DDC1}"/>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5</a:t>
            </a:fld>
            <a:endParaRPr lang="en-US" sz="1000"/>
          </a:p>
        </p:txBody>
      </p:sp>
    </p:spTree>
    <p:extLst>
      <p:ext uri="{BB962C8B-B14F-4D97-AF65-F5344CB8AC3E}">
        <p14:creationId xmlns:p14="http://schemas.microsoft.com/office/powerpoint/2010/main" val="1423287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30457"/>
            <a:ext cx="12192000" cy="430887"/>
          </a:xfrm>
        </p:spPr>
        <p:txBody>
          <a:bodyPr>
            <a:noAutofit/>
          </a:bodyPr>
          <a:lstStyle/>
          <a:p>
            <a:pPr algn="ctr"/>
            <a:r>
              <a:rPr lang="en-US" sz="3200">
                <a:solidFill>
                  <a:schemeClr val="tx1">
                    <a:lumMod val="65000"/>
                    <a:lumOff val="35000"/>
                  </a:schemeClr>
                </a:solidFill>
                <a:latin typeface="Franklin Gothic Book" panose="020B0503020102020204" pitchFamily="34" charset="0"/>
              </a:rPr>
              <a:t>1 – Revenue Reveal </a:t>
            </a:r>
            <a:r>
              <a:rPr lang="en-US" sz="3200">
                <a:solidFill>
                  <a:srgbClr val="B52372"/>
                </a:solidFill>
                <a:latin typeface="Franklin Gothic Book" panose="020B0503020102020204" pitchFamily="34" charset="0"/>
              </a:rPr>
              <a:t>| The Approach</a:t>
            </a:r>
          </a:p>
        </p:txBody>
      </p:sp>
      <p:grpSp>
        <p:nvGrpSpPr>
          <p:cNvPr id="90" name="Group 89"/>
          <p:cNvGrpSpPr/>
          <p:nvPr/>
        </p:nvGrpSpPr>
        <p:grpSpPr>
          <a:xfrm>
            <a:off x="389162" y="1160971"/>
            <a:ext cx="11701237" cy="4918808"/>
            <a:chOff x="446013" y="1160970"/>
            <a:chExt cx="11701237" cy="4918813"/>
          </a:xfrm>
        </p:grpSpPr>
        <p:grpSp>
          <p:nvGrpSpPr>
            <p:cNvPr id="86" name="Group 85"/>
            <p:cNvGrpSpPr/>
            <p:nvPr/>
          </p:nvGrpSpPr>
          <p:grpSpPr>
            <a:xfrm>
              <a:off x="446013" y="1295400"/>
              <a:ext cx="3408505" cy="3971950"/>
              <a:chOff x="446013" y="1295400"/>
              <a:chExt cx="3408505" cy="3971950"/>
            </a:xfrm>
          </p:grpSpPr>
          <p:grpSp>
            <p:nvGrpSpPr>
              <p:cNvPr id="73" name="Group 72"/>
              <p:cNvGrpSpPr/>
              <p:nvPr/>
            </p:nvGrpSpPr>
            <p:grpSpPr>
              <a:xfrm>
                <a:off x="838275" y="1295400"/>
                <a:ext cx="3016243" cy="1470381"/>
                <a:chOff x="1346276" y="1295400"/>
                <a:chExt cx="3016243" cy="1470381"/>
              </a:xfrm>
            </p:grpSpPr>
            <p:sp>
              <p:nvSpPr>
                <p:cNvPr id="65" name="Rectangle 64"/>
                <p:cNvSpPr/>
                <p:nvPr/>
              </p:nvSpPr>
              <p:spPr>
                <a:xfrm>
                  <a:off x="1479255" y="1996146"/>
                  <a:ext cx="2883264" cy="76963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What are the KPI’s and performance measurements that connect to our plan.</a:t>
                  </a:r>
                  <a:endParaRPr lang="en-US" sz="1467">
                    <a:solidFill>
                      <a:schemeClr val="accent6"/>
                    </a:solidFill>
                    <a:latin typeface="Franklin Gothic Book" panose="020B0503020102020204" pitchFamily="34" charset="0"/>
                    <a:cs typeface="Arial" panose="020B0604020202020204" pitchFamily="34" charset="0"/>
                  </a:endParaRPr>
                </a:p>
              </p:txBody>
            </p:sp>
            <p:sp>
              <p:nvSpPr>
                <p:cNvPr id="66" name="TextBox 65"/>
                <p:cNvSpPr txBox="1"/>
                <p:nvPr/>
              </p:nvSpPr>
              <p:spPr>
                <a:xfrm>
                  <a:off x="1346276" y="1295400"/>
                  <a:ext cx="2454594" cy="666977"/>
                </a:xfrm>
                <a:prstGeom prst="rect">
                  <a:avLst/>
                </a:prstGeom>
                <a:noFill/>
              </p:spPr>
              <p:txBody>
                <a:bodyPr wrap="square" rtlCol="0">
                  <a:spAutoFit/>
                </a:bodyPr>
                <a:lstStyle/>
                <a:p>
                  <a:pPr algn="r"/>
                  <a:r>
                    <a:rPr lang="en-US" sz="1867" b="1">
                      <a:solidFill>
                        <a:srgbClr val="B52372"/>
                      </a:solidFill>
                      <a:latin typeface="Franklin Gothic Book" panose="020B0503020102020204" pitchFamily="34" charset="0"/>
                      <a:ea typeface="Verdana" panose="020B0604030504040204" pitchFamily="34" charset="0"/>
                      <a:cs typeface="Verdana" panose="020B0604030504040204" pitchFamily="34" charset="0"/>
                    </a:rPr>
                    <a:t>Metrics &amp; Performance</a:t>
                  </a:r>
                </a:p>
              </p:txBody>
            </p:sp>
          </p:grpSp>
          <p:sp>
            <p:nvSpPr>
              <p:cNvPr id="68" name="TextBox 67"/>
              <p:cNvSpPr txBox="1"/>
              <p:nvPr/>
            </p:nvSpPr>
            <p:spPr>
              <a:xfrm>
                <a:off x="446013" y="4600372"/>
                <a:ext cx="2741840" cy="666978"/>
              </a:xfrm>
              <a:prstGeom prst="rect">
                <a:avLst/>
              </a:prstGeom>
              <a:noFill/>
            </p:spPr>
            <p:txBody>
              <a:bodyPr wrap="square" rtlCol="0">
                <a:spAutoFit/>
              </a:bodyPr>
              <a:lstStyle/>
              <a:p>
                <a:pPr algn="r"/>
                <a:r>
                  <a:rPr lang="en-US" sz="1867" b="1">
                    <a:solidFill>
                      <a:srgbClr val="B52372"/>
                    </a:solidFill>
                    <a:latin typeface="Franklin Gothic Book" panose="020B0503020102020204" pitchFamily="34" charset="0"/>
                    <a:ea typeface="Verdana" panose="020B0604030504040204" pitchFamily="34" charset="0"/>
                    <a:cs typeface="Verdana" panose="020B0604030504040204" pitchFamily="34" charset="0"/>
                  </a:rPr>
                  <a:t>Art &amp; Talent Optimization</a:t>
                </a:r>
              </a:p>
            </p:txBody>
          </p:sp>
        </p:grpSp>
        <p:grpSp>
          <p:nvGrpSpPr>
            <p:cNvPr id="87" name="Group 86"/>
            <p:cNvGrpSpPr/>
            <p:nvPr/>
          </p:nvGrpSpPr>
          <p:grpSpPr>
            <a:xfrm>
              <a:off x="9010552" y="1160970"/>
              <a:ext cx="3136698" cy="3890549"/>
              <a:chOff x="9010552" y="1160970"/>
              <a:chExt cx="3136698" cy="3890549"/>
            </a:xfrm>
          </p:grpSpPr>
          <p:sp>
            <p:nvSpPr>
              <p:cNvPr id="70" name="TextBox 69"/>
              <p:cNvSpPr txBox="1"/>
              <p:nvPr/>
            </p:nvSpPr>
            <p:spPr>
              <a:xfrm>
                <a:off x="9027355" y="1160970"/>
                <a:ext cx="3119895" cy="379656"/>
              </a:xfrm>
              <a:prstGeom prst="rect">
                <a:avLst/>
              </a:prstGeom>
              <a:noFill/>
            </p:spPr>
            <p:txBody>
              <a:bodyPr wrap="square" rtlCol="0">
                <a:spAutoFit/>
              </a:bodyPr>
              <a:lstStyle/>
              <a:p>
                <a:r>
                  <a:rPr lang="en-US" sz="1867" b="1">
                    <a:solidFill>
                      <a:srgbClr val="B52372"/>
                    </a:solidFill>
                    <a:latin typeface="Franklin Gothic Book" panose="020B0503020102020204" pitchFamily="34" charset="0"/>
                    <a:ea typeface="Verdana" panose="020B0604030504040204" pitchFamily="34" charset="0"/>
                    <a:cs typeface="Verdana" panose="020B0604030504040204" pitchFamily="34" charset="0"/>
                  </a:rPr>
                  <a:t>Science &amp; Strategy</a:t>
                </a:r>
              </a:p>
            </p:txBody>
          </p:sp>
          <p:sp>
            <p:nvSpPr>
              <p:cNvPr id="72" name="TextBox 71"/>
              <p:cNvSpPr txBox="1"/>
              <p:nvPr/>
            </p:nvSpPr>
            <p:spPr>
              <a:xfrm>
                <a:off x="9010552" y="4384541"/>
                <a:ext cx="3048729" cy="666978"/>
              </a:xfrm>
              <a:prstGeom prst="rect">
                <a:avLst/>
              </a:prstGeom>
              <a:noFill/>
            </p:spPr>
            <p:txBody>
              <a:bodyPr wrap="square" rtlCol="0">
                <a:spAutoFit/>
              </a:bodyPr>
              <a:lstStyle/>
              <a:p>
                <a:r>
                  <a:rPr lang="en-US" sz="1867" b="1">
                    <a:solidFill>
                      <a:srgbClr val="B52372"/>
                    </a:solidFill>
                    <a:latin typeface="Franklin Gothic Book" panose="020B0503020102020204" pitchFamily="34" charset="0"/>
                    <a:ea typeface="Verdana" panose="020B0604030504040204" pitchFamily="34" charset="0"/>
                    <a:cs typeface="Verdana" panose="020B0604030504040204" pitchFamily="34" charset="0"/>
                  </a:rPr>
                  <a:t>Process &amp; Customer Engagement</a:t>
                </a:r>
              </a:p>
            </p:txBody>
          </p:sp>
        </p:grpSp>
        <p:grpSp>
          <p:nvGrpSpPr>
            <p:cNvPr id="89" name="Group 88"/>
            <p:cNvGrpSpPr/>
            <p:nvPr/>
          </p:nvGrpSpPr>
          <p:grpSpPr>
            <a:xfrm>
              <a:off x="3365020" y="1245373"/>
              <a:ext cx="5547343" cy="4834410"/>
              <a:chOff x="3365020" y="1245373"/>
              <a:chExt cx="5547343" cy="4834410"/>
            </a:xfrm>
          </p:grpSpPr>
          <p:grpSp>
            <p:nvGrpSpPr>
              <p:cNvPr id="59" name="Group 58"/>
              <p:cNvGrpSpPr/>
              <p:nvPr/>
            </p:nvGrpSpPr>
            <p:grpSpPr>
              <a:xfrm>
                <a:off x="3365020" y="1245373"/>
                <a:ext cx="5547343" cy="4834410"/>
                <a:chOff x="3312761" y="1245373"/>
                <a:chExt cx="5547343" cy="4834410"/>
              </a:xfrm>
            </p:grpSpPr>
            <p:grpSp>
              <p:nvGrpSpPr>
                <p:cNvPr id="5" name="Group 4"/>
                <p:cNvGrpSpPr/>
                <p:nvPr/>
              </p:nvGrpSpPr>
              <p:grpSpPr>
                <a:xfrm>
                  <a:off x="3312761" y="1485374"/>
                  <a:ext cx="5547343" cy="4056024"/>
                  <a:chOff x="3312761" y="1311206"/>
                  <a:chExt cx="5547343" cy="4056024"/>
                </a:xfrm>
              </p:grpSpPr>
              <p:cxnSp>
                <p:nvCxnSpPr>
                  <p:cNvPr id="55" name="Elbow Connector 54"/>
                  <p:cNvCxnSpPr/>
                  <p:nvPr/>
                </p:nvCxnSpPr>
                <p:spPr>
                  <a:xfrm>
                    <a:off x="7782019" y="4914541"/>
                    <a:ext cx="1078085" cy="452689"/>
                  </a:xfrm>
                  <a:prstGeom prst="bentConnector3">
                    <a:avLst/>
                  </a:prstGeom>
                  <a:noFill/>
                  <a:ln w="6350" cap="flat" cmpd="sng" algn="ctr">
                    <a:solidFill>
                      <a:srgbClr val="B52372"/>
                    </a:solidFill>
                    <a:prstDash val="solid"/>
                    <a:miter lim="800000"/>
                    <a:tailEnd type="oval"/>
                  </a:ln>
                  <a:effectLst/>
                </p:spPr>
              </p:cxnSp>
              <p:cxnSp>
                <p:nvCxnSpPr>
                  <p:cNvPr id="56" name="Elbow Connector 55"/>
                  <p:cNvCxnSpPr/>
                  <p:nvPr/>
                </p:nvCxnSpPr>
                <p:spPr>
                  <a:xfrm rot="10800000" flipV="1">
                    <a:off x="3312761" y="4853147"/>
                    <a:ext cx="992703" cy="420731"/>
                  </a:xfrm>
                  <a:prstGeom prst="bentConnector3">
                    <a:avLst/>
                  </a:prstGeom>
                  <a:noFill/>
                  <a:ln w="6350" cap="flat" cmpd="sng" algn="ctr">
                    <a:solidFill>
                      <a:srgbClr val="434343"/>
                    </a:solidFill>
                    <a:prstDash val="solid"/>
                    <a:miter lim="800000"/>
                    <a:tailEnd type="oval"/>
                  </a:ln>
                  <a:effectLst/>
                </p:spPr>
              </p:cxnSp>
              <p:cxnSp>
                <p:nvCxnSpPr>
                  <p:cNvPr id="57" name="Elbow Connector 56"/>
                  <p:cNvCxnSpPr/>
                  <p:nvPr/>
                </p:nvCxnSpPr>
                <p:spPr>
                  <a:xfrm flipV="1">
                    <a:off x="7782019" y="1458434"/>
                    <a:ext cx="1078085" cy="645381"/>
                  </a:xfrm>
                  <a:prstGeom prst="bentConnector3">
                    <a:avLst>
                      <a:gd name="adj1" fmla="val 50000"/>
                    </a:avLst>
                  </a:prstGeom>
                  <a:noFill/>
                  <a:ln w="6350" cap="flat" cmpd="sng" algn="ctr">
                    <a:solidFill>
                      <a:schemeClr val="tx1">
                        <a:lumMod val="65000"/>
                        <a:lumOff val="35000"/>
                      </a:schemeClr>
                    </a:solidFill>
                    <a:prstDash val="solid"/>
                    <a:miter lim="800000"/>
                    <a:tailEnd type="oval"/>
                  </a:ln>
                  <a:effectLst/>
                </p:spPr>
              </p:cxnSp>
              <p:cxnSp>
                <p:nvCxnSpPr>
                  <p:cNvPr id="58" name="Elbow Connector 57"/>
                  <p:cNvCxnSpPr/>
                  <p:nvPr/>
                </p:nvCxnSpPr>
                <p:spPr>
                  <a:xfrm rot="10800000">
                    <a:off x="3378149" y="1311206"/>
                    <a:ext cx="927315" cy="792608"/>
                  </a:xfrm>
                  <a:prstGeom prst="bentConnector3">
                    <a:avLst/>
                  </a:prstGeom>
                  <a:noFill/>
                  <a:ln w="6350" cap="flat" cmpd="sng" algn="ctr">
                    <a:solidFill>
                      <a:srgbClr val="B52372"/>
                    </a:solidFill>
                    <a:prstDash val="solid"/>
                    <a:miter lim="800000"/>
                    <a:tailEnd type="oval"/>
                  </a:ln>
                  <a:effectLst/>
                </p:spPr>
              </p:cxnSp>
            </p:grpSp>
            <p:grpSp>
              <p:nvGrpSpPr>
                <p:cNvPr id="7" name="Group 6"/>
                <p:cNvGrpSpPr/>
                <p:nvPr/>
              </p:nvGrpSpPr>
              <p:grpSpPr>
                <a:xfrm>
                  <a:off x="3699989" y="1245373"/>
                  <a:ext cx="4834411" cy="4834410"/>
                  <a:chOff x="3699989" y="1071205"/>
                  <a:chExt cx="4834411" cy="4834410"/>
                </a:xfrm>
              </p:grpSpPr>
              <p:sp>
                <p:nvSpPr>
                  <p:cNvPr id="38" name="Donut 37"/>
                  <p:cNvSpPr/>
                  <p:nvPr/>
                </p:nvSpPr>
                <p:spPr>
                  <a:xfrm>
                    <a:off x="4087218" y="1458434"/>
                    <a:ext cx="4059952" cy="4059952"/>
                  </a:xfrm>
                  <a:prstGeom prst="donut">
                    <a:avLst>
                      <a:gd name="adj" fmla="val 17641"/>
                    </a:avLst>
                  </a:prstGeom>
                  <a:solidFill>
                    <a:schemeClr val="bg1">
                      <a:lumMod val="85000"/>
                    </a:schemeClr>
                  </a:solidFill>
                  <a:ln w="12700" cap="flat" cmpd="sng" algn="ctr">
                    <a:noFill/>
                    <a:prstDash val="solid"/>
                    <a:miter lim="800000"/>
                  </a:ln>
                  <a:effectLst/>
                </p:spPr>
                <p:txBody>
                  <a:bodyPr rtlCol="0" anchor="ctr"/>
                  <a:lstStyle/>
                  <a:p>
                    <a:pPr algn="ctr" defTabSz="914377">
                      <a:defRPr/>
                    </a:pPr>
                    <a:endParaRPr lang="en-US" kern="0">
                      <a:solidFill>
                        <a:prstClr val="white"/>
                      </a:solidFill>
                      <a:latin typeface="Franklin Gothic Book" panose="020B0503020102020204" pitchFamily="34" charset="0"/>
                    </a:endParaRPr>
                  </a:p>
                </p:txBody>
              </p:sp>
              <p:grpSp>
                <p:nvGrpSpPr>
                  <p:cNvPr id="39" name="Group 38"/>
                  <p:cNvGrpSpPr/>
                  <p:nvPr/>
                </p:nvGrpSpPr>
                <p:grpSpPr>
                  <a:xfrm>
                    <a:off x="3699989" y="1071205"/>
                    <a:ext cx="4834411" cy="4834410"/>
                    <a:chOff x="4167082" y="1538298"/>
                    <a:chExt cx="3900225" cy="3900224"/>
                  </a:xfrm>
                </p:grpSpPr>
                <p:sp>
                  <p:nvSpPr>
                    <p:cNvPr id="51" name="Freeform 50"/>
                    <p:cNvSpPr/>
                    <p:nvPr/>
                  </p:nvSpPr>
                  <p:spPr>
                    <a:xfrm>
                      <a:off x="4167082" y="1541701"/>
                      <a:ext cx="1754169" cy="1754169"/>
                    </a:xfrm>
                    <a:custGeom>
                      <a:avLst/>
                      <a:gdLst>
                        <a:gd name="connsiteX0" fmla="*/ 1754169 w 1754169"/>
                        <a:gd name="connsiteY0" fmla="*/ 0 h 1754170"/>
                        <a:gd name="connsiteX1" fmla="*/ 1754169 w 1754169"/>
                        <a:gd name="connsiteY1" fmla="*/ 903195 h 1754170"/>
                        <a:gd name="connsiteX2" fmla="*/ 1735337 w 1754169"/>
                        <a:gd name="connsiteY2" fmla="*/ 906069 h 1754170"/>
                        <a:gd name="connsiteX3" fmla="*/ 906069 w 1754169"/>
                        <a:gd name="connsiteY3" fmla="*/ 1735337 h 1754170"/>
                        <a:gd name="connsiteX4" fmla="*/ 903195 w 1754169"/>
                        <a:gd name="connsiteY4" fmla="*/ 1754170 h 1754170"/>
                        <a:gd name="connsiteX5" fmla="*/ 0 w 1754169"/>
                        <a:gd name="connsiteY5" fmla="*/ 1754170 h 1754170"/>
                        <a:gd name="connsiteX6" fmla="*/ 225 w 1754169"/>
                        <a:gd name="connsiteY6" fmla="*/ 1749713 h 1754170"/>
                        <a:gd name="connsiteX7" fmla="*/ 1749713 w 1754169"/>
                        <a:gd name="connsiteY7" fmla="*/ 225 h 1754170"/>
                        <a:gd name="connsiteX8" fmla="*/ 1754169 w 1754169"/>
                        <a:gd name="connsiteY8" fmla="*/ 0 h 175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4169" h="1754170">
                          <a:moveTo>
                            <a:pt x="1754169" y="0"/>
                          </a:moveTo>
                          <a:lnTo>
                            <a:pt x="1754169" y="903195"/>
                          </a:lnTo>
                          <a:lnTo>
                            <a:pt x="1735337" y="906069"/>
                          </a:lnTo>
                          <a:cubicBezTo>
                            <a:pt x="1319093" y="991245"/>
                            <a:pt x="991245" y="1319093"/>
                            <a:pt x="906069" y="1735337"/>
                          </a:cubicBezTo>
                          <a:lnTo>
                            <a:pt x="903195" y="1754170"/>
                          </a:lnTo>
                          <a:lnTo>
                            <a:pt x="0" y="1754170"/>
                          </a:lnTo>
                          <a:lnTo>
                            <a:pt x="225" y="1749713"/>
                          </a:lnTo>
                          <a:cubicBezTo>
                            <a:pt x="93906" y="827258"/>
                            <a:pt x="827258" y="93906"/>
                            <a:pt x="1749713" y="225"/>
                          </a:cubicBezTo>
                          <a:lnTo>
                            <a:pt x="1754169" y="0"/>
                          </a:lnTo>
                          <a:close/>
                        </a:path>
                      </a:pathLst>
                    </a:custGeom>
                    <a:solidFill>
                      <a:srgbClr val="B52372"/>
                    </a:solidFill>
                    <a:ln w="12700" cap="flat" cmpd="sng" algn="ctr">
                      <a:noFill/>
                      <a:prstDash val="solid"/>
                      <a:miter lim="800000"/>
                    </a:ln>
                    <a:effectLst/>
                  </p:spPr>
                  <p:txBody>
                    <a:bodyPr wrap="square" rtlCol="0" anchor="ctr">
                      <a:noAutofit/>
                    </a:bodyPr>
                    <a:lstStyle/>
                    <a:p>
                      <a:pPr algn="ctr" defTabSz="914377">
                        <a:defRPr/>
                      </a:pPr>
                      <a:endParaRPr lang="en-US" kern="0">
                        <a:solidFill>
                          <a:prstClr val="white"/>
                        </a:solidFill>
                        <a:latin typeface="Franklin Gothic Book" panose="020B0503020102020204" pitchFamily="34" charset="0"/>
                      </a:endParaRPr>
                    </a:p>
                  </p:txBody>
                </p:sp>
                <p:sp>
                  <p:nvSpPr>
                    <p:cNvPr id="52" name="Freeform 51"/>
                    <p:cNvSpPr/>
                    <p:nvPr/>
                  </p:nvSpPr>
                  <p:spPr>
                    <a:xfrm>
                      <a:off x="6313138" y="1538298"/>
                      <a:ext cx="1754169" cy="1754170"/>
                    </a:xfrm>
                    <a:custGeom>
                      <a:avLst/>
                      <a:gdLst>
                        <a:gd name="connsiteX0" fmla="*/ 0 w 1754169"/>
                        <a:gd name="connsiteY0" fmla="*/ 0 h 1754170"/>
                        <a:gd name="connsiteX1" fmla="*/ 4456 w 1754169"/>
                        <a:gd name="connsiteY1" fmla="*/ 225 h 1754170"/>
                        <a:gd name="connsiteX2" fmla="*/ 1753944 w 1754169"/>
                        <a:gd name="connsiteY2" fmla="*/ 1749713 h 1754170"/>
                        <a:gd name="connsiteX3" fmla="*/ 1754169 w 1754169"/>
                        <a:gd name="connsiteY3" fmla="*/ 1754170 h 1754170"/>
                        <a:gd name="connsiteX4" fmla="*/ 850974 w 1754169"/>
                        <a:gd name="connsiteY4" fmla="*/ 1754170 h 1754170"/>
                        <a:gd name="connsiteX5" fmla="*/ 848100 w 1754169"/>
                        <a:gd name="connsiteY5" fmla="*/ 1735337 h 1754170"/>
                        <a:gd name="connsiteX6" fmla="*/ 18832 w 1754169"/>
                        <a:gd name="connsiteY6" fmla="*/ 906069 h 1754170"/>
                        <a:gd name="connsiteX7" fmla="*/ 0 w 1754169"/>
                        <a:gd name="connsiteY7" fmla="*/ 903195 h 1754170"/>
                        <a:gd name="connsiteX8" fmla="*/ 0 w 1754169"/>
                        <a:gd name="connsiteY8" fmla="*/ 0 h 175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4169" h="1754170">
                          <a:moveTo>
                            <a:pt x="0" y="0"/>
                          </a:moveTo>
                          <a:lnTo>
                            <a:pt x="4456" y="225"/>
                          </a:lnTo>
                          <a:cubicBezTo>
                            <a:pt x="926911" y="93906"/>
                            <a:pt x="1660263" y="827258"/>
                            <a:pt x="1753944" y="1749713"/>
                          </a:cubicBezTo>
                          <a:lnTo>
                            <a:pt x="1754169" y="1754170"/>
                          </a:lnTo>
                          <a:lnTo>
                            <a:pt x="850974" y="1754170"/>
                          </a:lnTo>
                          <a:lnTo>
                            <a:pt x="848100" y="1735337"/>
                          </a:lnTo>
                          <a:cubicBezTo>
                            <a:pt x="762924" y="1319093"/>
                            <a:pt x="435077" y="991245"/>
                            <a:pt x="18832" y="906069"/>
                          </a:cubicBezTo>
                          <a:lnTo>
                            <a:pt x="0" y="903195"/>
                          </a:lnTo>
                          <a:lnTo>
                            <a:pt x="0" y="0"/>
                          </a:lnTo>
                          <a:close/>
                        </a:path>
                      </a:pathLst>
                    </a:custGeom>
                    <a:solidFill>
                      <a:schemeClr val="tx1">
                        <a:lumMod val="50000"/>
                        <a:lumOff val="50000"/>
                      </a:schemeClr>
                    </a:solidFill>
                    <a:ln w="12700" cap="flat" cmpd="sng" algn="ctr">
                      <a:noFill/>
                      <a:prstDash val="solid"/>
                      <a:miter lim="800000"/>
                    </a:ln>
                    <a:effectLst/>
                  </p:spPr>
                  <p:txBody>
                    <a:bodyPr wrap="square" rtlCol="0" anchor="ctr">
                      <a:noAutofit/>
                    </a:bodyPr>
                    <a:lstStyle/>
                    <a:p>
                      <a:pPr algn="ctr" defTabSz="914377">
                        <a:defRPr/>
                      </a:pPr>
                      <a:endParaRPr lang="en-US" kern="0">
                        <a:solidFill>
                          <a:prstClr val="white"/>
                        </a:solidFill>
                        <a:latin typeface="Franklin Gothic Book" panose="020B0503020102020204" pitchFamily="34" charset="0"/>
                      </a:endParaRPr>
                    </a:p>
                  </p:txBody>
                </p:sp>
                <p:sp>
                  <p:nvSpPr>
                    <p:cNvPr id="53" name="Freeform 52"/>
                    <p:cNvSpPr/>
                    <p:nvPr/>
                  </p:nvSpPr>
                  <p:spPr>
                    <a:xfrm>
                      <a:off x="4167083" y="3684354"/>
                      <a:ext cx="1754169" cy="1754168"/>
                    </a:xfrm>
                    <a:custGeom>
                      <a:avLst/>
                      <a:gdLst>
                        <a:gd name="connsiteX0" fmla="*/ 0 w 1754169"/>
                        <a:gd name="connsiteY0" fmla="*/ 0 h 1754168"/>
                        <a:gd name="connsiteX1" fmla="*/ 903195 w 1754169"/>
                        <a:gd name="connsiteY1" fmla="*/ 0 h 1754168"/>
                        <a:gd name="connsiteX2" fmla="*/ 906069 w 1754169"/>
                        <a:gd name="connsiteY2" fmla="*/ 18831 h 1754168"/>
                        <a:gd name="connsiteX3" fmla="*/ 1735337 w 1754169"/>
                        <a:gd name="connsiteY3" fmla="*/ 848099 h 1754168"/>
                        <a:gd name="connsiteX4" fmla="*/ 1754169 w 1754169"/>
                        <a:gd name="connsiteY4" fmla="*/ 850973 h 1754168"/>
                        <a:gd name="connsiteX5" fmla="*/ 1754169 w 1754169"/>
                        <a:gd name="connsiteY5" fmla="*/ 1754168 h 1754168"/>
                        <a:gd name="connsiteX6" fmla="*/ 1749713 w 1754169"/>
                        <a:gd name="connsiteY6" fmla="*/ 1753943 h 1754168"/>
                        <a:gd name="connsiteX7" fmla="*/ 225 w 1754169"/>
                        <a:gd name="connsiteY7" fmla="*/ 4455 h 1754168"/>
                        <a:gd name="connsiteX8" fmla="*/ 0 w 1754169"/>
                        <a:gd name="connsiteY8" fmla="*/ 0 h 175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4169" h="1754168">
                          <a:moveTo>
                            <a:pt x="0" y="0"/>
                          </a:moveTo>
                          <a:lnTo>
                            <a:pt x="903195" y="0"/>
                          </a:lnTo>
                          <a:lnTo>
                            <a:pt x="906069" y="18831"/>
                          </a:lnTo>
                          <a:cubicBezTo>
                            <a:pt x="991245" y="435076"/>
                            <a:pt x="1319093" y="762923"/>
                            <a:pt x="1735337" y="848099"/>
                          </a:cubicBezTo>
                          <a:lnTo>
                            <a:pt x="1754169" y="850973"/>
                          </a:lnTo>
                          <a:lnTo>
                            <a:pt x="1754169" y="1754168"/>
                          </a:lnTo>
                          <a:lnTo>
                            <a:pt x="1749713" y="1753943"/>
                          </a:lnTo>
                          <a:cubicBezTo>
                            <a:pt x="827258" y="1660262"/>
                            <a:pt x="93906" y="926910"/>
                            <a:pt x="225" y="4455"/>
                          </a:cubicBezTo>
                          <a:lnTo>
                            <a:pt x="0" y="0"/>
                          </a:lnTo>
                          <a:close/>
                        </a:path>
                      </a:pathLst>
                    </a:custGeom>
                    <a:solidFill>
                      <a:schemeClr val="tx1">
                        <a:lumMod val="50000"/>
                        <a:lumOff val="50000"/>
                      </a:schemeClr>
                    </a:solidFill>
                    <a:ln w="12700" cap="flat" cmpd="sng" algn="ctr">
                      <a:noFill/>
                      <a:prstDash val="solid"/>
                      <a:miter lim="800000"/>
                    </a:ln>
                    <a:effectLst/>
                  </p:spPr>
                  <p:txBody>
                    <a:bodyPr wrap="square" rtlCol="0" anchor="ctr">
                      <a:noAutofit/>
                    </a:bodyPr>
                    <a:lstStyle/>
                    <a:p>
                      <a:pPr algn="ctr" defTabSz="914377">
                        <a:defRPr/>
                      </a:pPr>
                      <a:endParaRPr lang="en-US" kern="0">
                        <a:solidFill>
                          <a:prstClr val="white"/>
                        </a:solidFill>
                        <a:latin typeface="Franklin Gothic Book" panose="020B0503020102020204" pitchFamily="34" charset="0"/>
                      </a:endParaRPr>
                    </a:p>
                  </p:txBody>
                </p:sp>
                <p:sp>
                  <p:nvSpPr>
                    <p:cNvPr id="54" name="Freeform 53"/>
                    <p:cNvSpPr/>
                    <p:nvPr/>
                  </p:nvSpPr>
                  <p:spPr>
                    <a:xfrm>
                      <a:off x="6313138" y="3684354"/>
                      <a:ext cx="1754169" cy="1754168"/>
                    </a:xfrm>
                    <a:custGeom>
                      <a:avLst/>
                      <a:gdLst>
                        <a:gd name="connsiteX0" fmla="*/ 850974 w 1754169"/>
                        <a:gd name="connsiteY0" fmla="*/ 0 h 1754168"/>
                        <a:gd name="connsiteX1" fmla="*/ 1754169 w 1754169"/>
                        <a:gd name="connsiteY1" fmla="*/ 0 h 1754168"/>
                        <a:gd name="connsiteX2" fmla="*/ 1753944 w 1754169"/>
                        <a:gd name="connsiteY2" fmla="*/ 4455 h 1754168"/>
                        <a:gd name="connsiteX3" fmla="*/ 4456 w 1754169"/>
                        <a:gd name="connsiteY3" fmla="*/ 1753943 h 1754168"/>
                        <a:gd name="connsiteX4" fmla="*/ 0 w 1754169"/>
                        <a:gd name="connsiteY4" fmla="*/ 1754168 h 1754168"/>
                        <a:gd name="connsiteX5" fmla="*/ 0 w 1754169"/>
                        <a:gd name="connsiteY5" fmla="*/ 850973 h 1754168"/>
                        <a:gd name="connsiteX6" fmla="*/ 18832 w 1754169"/>
                        <a:gd name="connsiteY6" fmla="*/ 848099 h 1754168"/>
                        <a:gd name="connsiteX7" fmla="*/ 848100 w 1754169"/>
                        <a:gd name="connsiteY7" fmla="*/ 18831 h 1754168"/>
                        <a:gd name="connsiteX8" fmla="*/ 850974 w 1754169"/>
                        <a:gd name="connsiteY8" fmla="*/ 0 h 175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4169" h="1754168">
                          <a:moveTo>
                            <a:pt x="850974" y="0"/>
                          </a:moveTo>
                          <a:lnTo>
                            <a:pt x="1754169" y="0"/>
                          </a:lnTo>
                          <a:lnTo>
                            <a:pt x="1753944" y="4455"/>
                          </a:lnTo>
                          <a:cubicBezTo>
                            <a:pt x="1660263" y="926910"/>
                            <a:pt x="926911" y="1660262"/>
                            <a:pt x="4456" y="1753943"/>
                          </a:cubicBezTo>
                          <a:lnTo>
                            <a:pt x="0" y="1754168"/>
                          </a:lnTo>
                          <a:lnTo>
                            <a:pt x="0" y="850973"/>
                          </a:lnTo>
                          <a:lnTo>
                            <a:pt x="18832" y="848099"/>
                          </a:lnTo>
                          <a:cubicBezTo>
                            <a:pt x="435077" y="762923"/>
                            <a:pt x="762924" y="435076"/>
                            <a:pt x="848100" y="18831"/>
                          </a:cubicBezTo>
                          <a:lnTo>
                            <a:pt x="850974" y="0"/>
                          </a:lnTo>
                          <a:close/>
                        </a:path>
                      </a:pathLst>
                    </a:custGeom>
                    <a:solidFill>
                      <a:srgbClr val="B52372"/>
                    </a:solidFill>
                    <a:ln w="12700" cap="flat" cmpd="sng" algn="ctr">
                      <a:noFill/>
                      <a:prstDash val="solid"/>
                      <a:miter lim="800000"/>
                    </a:ln>
                    <a:effectLst/>
                  </p:spPr>
                  <p:txBody>
                    <a:bodyPr wrap="square" rtlCol="0" anchor="ctr">
                      <a:noAutofit/>
                    </a:bodyPr>
                    <a:lstStyle/>
                    <a:p>
                      <a:pPr algn="ctr" defTabSz="914377">
                        <a:defRPr/>
                      </a:pPr>
                      <a:endParaRPr lang="en-US" kern="0">
                        <a:solidFill>
                          <a:prstClr val="white"/>
                        </a:solidFill>
                        <a:latin typeface="Franklin Gothic Book" panose="020B0503020102020204" pitchFamily="34" charset="0"/>
                      </a:endParaRPr>
                    </a:p>
                  </p:txBody>
                </p:sp>
              </p:grpSp>
              <p:sp>
                <p:nvSpPr>
                  <p:cNvPr id="41" name="Oval 40"/>
                  <p:cNvSpPr/>
                  <p:nvPr/>
                </p:nvSpPr>
                <p:spPr>
                  <a:xfrm>
                    <a:off x="5069566" y="2421294"/>
                    <a:ext cx="2091210" cy="2091208"/>
                  </a:xfrm>
                  <a:prstGeom prst="ellipse">
                    <a:avLst/>
                  </a:prstGeom>
                  <a:solidFill>
                    <a:schemeClr val="bg1">
                      <a:lumMod val="85000"/>
                    </a:schemeClr>
                  </a:solidFill>
                  <a:ln w="25400" cap="flat" cmpd="sng" algn="ctr">
                    <a:noFill/>
                    <a:prstDash val="solid"/>
                    <a:miter lim="800000"/>
                  </a:ln>
                  <a:effectLst/>
                </p:spPr>
                <p:txBody>
                  <a:bodyPr rtlCol="0" anchor="ctr"/>
                  <a:lstStyle/>
                  <a:p>
                    <a:pPr algn="ctr" defTabSz="914377">
                      <a:defRPr/>
                    </a:pPr>
                    <a:endParaRPr lang="en-US" kern="0">
                      <a:solidFill>
                        <a:prstClr val="white"/>
                      </a:solidFill>
                      <a:latin typeface="Franklin Gothic Book" panose="020B0503020102020204" pitchFamily="34" charset="0"/>
                    </a:endParaRPr>
                  </a:p>
                </p:txBody>
              </p:sp>
            </p:grpSp>
          </p:grpSp>
          <p:grpSp>
            <p:nvGrpSpPr>
              <p:cNvPr id="64" name="Group 63"/>
              <p:cNvGrpSpPr/>
              <p:nvPr/>
            </p:nvGrpSpPr>
            <p:grpSpPr>
              <a:xfrm>
                <a:off x="4772066" y="1750843"/>
                <a:ext cx="2637318" cy="3810928"/>
                <a:chOff x="4772066" y="1750843"/>
                <a:chExt cx="2637318" cy="3810928"/>
              </a:xfrm>
            </p:grpSpPr>
            <p:sp>
              <p:nvSpPr>
                <p:cNvPr id="60" name="TextBox 59"/>
                <p:cNvSpPr txBox="1"/>
                <p:nvPr/>
              </p:nvSpPr>
              <p:spPr>
                <a:xfrm rot="18856275">
                  <a:off x="4470573" y="2399534"/>
                  <a:ext cx="1727654" cy="677108"/>
                </a:xfrm>
                <a:prstGeom prst="rect">
                  <a:avLst/>
                </a:prstGeom>
                <a:noFill/>
              </p:spPr>
              <p:txBody>
                <a:bodyPr wrap="square" rtlCol="0">
                  <a:prstTxWarp prst="textArchUp">
                    <a:avLst/>
                  </a:prstTxWarp>
                  <a:spAutoFit/>
                </a:bodyPr>
                <a:lstStyle/>
                <a:p>
                  <a:pPr algn="ctr"/>
                  <a:r>
                    <a:rPr lang="en-US" sz="2133"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rPr>
                    <a:t>Metrics &amp; </a:t>
                  </a:r>
                </a:p>
                <a:p>
                  <a:pPr algn="ctr"/>
                  <a:r>
                    <a:rPr lang="en-US" sz="2133"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rPr>
                    <a:t>Performance</a:t>
                  </a:r>
                </a:p>
              </p:txBody>
            </p:sp>
            <p:sp>
              <p:nvSpPr>
                <p:cNvPr id="61" name="TextBox 60"/>
                <p:cNvSpPr txBox="1"/>
                <p:nvPr/>
              </p:nvSpPr>
              <p:spPr>
                <a:xfrm rot="3190934">
                  <a:off x="6280317" y="2487214"/>
                  <a:ext cx="1865438" cy="392696"/>
                </a:xfrm>
                <a:prstGeom prst="rect">
                  <a:avLst/>
                </a:prstGeom>
                <a:noFill/>
              </p:spPr>
              <p:txBody>
                <a:bodyPr wrap="square" rtlCol="0">
                  <a:prstTxWarp prst="textArchUp">
                    <a:avLst/>
                  </a:prstTxWarp>
                  <a:spAutoFit/>
                </a:bodyPr>
                <a:lstStyle/>
                <a:p>
                  <a:pPr algn="ctr"/>
                  <a:r>
                    <a:rPr lang="en-US" sz="2133"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rPr>
                    <a:t>Science &amp; </a:t>
                  </a:r>
                </a:p>
                <a:p>
                  <a:pPr algn="ctr"/>
                  <a:r>
                    <a:rPr lang="en-US" sz="2133"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rPr>
                    <a:t>Strategy</a:t>
                  </a:r>
                </a:p>
              </p:txBody>
            </p:sp>
            <p:sp>
              <p:nvSpPr>
                <p:cNvPr id="62" name="TextBox 61"/>
                <p:cNvSpPr txBox="1"/>
                <p:nvPr/>
              </p:nvSpPr>
              <p:spPr>
                <a:xfrm rot="18718259">
                  <a:off x="6135904" y="4369653"/>
                  <a:ext cx="1861458" cy="522777"/>
                </a:xfrm>
                <a:prstGeom prst="rect">
                  <a:avLst/>
                </a:prstGeom>
                <a:noFill/>
              </p:spPr>
              <p:txBody>
                <a:bodyPr wrap="none" rtlCol="0" anchor="ctr">
                  <a:prstTxWarp prst="textArchDown">
                    <a:avLst/>
                  </a:prstTxWarp>
                  <a:spAutoFit/>
                </a:bodyPr>
                <a:lstStyle/>
                <a:p>
                  <a:pPr algn="ctr"/>
                  <a:r>
                    <a:rPr lang="en-US" sz="2133">
                      <a:solidFill>
                        <a:schemeClr val="bg1">
                          <a:lumMod val="95000"/>
                        </a:schemeClr>
                      </a:solidFill>
                      <a:latin typeface="Franklin Gothic Book" panose="020B0503020102020204" pitchFamily="34" charset="0"/>
                    </a:rPr>
                    <a:t>Process &amp; </a:t>
                  </a:r>
                </a:p>
                <a:p>
                  <a:pPr algn="ctr"/>
                  <a:r>
                    <a:rPr lang="en-US" sz="2133">
                      <a:solidFill>
                        <a:schemeClr val="bg1">
                          <a:lumMod val="95000"/>
                        </a:schemeClr>
                      </a:solidFill>
                      <a:latin typeface="Franklin Gothic Book" panose="020B0503020102020204" pitchFamily="34" charset="0"/>
                    </a:rPr>
                    <a:t>Customer</a:t>
                  </a:r>
                </a:p>
                <a:p>
                  <a:pPr algn="ctr"/>
                  <a:r>
                    <a:rPr lang="en-US" sz="2133">
                      <a:solidFill>
                        <a:schemeClr val="bg1">
                          <a:lumMod val="95000"/>
                        </a:schemeClr>
                      </a:solidFill>
                      <a:latin typeface="Franklin Gothic Book" panose="020B0503020102020204" pitchFamily="34" charset="0"/>
                    </a:rPr>
                    <a:t>Engagement</a:t>
                  </a:r>
                </a:p>
              </p:txBody>
            </p:sp>
            <p:sp>
              <p:nvSpPr>
                <p:cNvPr id="63" name="TextBox 62"/>
                <p:cNvSpPr txBox="1"/>
                <p:nvPr/>
              </p:nvSpPr>
              <p:spPr>
                <a:xfrm rot="2765919">
                  <a:off x="4362496" y="4366458"/>
                  <a:ext cx="1496248" cy="677108"/>
                </a:xfrm>
                <a:prstGeom prst="rect">
                  <a:avLst/>
                </a:prstGeom>
                <a:noFill/>
              </p:spPr>
              <p:txBody>
                <a:bodyPr wrap="square" rtlCol="0" anchor="ctr">
                  <a:prstTxWarp prst="textArchDown">
                    <a:avLst/>
                  </a:prstTxWarp>
                  <a:spAutoFit/>
                </a:bodyPr>
                <a:lstStyle/>
                <a:p>
                  <a:pPr algn="ctr"/>
                  <a:r>
                    <a:rPr lang="en-US" sz="2133"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rPr>
                    <a:t>Art &amp; Talent</a:t>
                  </a:r>
                </a:p>
                <a:p>
                  <a:pPr algn="ctr"/>
                  <a:r>
                    <a:rPr lang="en-US" sz="2133"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rPr>
                    <a:t>Optimization</a:t>
                  </a:r>
                </a:p>
                <a:p>
                  <a:pPr algn="ctr"/>
                  <a:endParaRPr lang="en-US" b="1">
                    <a:solidFill>
                      <a:schemeClr val="bg1">
                        <a:lumMod val="95000"/>
                      </a:schemeClr>
                    </a:solidFill>
                    <a:latin typeface="Franklin Gothic Book" panose="020B0503020102020204" pitchFamily="34" charset="0"/>
                    <a:ea typeface="Verdana" panose="020B0604030504040204" pitchFamily="34" charset="0"/>
                    <a:cs typeface="Verdana" panose="020B0604030504040204" pitchFamily="34" charset="0"/>
                  </a:endParaRPr>
                </a:p>
              </p:txBody>
            </p:sp>
          </p:grpSp>
          <p:sp>
            <p:nvSpPr>
              <p:cNvPr id="88" name="Rectangle 87"/>
              <p:cNvSpPr/>
              <p:nvPr/>
            </p:nvSpPr>
            <p:spPr>
              <a:xfrm>
                <a:off x="5175420" y="3182364"/>
                <a:ext cx="2003768" cy="830998"/>
              </a:xfrm>
              <a:prstGeom prst="rect">
                <a:avLst/>
              </a:prstGeom>
            </p:spPr>
            <p:txBody>
              <a:bodyPr wrap="square">
                <a:spAutoFit/>
              </a:bodyPr>
              <a:lstStyle/>
              <a:p>
                <a:pPr algn="ctr"/>
                <a:r>
                  <a:rPr lang="en-US" sz="2400" b="1">
                    <a:solidFill>
                      <a:schemeClr val="tx2"/>
                    </a:solidFill>
                    <a:latin typeface="Franklin Gothic Book" panose="020B0503020102020204" pitchFamily="34" charset="0"/>
                    <a:ea typeface="Verdana" panose="020B0604030504040204" pitchFamily="34" charset="0"/>
                    <a:cs typeface="Verdana" panose="020B0604030504040204" pitchFamily="34" charset="0"/>
                  </a:rPr>
                  <a:t>Revenue </a:t>
                </a:r>
              </a:p>
              <a:p>
                <a:pPr algn="ctr"/>
                <a:r>
                  <a:rPr lang="en-US" sz="2400" b="1">
                    <a:solidFill>
                      <a:schemeClr val="tx2"/>
                    </a:solidFill>
                    <a:latin typeface="Franklin Gothic Book" panose="020B0503020102020204" pitchFamily="34" charset="0"/>
                    <a:ea typeface="Verdana" panose="020B0604030504040204" pitchFamily="34" charset="0"/>
                    <a:cs typeface="Verdana" panose="020B0604030504040204" pitchFamily="34" charset="0"/>
                  </a:rPr>
                  <a:t>Reveal</a:t>
                </a:r>
              </a:p>
            </p:txBody>
          </p:sp>
        </p:grpSp>
      </p:grpSp>
      <p:sp>
        <p:nvSpPr>
          <p:cNvPr id="8" name="Rectangle 7">
            <a:extLst>
              <a:ext uri="{FF2B5EF4-FFF2-40B4-BE49-F238E27FC236}">
                <a16:creationId xmlns:a16="http://schemas.microsoft.com/office/drawing/2014/main" id="{25FFE7EF-7298-A839-BF5D-CA153674233E}"/>
              </a:ext>
            </a:extLst>
          </p:cNvPr>
          <p:cNvSpPr/>
          <p:nvPr/>
        </p:nvSpPr>
        <p:spPr>
          <a:xfrm>
            <a:off x="914403" y="5237678"/>
            <a:ext cx="2603828" cy="99540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What is our deployment</a:t>
            </a:r>
          </a:p>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What are the skills and competencies we currently have and how do we build</a:t>
            </a:r>
            <a:endParaRPr lang="en-US" sz="1467">
              <a:solidFill>
                <a:schemeClr val="accent6"/>
              </a:solidFill>
              <a:latin typeface="Franklin Gothic Book" panose="020B05030201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95FF37B-CBFF-5000-8AF1-36DEA6A24818}"/>
              </a:ext>
            </a:extLst>
          </p:cNvPr>
          <p:cNvSpPr/>
          <p:nvPr/>
        </p:nvSpPr>
        <p:spPr>
          <a:xfrm>
            <a:off x="9132796" y="1525988"/>
            <a:ext cx="2690537" cy="189846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What are the financial goals within each segment to get What are the segments that are going to get us there.</a:t>
            </a:r>
          </a:p>
          <a:p>
            <a:pPr defTabSz="914377">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      </a:t>
            </a:r>
            <a:r>
              <a:rPr lang="en-US" sz="1467" i="1" u="sng">
                <a:solidFill>
                  <a:srgbClr val="B52372"/>
                </a:solidFill>
                <a:latin typeface="Franklin Gothic Book" panose="020B0503020102020204" pitchFamily="34" charset="0"/>
                <a:cs typeface="Arial" panose="020B0604020202020204" pitchFamily="34" charset="0"/>
              </a:rPr>
              <a:t>Short and long-term goals</a:t>
            </a:r>
          </a:p>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What is the strategy by segment and the supporting tactics.</a:t>
            </a:r>
          </a:p>
        </p:txBody>
      </p:sp>
      <p:sp>
        <p:nvSpPr>
          <p:cNvPr id="10" name="Rectangle 9">
            <a:extLst>
              <a:ext uri="{FF2B5EF4-FFF2-40B4-BE49-F238E27FC236}">
                <a16:creationId xmlns:a16="http://schemas.microsoft.com/office/drawing/2014/main" id="{DA296000-B3D9-DEAA-FEE1-E375F2D1D31E}"/>
              </a:ext>
            </a:extLst>
          </p:cNvPr>
          <p:cNvSpPr/>
          <p:nvPr/>
        </p:nvSpPr>
        <p:spPr>
          <a:xfrm>
            <a:off x="9132795" y="5075224"/>
            <a:ext cx="3048728" cy="144693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How do we engage our most valuable customer segments through sales</a:t>
            </a:r>
          </a:p>
          <a:p>
            <a:pPr marL="228594" indent="-228594" defTabSz="914377">
              <a:buFont typeface="Arial" panose="020B0604020202020204" pitchFamily="34" charset="0"/>
              <a:buChar char="•"/>
              <a:defRPr/>
            </a:pPr>
            <a:r>
              <a:rPr lang="en-US" sz="1467">
                <a:solidFill>
                  <a:schemeClr val="tx1">
                    <a:lumMod val="75000"/>
                    <a:lumOff val="25000"/>
                  </a:schemeClr>
                </a:solidFill>
                <a:latin typeface="Franklin Gothic Book" panose="020B0503020102020204" pitchFamily="34" charset="0"/>
                <a:cs typeface="Arial" panose="020B0604020202020204" pitchFamily="34" charset="0"/>
              </a:rPr>
              <a:t>Marketing engage in the customer buying journey into those specific markets</a:t>
            </a:r>
          </a:p>
        </p:txBody>
      </p:sp>
      <p:grpSp>
        <p:nvGrpSpPr>
          <p:cNvPr id="6" name="Group 5">
            <a:extLst>
              <a:ext uri="{FF2B5EF4-FFF2-40B4-BE49-F238E27FC236}">
                <a16:creationId xmlns:a16="http://schemas.microsoft.com/office/drawing/2014/main" id="{313F1FA9-C1A8-66CA-3C65-D1C1BB93FD31}"/>
              </a:ext>
            </a:extLst>
          </p:cNvPr>
          <p:cNvGrpSpPr/>
          <p:nvPr/>
        </p:nvGrpSpPr>
        <p:grpSpPr>
          <a:xfrm>
            <a:off x="340729" y="274223"/>
            <a:ext cx="1177676" cy="1182624"/>
            <a:chOff x="102181" y="139153"/>
            <a:chExt cx="883257" cy="886968"/>
          </a:xfrm>
        </p:grpSpPr>
        <p:sp>
          <p:nvSpPr>
            <p:cNvPr id="3" name="Freeform 2">
              <a:extLst>
                <a:ext uri="{FF2B5EF4-FFF2-40B4-BE49-F238E27FC236}">
                  <a16:creationId xmlns:a16="http://schemas.microsoft.com/office/drawing/2014/main" id="{7B831639-5E83-72D5-801A-8E4825AFC9E6}"/>
                </a:ext>
              </a:extLst>
            </p:cNvPr>
            <p:cNvSpPr>
              <a:spLocks noChangeArrowheads="1"/>
            </p:cNvSpPr>
            <p:nvPr/>
          </p:nvSpPr>
          <p:spPr bwMode="auto">
            <a:xfrm>
              <a:off x="102181" y="139153"/>
              <a:ext cx="883257" cy="886968"/>
            </a:xfrm>
            <a:custGeom>
              <a:avLst/>
              <a:gdLst>
                <a:gd name="T0" fmla="*/ 1377 w 2753"/>
                <a:gd name="T1" fmla="*/ 0 h 2752"/>
                <a:gd name="T2" fmla="*/ 1377 w 2753"/>
                <a:gd name="T3" fmla="*/ 0 h 2752"/>
                <a:gd name="T4" fmla="*/ 2752 w 2753"/>
                <a:gd name="T5" fmla="*/ 1376 h 2752"/>
                <a:gd name="T6" fmla="*/ 2752 w 2753"/>
                <a:gd name="T7" fmla="*/ 1376 h 2752"/>
                <a:gd name="T8" fmla="*/ 1377 w 2753"/>
                <a:gd name="T9" fmla="*/ 2751 h 2752"/>
                <a:gd name="T10" fmla="*/ 1377 w 2753"/>
                <a:gd name="T11" fmla="*/ 2751 h 2752"/>
                <a:gd name="T12" fmla="*/ 0 w 2753"/>
                <a:gd name="T13" fmla="*/ 1376 h 2752"/>
                <a:gd name="T14" fmla="*/ 0 w 2753"/>
                <a:gd name="T15" fmla="*/ 1376 h 2752"/>
                <a:gd name="T16" fmla="*/ 1377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7" y="0"/>
                  </a:moveTo>
                  <a:lnTo>
                    <a:pt x="1377" y="0"/>
                  </a:lnTo>
                  <a:cubicBezTo>
                    <a:pt x="2137" y="0"/>
                    <a:pt x="2752" y="616"/>
                    <a:pt x="2752" y="1376"/>
                  </a:cubicBezTo>
                  <a:lnTo>
                    <a:pt x="2752" y="1376"/>
                  </a:lnTo>
                  <a:cubicBezTo>
                    <a:pt x="2752" y="2135"/>
                    <a:pt x="2137" y="2751"/>
                    <a:pt x="1377" y="2751"/>
                  </a:cubicBezTo>
                  <a:lnTo>
                    <a:pt x="1377" y="2751"/>
                  </a:lnTo>
                  <a:cubicBezTo>
                    <a:pt x="616" y="2751"/>
                    <a:pt x="0" y="2135"/>
                    <a:pt x="0" y="1376"/>
                  </a:cubicBezTo>
                  <a:lnTo>
                    <a:pt x="0" y="1376"/>
                  </a:lnTo>
                  <a:cubicBezTo>
                    <a:pt x="0" y="616"/>
                    <a:pt x="616" y="0"/>
                    <a:pt x="1377" y="0"/>
                  </a:cubicBezTo>
                </a:path>
              </a:pathLst>
            </a:custGeom>
            <a:solidFill>
              <a:schemeClr val="bg1"/>
            </a:solidFill>
            <a:ln w="76200">
              <a:solidFill>
                <a:srgbClr val="B52372"/>
              </a:solidFill>
            </a:ln>
            <a:effectLst/>
          </p:spPr>
          <p:txBody>
            <a:bodyPr wrap="none" anchor="ctr"/>
            <a:lstStyle/>
            <a:p>
              <a:endParaRPr lang="en-US" sz="3265"/>
            </a:p>
          </p:txBody>
        </p:sp>
        <p:pic>
          <p:nvPicPr>
            <p:cNvPr id="12" name="Picture 11">
              <a:extLst>
                <a:ext uri="{FF2B5EF4-FFF2-40B4-BE49-F238E27FC236}">
                  <a16:creationId xmlns:a16="http://schemas.microsoft.com/office/drawing/2014/main" id="{3372FA2B-AFE0-1DE8-6A2E-7720D45B676A}"/>
                </a:ext>
              </a:extLst>
            </p:cNvPr>
            <p:cNvPicPr>
              <a:picLocks noChangeAspect="1"/>
            </p:cNvPicPr>
            <p:nvPr/>
          </p:nvPicPr>
          <p:blipFill>
            <a:blip r:embed="rId3"/>
            <a:stretch>
              <a:fillRect/>
            </a:stretch>
          </p:blipFill>
          <p:spPr>
            <a:xfrm rot="19943948">
              <a:off x="360024" y="306818"/>
              <a:ext cx="367570" cy="595463"/>
            </a:xfrm>
            <a:prstGeom prst="rect">
              <a:avLst/>
            </a:prstGeom>
          </p:spPr>
        </p:pic>
      </p:grpSp>
      <p:sp>
        <p:nvSpPr>
          <p:cNvPr id="11" name="Slide Number Placeholder 3">
            <a:extLst>
              <a:ext uri="{FF2B5EF4-FFF2-40B4-BE49-F238E27FC236}">
                <a16:creationId xmlns:a16="http://schemas.microsoft.com/office/drawing/2014/main" id="{51BC337E-AE6D-35E6-6882-B8C8086D0D64}"/>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22</a:t>
            </a:fld>
            <a:endParaRPr lang="en-US" sz="1000"/>
          </a:p>
        </p:txBody>
      </p:sp>
    </p:spTree>
    <p:extLst>
      <p:ext uri="{BB962C8B-B14F-4D97-AF65-F5344CB8AC3E}">
        <p14:creationId xmlns:p14="http://schemas.microsoft.com/office/powerpoint/2010/main" val="2041618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4516480" y="2376103"/>
            <a:ext cx="5982421" cy="129442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5206797" y="3663512"/>
            <a:ext cx="5288097" cy="1226213"/>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4392541" y="4873039"/>
            <a:ext cx="6102353" cy="161688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2" name="Group 21"/>
          <p:cNvGrpSpPr/>
          <p:nvPr/>
        </p:nvGrpSpPr>
        <p:grpSpPr>
          <a:xfrm>
            <a:off x="1607803" y="2190479"/>
            <a:ext cx="5250203" cy="4299440"/>
            <a:chOff x="50135" y="1518460"/>
            <a:chExt cx="5398296" cy="4420715"/>
          </a:xfrm>
        </p:grpSpPr>
        <p:sp>
          <p:nvSpPr>
            <p:cNvPr id="23" name="Isosceles Triangle 22"/>
            <p:cNvSpPr/>
            <p:nvPr/>
          </p:nvSpPr>
          <p:spPr>
            <a:xfrm rot="20350593">
              <a:off x="2142667" y="1669766"/>
              <a:ext cx="2697476" cy="3917905"/>
            </a:xfrm>
            <a:prstGeom prst="triangle">
              <a:avLst>
                <a:gd name="adj" fmla="val 60048"/>
              </a:avLst>
            </a:prstGeom>
            <a:gradFill flip="none" rotWithShape="1">
              <a:gsLst>
                <a:gs pos="31000">
                  <a:srgbClr val="BA1C7F"/>
                </a:gs>
                <a:gs pos="100000">
                  <a:srgbClr val="FFFFFF"/>
                </a:gs>
              </a:gsLst>
              <a:lin ang="0" scaled="1"/>
              <a:tileRect/>
            </a:gra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Isosceles Triangle 23"/>
            <p:cNvSpPr/>
            <p:nvPr/>
          </p:nvSpPr>
          <p:spPr>
            <a:xfrm rot="1191330">
              <a:off x="649586" y="1518460"/>
              <a:ext cx="3036687" cy="4012156"/>
            </a:xfrm>
            <a:prstGeom prst="triangle">
              <a:avLst>
                <a:gd name="adj" fmla="val 56357"/>
              </a:avLst>
            </a:prstGeom>
            <a:gradFill flip="none" rotWithShape="1">
              <a:gsLst>
                <a:gs pos="40000">
                  <a:srgbClr val="BA1C7F"/>
                </a:gs>
                <a:gs pos="100000">
                  <a:srgbClr val="FFFFFF"/>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cxnSp>
          <p:nvCxnSpPr>
            <p:cNvPr id="25" name="Straight Connector 24"/>
            <p:cNvCxnSpPr>
              <a:stCxn id="23" idx="4"/>
              <a:endCxn id="23" idx="2"/>
            </p:cNvCxnSpPr>
            <p:nvPr/>
          </p:nvCxnSpPr>
          <p:spPr>
            <a:xfrm flipH="1">
              <a:off x="2927153" y="4980250"/>
              <a:ext cx="2521278" cy="95892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flipH="1">
              <a:off x="2919334" y="1709315"/>
              <a:ext cx="119931" cy="4213062"/>
            </a:xfrm>
            <a:prstGeom prst="line">
              <a:avLst/>
            </a:prstGeom>
            <a:ln>
              <a:solidFill>
                <a:srgbClr val="7B0965"/>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flipH="1">
              <a:off x="2966751" y="3140027"/>
              <a:ext cx="1150807" cy="398569"/>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793236" y="3027615"/>
              <a:ext cx="1183097" cy="50428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23" idx="4"/>
              <a:endCxn id="32" idx="2"/>
            </p:cNvCxnSpPr>
            <p:nvPr/>
          </p:nvCxnSpPr>
          <p:spPr>
            <a:xfrm flipH="1" flipV="1">
              <a:off x="2946865" y="4136109"/>
              <a:ext cx="2501566" cy="844141"/>
            </a:xfrm>
            <a:prstGeom prst="line">
              <a:avLst/>
            </a:prstGeom>
            <a:ln>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24" idx="2"/>
            </p:cNvCxnSpPr>
            <p:nvPr/>
          </p:nvCxnSpPr>
          <p:spPr>
            <a:xfrm flipV="1">
              <a:off x="58485" y="4155234"/>
              <a:ext cx="2898647" cy="740421"/>
            </a:xfrm>
            <a:prstGeom prst="line">
              <a:avLst/>
            </a:prstGeom>
            <a:ln>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16371803" flipH="1">
              <a:off x="650100" y="3523026"/>
              <a:ext cx="1770275" cy="2860195"/>
            </a:xfrm>
            <a:prstGeom prst="triangle">
              <a:avLst/>
            </a:prstGeom>
            <a:solidFill>
              <a:schemeClr val="tx1">
                <a:lumMod val="65000"/>
                <a:lumOff val="3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32" name="Isosceles Triangle 31"/>
            <p:cNvSpPr/>
            <p:nvPr/>
          </p:nvSpPr>
          <p:spPr>
            <a:xfrm rot="5400000">
              <a:off x="3273754" y="3809219"/>
              <a:ext cx="1783372" cy="2437151"/>
            </a:xfrm>
            <a:prstGeom prst="triangle">
              <a:avLst>
                <a:gd name="adj" fmla="val 47450"/>
              </a:avLst>
            </a:prstGeom>
            <a:solidFill>
              <a:schemeClr val="tx1">
                <a:lumMod val="65000"/>
                <a:lumOff val="3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p:cNvCxnSpPr/>
            <p:nvPr/>
          </p:nvCxnSpPr>
          <p:spPr>
            <a:xfrm flipH="1">
              <a:off x="2927153" y="4301387"/>
              <a:ext cx="2030875" cy="667161"/>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745110" y="4155234"/>
              <a:ext cx="2206167" cy="79925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50135" y="4875770"/>
              <a:ext cx="2868668" cy="1043520"/>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grpSp>
      <p:sp>
        <p:nvSpPr>
          <p:cNvPr id="36" name="TextBox 35"/>
          <p:cNvSpPr txBox="1"/>
          <p:nvPr/>
        </p:nvSpPr>
        <p:spPr>
          <a:xfrm>
            <a:off x="7165479" y="5293133"/>
            <a:ext cx="3279007" cy="1384995"/>
          </a:xfrm>
          <a:prstGeom prst="rect">
            <a:avLst/>
          </a:prstGeom>
          <a:noFill/>
        </p:spPr>
        <p:txBody>
          <a:bodyPr wrap="square" rtlCol="0">
            <a:spAutoFit/>
          </a:bodyPr>
          <a:lstStyle/>
          <a:p>
            <a:endParaRPr lang="en-US" sz="1400" b="1">
              <a:latin typeface="Franklin Gothic Book" panose="020B0503020102020204" pitchFamily="34" charset="0"/>
              <a:cs typeface="Franklin Gothic Medium"/>
            </a:endParaRPr>
          </a:p>
          <a:p>
            <a:r>
              <a:rPr lang="en-US" sz="1400" b="1">
                <a:latin typeface="Franklin Gothic Book" panose="020B0503020102020204" pitchFamily="34" charset="0"/>
                <a:cs typeface="Franklin Gothic Medium"/>
              </a:rPr>
              <a:t>Build the new way to work so they know exactly what to do and when.</a:t>
            </a:r>
          </a:p>
          <a:p>
            <a:endParaRPr lang="en-US" sz="1400" b="1">
              <a:latin typeface="Franklin Gothic Book" panose="020B0503020102020204" pitchFamily="34" charset="0"/>
              <a:cs typeface="Franklin Gothic Medium"/>
            </a:endParaRPr>
          </a:p>
          <a:p>
            <a:r>
              <a:rPr lang="en-US" sz="1400" b="1">
                <a:latin typeface="Franklin Gothic Book" panose="020B0503020102020204" pitchFamily="34" charset="0"/>
                <a:cs typeface="Franklin Gothic Medium"/>
              </a:rPr>
              <a:t>	</a:t>
            </a:r>
            <a:r>
              <a:rPr lang="en-US" sz="1400" b="1">
                <a:latin typeface="Franklin Gothic Medium" panose="020B0603020102020204" pitchFamily="34" charset="0"/>
                <a:cs typeface="Franklin Gothic Medium"/>
              </a:rPr>
              <a:t>The new way to work</a:t>
            </a:r>
            <a:r>
              <a:rPr lang="en-US" sz="1400" b="1">
                <a:latin typeface="Franklin Gothic Book" panose="020B0503020102020204" pitchFamily="34" charset="0"/>
                <a:cs typeface="Franklin Gothic Medium"/>
              </a:rPr>
              <a:t>.</a:t>
            </a:r>
          </a:p>
          <a:p>
            <a:endParaRPr lang="en-US" sz="1400">
              <a:latin typeface="Franklin Gothic Book" panose="020B0503020102020204" pitchFamily="34" charset="0"/>
              <a:cs typeface="Avenir Medium"/>
            </a:endParaRPr>
          </a:p>
        </p:txBody>
      </p:sp>
      <p:sp>
        <p:nvSpPr>
          <p:cNvPr id="37" name="TextBox 36"/>
          <p:cNvSpPr txBox="1"/>
          <p:nvPr/>
        </p:nvSpPr>
        <p:spPr>
          <a:xfrm>
            <a:off x="6951229" y="4920736"/>
            <a:ext cx="3815139" cy="707886"/>
          </a:xfrm>
          <a:prstGeom prst="rect">
            <a:avLst/>
          </a:prstGeom>
          <a:noFill/>
        </p:spPr>
        <p:txBody>
          <a:bodyPr wrap="square" rtlCol="0">
            <a:spAutoFit/>
          </a:bodyPr>
          <a:lstStyle/>
          <a:p>
            <a:r>
              <a:rPr lang="en-US" sz="2400">
                <a:solidFill>
                  <a:schemeClr val="bg1"/>
                </a:solidFill>
                <a:latin typeface="Franklin Gothic Medium" panose="020B0603020102020204" pitchFamily="34" charset="0"/>
                <a:cs typeface="Avenir Medium"/>
              </a:rPr>
              <a:t>1. Foundation:</a:t>
            </a:r>
          </a:p>
          <a:p>
            <a:r>
              <a:rPr lang="en-US" sz="1600">
                <a:solidFill>
                  <a:schemeClr val="bg1"/>
                </a:solidFill>
                <a:latin typeface="Avenir Medium"/>
                <a:cs typeface="Avenir Medium"/>
              </a:rPr>
              <a:t> </a:t>
            </a:r>
          </a:p>
        </p:txBody>
      </p:sp>
      <p:sp>
        <p:nvSpPr>
          <p:cNvPr id="38" name="TextBox 37"/>
          <p:cNvSpPr txBox="1"/>
          <p:nvPr/>
        </p:nvSpPr>
        <p:spPr>
          <a:xfrm>
            <a:off x="5727196" y="3594216"/>
            <a:ext cx="3583643" cy="677108"/>
          </a:xfrm>
          <a:prstGeom prst="rect">
            <a:avLst/>
          </a:prstGeom>
          <a:noFill/>
        </p:spPr>
        <p:txBody>
          <a:bodyPr wrap="square" rtlCol="0">
            <a:spAutoFit/>
          </a:bodyPr>
          <a:lstStyle/>
          <a:p>
            <a:r>
              <a:rPr lang="en-US" sz="2400">
                <a:solidFill>
                  <a:srgbClr val="FFFFFF"/>
                </a:solidFill>
                <a:latin typeface="Franklin Gothic Medium" panose="020B0603020102020204" pitchFamily="34" charset="0"/>
                <a:cs typeface="Avenir Medium"/>
              </a:rPr>
              <a:t>2. Framework:</a:t>
            </a:r>
          </a:p>
          <a:p>
            <a:r>
              <a:rPr lang="en-US" sz="1400" b="1">
                <a:latin typeface="Avenir Medium"/>
                <a:cs typeface="Avenir Medium"/>
              </a:rPr>
              <a:t> </a:t>
            </a:r>
          </a:p>
        </p:txBody>
      </p:sp>
      <p:sp>
        <p:nvSpPr>
          <p:cNvPr id="39" name="TextBox 38"/>
          <p:cNvSpPr txBox="1"/>
          <p:nvPr/>
        </p:nvSpPr>
        <p:spPr>
          <a:xfrm>
            <a:off x="5080004" y="2376099"/>
            <a:ext cx="3005371" cy="677108"/>
          </a:xfrm>
          <a:prstGeom prst="rect">
            <a:avLst/>
          </a:prstGeom>
          <a:noFill/>
        </p:spPr>
        <p:txBody>
          <a:bodyPr wrap="square" rtlCol="0">
            <a:spAutoFit/>
          </a:bodyPr>
          <a:lstStyle/>
          <a:p>
            <a:r>
              <a:rPr lang="en-US" sz="2400">
                <a:solidFill>
                  <a:srgbClr val="FFFFFF"/>
                </a:solidFill>
                <a:latin typeface="Franklin Gothic Medium" panose="020B0603020102020204" pitchFamily="34" charset="0"/>
                <a:cs typeface="Avenir Medium"/>
              </a:rPr>
              <a:t>3. Focus:</a:t>
            </a:r>
          </a:p>
          <a:p>
            <a:r>
              <a:rPr lang="en-US" sz="1400" b="1">
                <a:latin typeface="Avenir Medium"/>
                <a:cs typeface="Avenir Medium"/>
              </a:rPr>
              <a:t> </a:t>
            </a:r>
          </a:p>
        </p:txBody>
      </p:sp>
      <p:sp>
        <p:nvSpPr>
          <p:cNvPr id="40" name="TextBox 39"/>
          <p:cNvSpPr txBox="1"/>
          <p:nvPr/>
        </p:nvSpPr>
        <p:spPr>
          <a:xfrm>
            <a:off x="6219042" y="3983150"/>
            <a:ext cx="4362407" cy="861774"/>
          </a:xfrm>
          <a:prstGeom prst="rect">
            <a:avLst/>
          </a:prstGeom>
          <a:noFill/>
        </p:spPr>
        <p:txBody>
          <a:bodyPr wrap="square" rtlCol="0">
            <a:spAutoFit/>
          </a:bodyPr>
          <a:lstStyle/>
          <a:p>
            <a:r>
              <a:rPr lang="en-US" sz="1400" b="1">
                <a:latin typeface="Franklin Gothic Book" panose="020B0503020102020204" pitchFamily="34" charset="0"/>
                <a:cs typeface="Franklin Gothic Book"/>
              </a:rPr>
              <a:t>Build the tools and resources to help teams to a sustain a new way of thinking </a:t>
            </a:r>
          </a:p>
          <a:p>
            <a:endParaRPr lang="en-US" sz="800" b="1">
              <a:latin typeface="Franklin Gothic Book"/>
              <a:cs typeface="Franklin Gothic Medium"/>
            </a:endParaRPr>
          </a:p>
          <a:p>
            <a:r>
              <a:rPr lang="en-US" sz="1400" b="1">
                <a:latin typeface="Franklin Gothic Medium"/>
                <a:cs typeface="Franklin Gothic Medium"/>
              </a:rPr>
              <a:t>                        The uncommon becomes habit.</a:t>
            </a:r>
          </a:p>
        </p:txBody>
      </p:sp>
      <p:sp>
        <p:nvSpPr>
          <p:cNvPr id="41" name="TextBox 40"/>
          <p:cNvSpPr txBox="1"/>
          <p:nvPr/>
        </p:nvSpPr>
        <p:spPr>
          <a:xfrm>
            <a:off x="5563641" y="2821712"/>
            <a:ext cx="4902200" cy="738664"/>
          </a:xfrm>
          <a:prstGeom prst="rect">
            <a:avLst/>
          </a:prstGeom>
          <a:noFill/>
        </p:spPr>
        <p:txBody>
          <a:bodyPr wrap="square" rtlCol="0">
            <a:spAutoFit/>
          </a:bodyPr>
          <a:lstStyle/>
          <a:p>
            <a:r>
              <a:rPr lang="en-US" sz="1400">
                <a:latin typeface="Franklin Gothic Medium" panose="020B0603020102020204" pitchFamily="34" charset="0"/>
                <a:cs typeface="Franklin Gothic Book"/>
              </a:rPr>
              <a:t>Accountability on the right foundation</a:t>
            </a:r>
          </a:p>
          <a:p>
            <a:r>
              <a:rPr lang="en-US" sz="1400" b="1">
                <a:latin typeface="Franklin Gothic Book"/>
                <a:cs typeface="Franklin Gothic Medium"/>
              </a:rPr>
              <a:t>  </a:t>
            </a:r>
          </a:p>
          <a:p>
            <a:r>
              <a:rPr lang="en-US" sz="1400" b="1">
                <a:latin typeface="Franklin Gothic Medium"/>
                <a:cs typeface="Franklin Gothic Medium"/>
              </a:rPr>
              <a:t>             Repeatable Results</a:t>
            </a:r>
            <a:r>
              <a:rPr lang="en-US" sz="1400" b="1">
                <a:latin typeface="Franklin Gothic Book"/>
                <a:cs typeface="Franklin Gothic Book"/>
              </a:rPr>
              <a:t>.</a:t>
            </a:r>
          </a:p>
        </p:txBody>
      </p:sp>
      <p:sp>
        <p:nvSpPr>
          <p:cNvPr id="42" name="Content Placeholder 5"/>
          <p:cNvSpPr txBox="1">
            <a:spLocks/>
          </p:cNvSpPr>
          <p:nvPr/>
        </p:nvSpPr>
        <p:spPr>
          <a:xfrm>
            <a:off x="1951913" y="1345867"/>
            <a:ext cx="8610600" cy="82594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lumMod val="75000"/>
                    <a:lumOff val="25000"/>
                  </a:schemeClr>
                </a:solidFill>
                <a:latin typeface="Franklin Gothic Book"/>
                <a:ea typeface="+mn-ea"/>
                <a:cs typeface="+mn-cs"/>
              </a:defRPr>
            </a:lvl1pPr>
            <a:lvl2pPr marL="742950" indent="-285750" algn="l" defTabSz="457200" rtl="0" eaLnBrk="1" latinLnBrk="0" hangingPunct="1">
              <a:spcBef>
                <a:spcPct val="20000"/>
              </a:spcBef>
              <a:buFont typeface="Arial"/>
              <a:buChar char="–"/>
              <a:defRPr sz="2800" kern="1200">
                <a:solidFill>
                  <a:schemeClr val="tx1">
                    <a:lumMod val="75000"/>
                    <a:lumOff val="25000"/>
                  </a:schemeClr>
                </a:solidFill>
                <a:latin typeface="Franklin Gothic Book"/>
                <a:ea typeface="+mn-ea"/>
                <a:cs typeface="+mn-cs"/>
              </a:defRPr>
            </a:lvl2pPr>
            <a:lvl3pPr marL="1143000" indent="-228600" algn="l" defTabSz="457200" rtl="0" eaLnBrk="1" latinLnBrk="0" hangingPunct="1">
              <a:spcBef>
                <a:spcPct val="20000"/>
              </a:spcBef>
              <a:buFont typeface="Arial"/>
              <a:buChar char="•"/>
              <a:defRPr sz="2400" kern="1200">
                <a:solidFill>
                  <a:schemeClr val="tx1">
                    <a:lumMod val="75000"/>
                    <a:lumOff val="25000"/>
                  </a:schemeClr>
                </a:solidFill>
                <a:latin typeface="Franklin Gothic Book"/>
                <a:ea typeface="+mn-ea"/>
                <a:cs typeface="+mn-cs"/>
              </a:defRPr>
            </a:lvl3pPr>
            <a:lvl4pPr marL="1600200" indent="-228600" algn="l" defTabSz="457200" rtl="0" eaLnBrk="1" latinLnBrk="0" hangingPunct="1">
              <a:spcBef>
                <a:spcPct val="20000"/>
              </a:spcBef>
              <a:buFont typeface="Arial"/>
              <a:buChar char="–"/>
              <a:defRPr sz="2000" kern="1200">
                <a:solidFill>
                  <a:schemeClr val="tx1">
                    <a:lumMod val="75000"/>
                    <a:lumOff val="25000"/>
                  </a:schemeClr>
                </a:solidFill>
                <a:latin typeface="Franklin Gothic Book"/>
                <a:ea typeface="+mn-ea"/>
                <a:cs typeface="+mn-cs"/>
              </a:defRPr>
            </a:lvl4pPr>
            <a:lvl5pPr marL="2057400" indent="-228600" algn="l" defTabSz="457200" rtl="0" eaLnBrk="1" latinLnBrk="0" hangingPunct="1">
              <a:spcBef>
                <a:spcPct val="20000"/>
              </a:spcBef>
              <a:buFont typeface="Arial"/>
              <a:buChar char="»"/>
              <a:defRPr sz="2000" kern="1200">
                <a:solidFill>
                  <a:schemeClr val="tx1">
                    <a:lumMod val="75000"/>
                    <a:lumOff val="25000"/>
                  </a:schemeClr>
                </a:solidFill>
                <a:latin typeface="Franklin Gothic 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pPr>
            <a:r>
              <a:rPr lang="en-US" sz="1900">
                <a:solidFill>
                  <a:schemeClr val="tx1"/>
                </a:solidFill>
                <a:latin typeface="Franklin Gothic Book" panose="020B0503020102020204" pitchFamily="34" charset="0"/>
                <a:ea typeface="Franklin Gothic Book"/>
                <a:cs typeface="Franklin Gothic Book"/>
              </a:rPr>
              <a:t>Having a strategic and disciplined path that equips teams to pivot within marketplace shifts:</a:t>
            </a:r>
            <a:r>
              <a:rPr lang="en-US" sz="1900">
                <a:latin typeface="Franklin Gothic Book" panose="020B0503020102020204" pitchFamily="34" charset="0"/>
                <a:ea typeface="Franklin Gothic Book"/>
                <a:cs typeface="Franklin Gothic Book"/>
              </a:rPr>
              <a:t> </a:t>
            </a:r>
          </a:p>
          <a:p>
            <a:pPr marL="0" indent="0">
              <a:spcBef>
                <a:spcPts val="0"/>
              </a:spcBef>
              <a:buNone/>
            </a:pPr>
            <a:endParaRPr lang="en-US" sz="1900">
              <a:latin typeface="Franklin Gothic Book" panose="020B0503020102020204" pitchFamily="34" charset="0"/>
              <a:ea typeface="Franklin Gothic Book"/>
              <a:cs typeface="Franklin Gothic Book"/>
            </a:endParaRPr>
          </a:p>
          <a:p>
            <a:pPr marL="0" indent="0">
              <a:spcBef>
                <a:spcPts val="0"/>
              </a:spcBef>
              <a:buNone/>
            </a:pPr>
            <a:endParaRPr lang="en-US" sz="1900">
              <a:latin typeface="Franklin Gothic Book" panose="020B0503020102020204" pitchFamily="34" charset="0"/>
              <a:ea typeface="Franklin Gothic Book"/>
              <a:cs typeface="Franklin Gothic Book"/>
            </a:endParaRPr>
          </a:p>
          <a:p>
            <a:pPr marL="0" indent="0">
              <a:spcBef>
                <a:spcPts val="0"/>
              </a:spcBef>
              <a:buNone/>
            </a:pPr>
            <a:endParaRPr lang="en-US" sz="1900">
              <a:latin typeface="Franklin Gothic Book" panose="020B0503020102020204" pitchFamily="34" charset="0"/>
            </a:endParaRPr>
          </a:p>
        </p:txBody>
      </p:sp>
      <p:sp>
        <p:nvSpPr>
          <p:cNvPr id="44" name="Slide Number Placeholder 3">
            <a:extLst>
              <a:ext uri="{FF2B5EF4-FFF2-40B4-BE49-F238E27FC236}">
                <a16:creationId xmlns:a16="http://schemas.microsoft.com/office/drawing/2014/main" id="{547D835F-45E1-5A4D-9D6D-B0BF3699C232}"/>
              </a:ext>
            </a:extLst>
          </p:cNvPr>
          <p:cNvSpPr txBox="1">
            <a:spLocks/>
          </p:cNvSpPr>
          <p:nvPr/>
        </p:nvSpPr>
        <p:spPr>
          <a:xfrm>
            <a:off x="9953365" y="7465293"/>
            <a:ext cx="82060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latin typeface="Franklin Gothic Medium" panose="020B0603020102020204" pitchFamily="34" charset="0"/>
              </a:rPr>
              <a:t>13</a:t>
            </a:r>
          </a:p>
        </p:txBody>
      </p:sp>
      <p:sp>
        <p:nvSpPr>
          <p:cNvPr id="2" name="Slide Number Placeholder 3">
            <a:extLst>
              <a:ext uri="{FF2B5EF4-FFF2-40B4-BE49-F238E27FC236}">
                <a16:creationId xmlns:a16="http://schemas.microsoft.com/office/drawing/2014/main" id="{DC978C96-4285-ECF8-1419-6D46EF9E4F79}"/>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26</a:t>
            </a:fld>
            <a:endParaRPr lang="en-US" sz="1000"/>
          </a:p>
        </p:txBody>
      </p:sp>
      <p:sp>
        <p:nvSpPr>
          <p:cNvPr id="3" name="Title 1">
            <a:extLst>
              <a:ext uri="{FF2B5EF4-FFF2-40B4-BE49-F238E27FC236}">
                <a16:creationId xmlns:a16="http://schemas.microsoft.com/office/drawing/2014/main" id="{3042155B-FDE3-B021-75B6-73DE166269D8}"/>
              </a:ext>
            </a:extLst>
          </p:cNvPr>
          <p:cNvSpPr txBox="1">
            <a:spLocks/>
          </p:cNvSpPr>
          <p:nvPr/>
        </p:nvSpPr>
        <p:spPr>
          <a:xfrm>
            <a:off x="0" y="230457"/>
            <a:ext cx="12192000" cy="4308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a:solidFill>
                  <a:schemeClr val="tx1">
                    <a:lumMod val="65000"/>
                    <a:lumOff val="35000"/>
                  </a:schemeClr>
                </a:solidFill>
                <a:latin typeface="Franklin Gothic Book" panose="020B0503020102020204" pitchFamily="34" charset="0"/>
              </a:rPr>
              <a:t>2 – Insight to Execution</a:t>
            </a:r>
            <a:r>
              <a:rPr lang="en-US" sz="3200">
                <a:solidFill>
                  <a:srgbClr val="B52372"/>
                </a:solidFill>
                <a:latin typeface="Franklin Gothic Book" panose="020B0503020102020204" pitchFamily="34" charset="0"/>
              </a:rPr>
              <a:t>| The Approach</a:t>
            </a:r>
          </a:p>
        </p:txBody>
      </p:sp>
    </p:spTree>
    <p:extLst>
      <p:ext uri="{BB962C8B-B14F-4D97-AF65-F5344CB8AC3E}">
        <p14:creationId xmlns:p14="http://schemas.microsoft.com/office/powerpoint/2010/main" val="217849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89165" y="192765"/>
            <a:ext cx="7772400" cy="609600"/>
          </a:xfrm>
        </p:spPr>
        <p:txBody>
          <a:bodyPr>
            <a:noAutofit/>
          </a:bodyPr>
          <a:lstStyle/>
          <a:p>
            <a:pPr algn="r"/>
            <a:r>
              <a:rPr lang="en-US" sz="3200">
                <a:solidFill>
                  <a:schemeClr val="tx1">
                    <a:lumMod val="65000"/>
                    <a:lumOff val="35000"/>
                  </a:schemeClr>
                </a:solidFill>
                <a:latin typeface="Franklin Gothic Book"/>
                <a:cs typeface="Franklin Gothic Book"/>
              </a:rPr>
              <a:t>Results</a:t>
            </a:r>
            <a:r>
              <a:rPr lang="en-US" sz="3200">
                <a:latin typeface="Franklin Gothic Book"/>
                <a:cs typeface="Franklin Gothic Book"/>
              </a:rPr>
              <a:t> </a:t>
            </a:r>
          </a:p>
        </p:txBody>
      </p:sp>
      <p:sp>
        <p:nvSpPr>
          <p:cNvPr id="4" name="TextBox 3">
            <a:extLst>
              <a:ext uri="{FF2B5EF4-FFF2-40B4-BE49-F238E27FC236}">
                <a16:creationId xmlns:a16="http://schemas.microsoft.com/office/drawing/2014/main" id="{DE1C85A9-D4E9-2B48-8CA6-83613B7A5D07}"/>
              </a:ext>
            </a:extLst>
          </p:cNvPr>
          <p:cNvSpPr txBox="1"/>
          <p:nvPr/>
        </p:nvSpPr>
        <p:spPr>
          <a:xfrm>
            <a:off x="9349759" y="2381888"/>
            <a:ext cx="2014779" cy="646331"/>
          </a:xfrm>
          <a:prstGeom prst="rect">
            <a:avLst/>
          </a:prstGeom>
          <a:noFill/>
        </p:spPr>
        <p:txBody>
          <a:bodyPr wrap="square" rtlCol="0">
            <a:spAutoFit/>
          </a:bodyPr>
          <a:lstStyle/>
          <a:p>
            <a:pPr algn="ctr"/>
            <a:r>
              <a:rPr lang="en-US">
                <a:solidFill>
                  <a:srgbClr val="B52372"/>
                </a:solidFill>
                <a:latin typeface="Franklin Gothic Medium" panose="020B0603020102020204" pitchFamily="34" charset="0"/>
              </a:rPr>
              <a:t>In a distressed hotel</a:t>
            </a:r>
          </a:p>
        </p:txBody>
      </p:sp>
      <p:sp>
        <p:nvSpPr>
          <p:cNvPr id="5" name="TextBox 4">
            <a:extLst>
              <a:ext uri="{FF2B5EF4-FFF2-40B4-BE49-F238E27FC236}">
                <a16:creationId xmlns:a16="http://schemas.microsoft.com/office/drawing/2014/main" id="{6D46AF27-C139-9640-B905-D804A08E669D}"/>
              </a:ext>
            </a:extLst>
          </p:cNvPr>
          <p:cNvSpPr txBox="1"/>
          <p:nvPr/>
        </p:nvSpPr>
        <p:spPr>
          <a:xfrm>
            <a:off x="6585267" y="2282685"/>
            <a:ext cx="2118101" cy="646331"/>
          </a:xfrm>
          <a:prstGeom prst="rect">
            <a:avLst/>
          </a:prstGeom>
          <a:noFill/>
        </p:spPr>
        <p:txBody>
          <a:bodyPr wrap="square" rtlCol="0">
            <a:spAutoFit/>
          </a:bodyPr>
          <a:lstStyle/>
          <a:p>
            <a:pPr algn="ctr"/>
            <a:r>
              <a:rPr lang="en-US">
                <a:solidFill>
                  <a:srgbClr val="B52372"/>
                </a:solidFill>
                <a:latin typeface="Franklin Gothic Medium" panose="020B0603020102020204" pitchFamily="34" charset="0"/>
              </a:rPr>
              <a:t>Unhappy associates</a:t>
            </a:r>
          </a:p>
        </p:txBody>
      </p:sp>
      <p:sp>
        <p:nvSpPr>
          <p:cNvPr id="6" name="TextBox 5">
            <a:extLst>
              <a:ext uri="{FF2B5EF4-FFF2-40B4-BE49-F238E27FC236}">
                <a16:creationId xmlns:a16="http://schemas.microsoft.com/office/drawing/2014/main" id="{42B118F9-3798-B34D-8580-CE11AB80A100}"/>
              </a:ext>
            </a:extLst>
          </p:cNvPr>
          <p:cNvSpPr txBox="1"/>
          <p:nvPr/>
        </p:nvSpPr>
        <p:spPr>
          <a:xfrm>
            <a:off x="3820775" y="2282685"/>
            <a:ext cx="2118101" cy="923330"/>
          </a:xfrm>
          <a:prstGeom prst="rect">
            <a:avLst/>
          </a:prstGeom>
          <a:noFill/>
        </p:spPr>
        <p:txBody>
          <a:bodyPr wrap="square" rtlCol="0">
            <a:spAutoFit/>
          </a:bodyPr>
          <a:lstStyle/>
          <a:p>
            <a:pPr algn="ctr"/>
            <a:r>
              <a:rPr lang="en-US">
                <a:solidFill>
                  <a:srgbClr val="B52372"/>
                </a:solidFill>
                <a:latin typeface="Franklin Gothic Medium" panose="020B0603020102020204" pitchFamily="34" charset="0"/>
              </a:rPr>
              <a:t>Bringing a team together to focus on outcomes</a:t>
            </a:r>
          </a:p>
        </p:txBody>
      </p:sp>
      <p:sp>
        <p:nvSpPr>
          <p:cNvPr id="7" name="TextBox 6">
            <a:extLst>
              <a:ext uri="{FF2B5EF4-FFF2-40B4-BE49-F238E27FC236}">
                <a16:creationId xmlns:a16="http://schemas.microsoft.com/office/drawing/2014/main" id="{D84D802A-52B0-C442-9680-DD15F4A98522}"/>
              </a:ext>
            </a:extLst>
          </p:cNvPr>
          <p:cNvSpPr txBox="1"/>
          <p:nvPr/>
        </p:nvSpPr>
        <p:spPr>
          <a:xfrm>
            <a:off x="1159605" y="2282685"/>
            <a:ext cx="2014779" cy="1200329"/>
          </a:xfrm>
          <a:prstGeom prst="rect">
            <a:avLst/>
          </a:prstGeom>
          <a:noFill/>
        </p:spPr>
        <p:txBody>
          <a:bodyPr wrap="square" rtlCol="0">
            <a:spAutoFit/>
          </a:bodyPr>
          <a:lstStyle/>
          <a:p>
            <a:pPr algn="ctr"/>
            <a:r>
              <a:rPr lang="en-US">
                <a:solidFill>
                  <a:srgbClr val="B52372"/>
                </a:solidFill>
                <a:latin typeface="Franklin Gothic Medium" panose="020B0603020102020204" pitchFamily="34" charset="0"/>
              </a:rPr>
              <a:t>An organization transformed how they work to create revenue</a:t>
            </a:r>
          </a:p>
        </p:txBody>
      </p:sp>
      <p:sp>
        <p:nvSpPr>
          <p:cNvPr id="8" name="TextBox 7">
            <a:extLst>
              <a:ext uri="{FF2B5EF4-FFF2-40B4-BE49-F238E27FC236}">
                <a16:creationId xmlns:a16="http://schemas.microsoft.com/office/drawing/2014/main" id="{5C1214B7-4AE4-3E48-A9B7-B43D0D62CBBF}"/>
              </a:ext>
            </a:extLst>
          </p:cNvPr>
          <p:cNvSpPr txBox="1"/>
          <p:nvPr/>
        </p:nvSpPr>
        <p:spPr>
          <a:xfrm>
            <a:off x="955432" y="3609195"/>
            <a:ext cx="2498968" cy="830997"/>
          </a:xfrm>
          <a:prstGeom prst="rect">
            <a:avLst/>
          </a:prstGeom>
          <a:noFill/>
        </p:spPr>
        <p:txBody>
          <a:bodyPr wrap="square" rtlCol="0">
            <a:spAutoFit/>
          </a:bodyPr>
          <a:lstStyle/>
          <a:p>
            <a:pPr marL="285730" indent="-285730">
              <a:buFont typeface="Arial" panose="020B0604020202020204" pitchFamily="34" charset="0"/>
              <a:buChar char="•"/>
            </a:pPr>
            <a:r>
              <a:rPr lang="en-US" sz="1400">
                <a:solidFill>
                  <a:schemeClr val="tx1">
                    <a:lumMod val="85000"/>
                    <a:lumOff val="15000"/>
                  </a:schemeClr>
                </a:solidFill>
                <a:latin typeface="Franklin Gothic Book"/>
                <a:cs typeface="Franklin Gothic Book"/>
              </a:rPr>
              <a:t>An organization enjoyed a 17.5 % increase in top line revenue ($6 million) </a:t>
            </a:r>
          </a:p>
          <a:p>
            <a:endParaRPr lang="en-US" sz="600">
              <a:solidFill>
                <a:schemeClr val="tx1">
                  <a:lumMod val="85000"/>
                  <a:lumOff val="15000"/>
                </a:schemeClr>
              </a:solidFill>
              <a:latin typeface="Franklin Gothic Book"/>
              <a:cs typeface="Franklin Gothic Book"/>
            </a:endParaRPr>
          </a:p>
        </p:txBody>
      </p:sp>
      <p:sp>
        <p:nvSpPr>
          <p:cNvPr id="9" name="TextBox 8">
            <a:extLst>
              <a:ext uri="{FF2B5EF4-FFF2-40B4-BE49-F238E27FC236}">
                <a16:creationId xmlns:a16="http://schemas.microsoft.com/office/drawing/2014/main" id="{4C262736-3A76-C340-B433-AB36977178C6}"/>
              </a:ext>
            </a:extLst>
          </p:cNvPr>
          <p:cNvSpPr txBox="1"/>
          <p:nvPr/>
        </p:nvSpPr>
        <p:spPr>
          <a:xfrm>
            <a:off x="9239546" y="3343710"/>
            <a:ext cx="2235204" cy="2031325"/>
          </a:xfrm>
          <a:prstGeom prst="rect">
            <a:avLst/>
          </a:prstGeom>
          <a:noFill/>
        </p:spPr>
        <p:txBody>
          <a:bodyPr wrap="square" rtlCol="0">
            <a:spAutoFit/>
          </a:bodyPr>
          <a:lstStyle/>
          <a:p>
            <a:pPr marL="285730" indent="-285730">
              <a:buFont typeface="Arial" panose="020B0604020202020204" pitchFamily="34" charset="0"/>
              <a:buChar char="•"/>
            </a:pPr>
            <a:r>
              <a:rPr lang="en-US" sz="1400">
                <a:solidFill>
                  <a:schemeClr val="tx1">
                    <a:lumMod val="85000"/>
                    <a:lumOff val="15000"/>
                  </a:schemeClr>
                </a:solidFill>
                <a:latin typeface="Franklin Gothic Book"/>
                <a:cs typeface="Franklin Gothic Book"/>
              </a:rPr>
              <a:t>Distressed Hotel closed on a $1.3 million account with sales and marketing  methodology and approach.</a:t>
            </a:r>
          </a:p>
          <a:p>
            <a:r>
              <a:rPr lang="en-US" sz="1400">
                <a:solidFill>
                  <a:schemeClr val="tx1">
                    <a:lumMod val="85000"/>
                    <a:lumOff val="15000"/>
                  </a:schemeClr>
                </a:solidFill>
                <a:latin typeface="Franklin Gothic Book"/>
                <a:cs typeface="Franklin Gothic Book"/>
              </a:rPr>
              <a:t>	</a:t>
            </a:r>
          </a:p>
          <a:p>
            <a:endParaRPr lang="en-US" sz="1400">
              <a:solidFill>
                <a:schemeClr val="tx1">
                  <a:lumMod val="85000"/>
                  <a:lumOff val="15000"/>
                </a:schemeClr>
              </a:solidFill>
              <a:latin typeface="Franklin Gothic Book"/>
              <a:cs typeface="Franklin Gothic Book"/>
            </a:endParaRPr>
          </a:p>
          <a:p>
            <a:endParaRPr lang="en-US" sz="1400"/>
          </a:p>
        </p:txBody>
      </p:sp>
      <p:sp>
        <p:nvSpPr>
          <p:cNvPr id="10" name="TextBox 9">
            <a:extLst>
              <a:ext uri="{FF2B5EF4-FFF2-40B4-BE49-F238E27FC236}">
                <a16:creationId xmlns:a16="http://schemas.microsoft.com/office/drawing/2014/main" id="{5B5C2450-4A63-9744-9879-3652CF093EBA}"/>
              </a:ext>
            </a:extLst>
          </p:cNvPr>
          <p:cNvSpPr txBox="1"/>
          <p:nvPr/>
        </p:nvSpPr>
        <p:spPr>
          <a:xfrm>
            <a:off x="3906701" y="3475594"/>
            <a:ext cx="2144348" cy="1815882"/>
          </a:xfrm>
          <a:prstGeom prst="rect">
            <a:avLst/>
          </a:prstGeom>
          <a:noFill/>
        </p:spPr>
        <p:txBody>
          <a:bodyPr wrap="square" rtlCol="0">
            <a:spAutoFit/>
          </a:bodyPr>
          <a:lstStyle/>
          <a:p>
            <a:pPr marL="285730" indent="-285730">
              <a:buFont typeface="Arial" panose="020B0604020202020204" pitchFamily="34" charset="0"/>
              <a:buChar char="•"/>
            </a:pPr>
            <a:r>
              <a:rPr lang="en-US" sz="1400">
                <a:solidFill>
                  <a:schemeClr val="tx1">
                    <a:lumMod val="85000"/>
                    <a:lumOff val="15000"/>
                  </a:schemeClr>
                </a:solidFill>
                <a:latin typeface="Franklin Gothic Book"/>
                <a:cs typeface="Franklin Gothic Book"/>
              </a:rPr>
              <a:t>A luxury hotel experienced 25% increase in revenue by collaborating, integrating and focus the team on a common goal.</a:t>
            </a:r>
          </a:p>
          <a:p>
            <a:pPr marL="285730" indent="-285730">
              <a:buFont typeface="Arial" panose="020B0604020202020204" pitchFamily="34" charset="0"/>
              <a:buChar char="•"/>
            </a:pPr>
            <a:endParaRPr lang="en-US" sz="1400"/>
          </a:p>
        </p:txBody>
      </p:sp>
      <p:sp>
        <p:nvSpPr>
          <p:cNvPr id="11" name="TextBox 10">
            <a:extLst>
              <a:ext uri="{FF2B5EF4-FFF2-40B4-BE49-F238E27FC236}">
                <a16:creationId xmlns:a16="http://schemas.microsoft.com/office/drawing/2014/main" id="{B9F59C7C-BB3F-AC4A-AA2C-A799FD2AD2AC}"/>
              </a:ext>
            </a:extLst>
          </p:cNvPr>
          <p:cNvSpPr txBox="1"/>
          <p:nvPr/>
        </p:nvSpPr>
        <p:spPr>
          <a:xfrm>
            <a:off x="955432" y="4435505"/>
            <a:ext cx="2600568" cy="1169551"/>
          </a:xfrm>
          <a:prstGeom prst="rect">
            <a:avLst/>
          </a:prstGeom>
          <a:noFill/>
        </p:spPr>
        <p:txBody>
          <a:bodyPr wrap="square" rtlCol="0">
            <a:spAutoFit/>
          </a:bodyPr>
          <a:lstStyle/>
          <a:p>
            <a:pPr marL="285730" indent="-285730">
              <a:buFont typeface="Arial" panose="020B0604020202020204" pitchFamily="34" charset="0"/>
              <a:buChar char="•"/>
            </a:pPr>
            <a:r>
              <a:rPr lang="en-US" sz="1400">
                <a:solidFill>
                  <a:schemeClr val="tx1">
                    <a:lumMod val="85000"/>
                    <a:lumOff val="15000"/>
                  </a:schemeClr>
                </a:solidFill>
                <a:latin typeface="Franklin Gothic Book"/>
                <a:cs typeface="Franklin Gothic Book"/>
              </a:rPr>
              <a:t>Rebuilt how we used data, customer experience in sales marketing and revenue management.</a:t>
            </a:r>
          </a:p>
          <a:p>
            <a:endParaRPr lang="en-US" sz="1400"/>
          </a:p>
        </p:txBody>
      </p:sp>
      <p:sp>
        <p:nvSpPr>
          <p:cNvPr id="14" name="TextBox 13">
            <a:extLst>
              <a:ext uri="{FF2B5EF4-FFF2-40B4-BE49-F238E27FC236}">
                <a16:creationId xmlns:a16="http://schemas.microsoft.com/office/drawing/2014/main" id="{FD9FF10A-1302-3D4D-821E-0A7D2441ED17}"/>
              </a:ext>
            </a:extLst>
          </p:cNvPr>
          <p:cNvSpPr txBox="1"/>
          <p:nvPr/>
        </p:nvSpPr>
        <p:spPr>
          <a:xfrm>
            <a:off x="6503349" y="3358287"/>
            <a:ext cx="2329187" cy="2031325"/>
          </a:xfrm>
          <a:prstGeom prst="rect">
            <a:avLst/>
          </a:prstGeom>
          <a:noFill/>
        </p:spPr>
        <p:txBody>
          <a:bodyPr wrap="square" rtlCol="0">
            <a:spAutoFit/>
          </a:bodyPr>
          <a:lstStyle/>
          <a:p>
            <a:pPr marL="285730" indent="-285730">
              <a:buFont typeface="Arial" panose="020B0604020202020204" pitchFamily="34" charset="0"/>
              <a:buChar char="•"/>
            </a:pPr>
            <a:r>
              <a:rPr lang="en-US" sz="1400">
                <a:solidFill>
                  <a:schemeClr val="tx1">
                    <a:lumMod val="85000"/>
                    <a:lumOff val="15000"/>
                  </a:schemeClr>
                </a:solidFill>
                <a:latin typeface="Franklin Gothic Book"/>
                <a:cs typeface="Franklin Gothic Book"/>
              </a:rPr>
              <a:t>Through designing, developing, and implementing a culture program focused on employee engagement a luxury hotel had put into action a plan to create a great place to work </a:t>
            </a:r>
          </a:p>
          <a:p>
            <a:endParaRPr lang="en-US" sz="1400"/>
          </a:p>
        </p:txBody>
      </p:sp>
      <p:sp>
        <p:nvSpPr>
          <p:cNvPr id="15" name="Round Same Side Corner Rectangle 14">
            <a:extLst>
              <a:ext uri="{FF2B5EF4-FFF2-40B4-BE49-F238E27FC236}">
                <a16:creationId xmlns:a16="http://schemas.microsoft.com/office/drawing/2014/main" id="{E7C62B1B-3C4A-584F-91F8-763553837BCA}"/>
              </a:ext>
            </a:extLst>
          </p:cNvPr>
          <p:cNvSpPr/>
          <p:nvPr/>
        </p:nvSpPr>
        <p:spPr>
          <a:xfrm>
            <a:off x="576943" y="5676048"/>
            <a:ext cx="11284622" cy="1000244"/>
          </a:xfrm>
          <a:prstGeom prst="round2SameRect">
            <a:avLst/>
          </a:prstGeom>
          <a:ln>
            <a:solidFill>
              <a:srgbClr val="89204A"/>
            </a:solidFill>
          </a:ln>
        </p:spPr>
        <p:txBody>
          <a:bodyPr wrap="square">
            <a:spAutoFit/>
          </a:bodyPr>
          <a:lstStyle/>
          <a:p>
            <a:r>
              <a:rPr lang="en-US" sz="1400" i="1">
                <a:latin typeface="Franklin Gothic Book" charset="0"/>
                <a:ea typeface="Franklin Gothic Book" charset="0"/>
                <a:cs typeface="Franklin Gothic Book" charset="0"/>
              </a:rPr>
              <a:t>”Five months ago, we had trouble knowing what was happening within the marketplace.  We were just doing promotions to increase business.  Now we are leading the market and having to close out discounts and advance purchase due to demand that we didn’t have before.”   </a:t>
            </a:r>
          </a:p>
          <a:p>
            <a:endParaRPr lang="en-US" sz="1400" i="1">
              <a:latin typeface="Franklin Gothic Book" charset="0"/>
              <a:ea typeface="Franklin Gothic Book" charset="0"/>
              <a:cs typeface="Franklin Gothic Book" charset="0"/>
            </a:endParaRPr>
          </a:p>
          <a:p>
            <a:r>
              <a:rPr lang="en-US" sz="1400">
                <a:latin typeface="Franklin Gothic Book" charset="0"/>
                <a:ea typeface="Franklin Gothic Book" charset="0"/>
                <a:cs typeface="Franklin Gothic Book" charset="0"/>
              </a:rPr>
              <a:t>-Jason </a:t>
            </a:r>
            <a:r>
              <a:rPr lang="en-US" sz="1400" err="1">
                <a:latin typeface="Franklin Gothic Book" charset="0"/>
                <a:ea typeface="Franklin Gothic Book" charset="0"/>
                <a:cs typeface="Franklin Gothic Book" charset="0"/>
              </a:rPr>
              <a:t>Keltz</a:t>
            </a:r>
            <a:r>
              <a:rPr lang="en-US" sz="1400">
                <a:latin typeface="Franklin Gothic Book" charset="0"/>
                <a:ea typeface="Franklin Gothic Book" charset="0"/>
                <a:cs typeface="Franklin Gothic Book" charset="0"/>
              </a:rPr>
              <a:t>,  Revenue Management,  White Lodging</a:t>
            </a:r>
          </a:p>
        </p:txBody>
      </p:sp>
      <p:pic>
        <p:nvPicPr>
          <p:cNvPr id="3" name="Picture 2">
            <a:extLst>
              <a:ext uri="{FF2B5EF4-FFF2-40B4-BE49-F238E27FC236}">
                <a16:creationId xmlns:a16="http://schemas.microsoft.com/office/drawing/2014/main" id="{D0A7C084-31A4-3E46-BD27-99D5B984E0B4}"/>
              </a:ext>
            </a:extLst>
          </p:cNvPr>
          <p:cNvPicPr>
            <a:picLocks noChangeAspect="1"/>
          </p:cNvPicPr>
          <p:nvPr/>
        </p:nvPicPr>
        <p:blipFill>
          <a:blip r:embed="rId3"/>
          <a:stretch>
            <a:fillRect/>
          </a:stretch>
        </p:blipFill>
        <p:spPr>
          <a:xfrm>
            <a:off x="1490397" y="1154227"/>
            <a:ext cx="1229200" cy="1010676"/>
          </a:xfrm>
          <a:prstGeom prst="rect">
            <a:avLst/>
          </a:prstGeom>
        </p:spPr>
      </p:pic>
      <p:pic>
        <p:nvPicPr>
          <p:cNvPr id="12" name="Picture 11">
            <a:extLst>
              <a:ext uri="{FF2B5EF4-FFF2-40B4-BE49-F238E27FC236}">
                <a16:creationId xmlns:a16="http://schemas.microsoft.com/office/drawing/2014/main" id="{3239CD6B-C80F-A34B-B2D8-261F18CC3160}"/>
              </a:ext>
            </a:extLst>
          </p:cNvPr>
          <p:cNvPicPr>
            <a:picLocks noChangeAspect="1"/>
          </p:cNvPicPr>
          <p:nvPr/>
        </p:nvPicPr>
        <p:blipFill>
          <a:blip r:embed="rId4"/>
          <a:stretch>
            <a:fillRect/>
          </a:stretch>
        </p:blipFill>
        <p:spPr>
          <a:xfrm>
            <a:off x="7182330" y="1088829"/>
            <a:ext cx="852677" cy="1065847"/>
          </a:xfrm>
          <a:prstGeom prst="rect">
            <a:avLst/>
          </a:prstGeom>
        </p:spPr>
      </p:pic>
      <p:pic>
        <p:nvPicPr>
          <p:cNvPr id="13" name="Picture 12">
            <a:extLst>
              <a:ext uri="{FF2B5EF4-FFF2-40B4-BE49-F238E27FC236}">
                <a16:creationId xmlns:a16="http://schemas.microsoft.com/office/drawing/2014/main" id="{A39C472B-518B-6D4E-9977-53F7FABEAF6F}"/>
              </a:ext>
            </a:extLst>
          </p:cNvPr>
          <p:cNvPicPr>
            <a:picLocks noChangeAspect="1"/>
          </p:cNvPicPr>
          <p:nvPr/>
        </p:nvPicPr>
        <p:blipFill>
          <a:blip r:embed="rId5"/>
          <a:stretch>
            <a:fillRect/>
          </a:stretch>
        </p:blipFill>
        <p:spPr>
          <a:xfrm>
            <a:off x="9742547" y="943529"/>
            <a:ext cx="1229200" cy="1331633"/>
          </a:xfrm>
          <a:prstGeom prst="rect">
            <a:avLst/>
          </a:prstGeom>
        </p:spPr>
      </p:pic>
      <p:pic>
        <p:nvPicPr>
          <p:cNvPr id="18" name="Picture 17">
            <a:extLst>
              <a:ext uri="{FF2B5EF4-FFF2-40B4-BE49-F238E27FC236}">
                <a16:creationId xmlns:a16="http://schemas.microsoft.com/office/drawing/2014/main" id="{83B82BC5-D7A9-C24D-95E2-21CE9C6F86B7}"/>
              </a:ext>
            </a:extLst>
          </p:cNvPr>
          <p:cNvPicPr>
            <a:picLocks noChangeAspect="1"/>
          </p:cNvPicPr>
          <p:nvPr/>
        </p:nvPicPr>
        <p:blipFill>
          <a:blip r:embed="rId6">
            <a:duotone>
              <a:prstClr val="black"/>
              <a:schemeClr val="tx1">
                <a:lumMod val="65000"/>
                <a:lumOff val="35000"/>
                <a:tint val="45000"/>
                <a:satMod val="400000"/>
              </a:schemeClr>
            </a:duotone>
            <a:lum bright="20000" contrast="-20000"/>
          </a:blip>
          <a:stretch>
            <a:fillRect/>
          </a:stretch>
        </p:blipFill>
        <p:spPr>
          <a:xfrm>
            <a:off x="4171984" y="1044458"/>
            <a:ext cx="1415683" cy="1117644"/>
          </a:xfrm>
          <a:prstGeom prst="rect">
            <a:avLst/>
          </a:prstGeom>
        </p:spPr>
      </p:pic>
      <p:sp>
        <p:nvSpPr>
          <p:cNvPr id="16" name="Slide Number Placeholder 3">
            <a:extLst>
              <a:ext uri="{FF2B5EF4-FFF2-40B4-BE49-F238E27FC236}">
                <a16:creationId xmlns:a16="http://schemas.microsoft.com/office/drawing/2014/main" id="{FC0831D3-26E4-DDAA-8DAF-8B61998B7007}"/>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40</a:t>
            </a:fld>
            <a:endParaRPr lang="en-US" sz="1000"/>
          </a:p>
        </p:txBody>
      </p:sp>
    </p:spTree>
    <p:extLst>
      <p:ext uri="{BB962C8B-B14F-4D97-AF65-F5344CB8AC3E}">
        <p14:creationId xmlns:p14="http://schemas.microsoft.com/office/powerpoint/2010/main" val="2169955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11109</Words>
  <Application>Microsoft Macintosh PowerPoint</Application>
  <PresentationFormat>Widescreen</PresentationFormat>
  <Paragraphs>1527</Paragraphs>
  <Slides>84</Slides>
  <Notes>36</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84</vt:i4>
      </vt:variant>
    </vt:vector>
  </HeadingPairs>
  <TitlesOfParts>
    <vt:vector size="105" baseType="lpstr">
      <vt:lpstr>Arial</vt:lpstr>
      <vt:lpstr>Avenir Medium</vt:lpstr>
      <vt:lpstr>Bradley Hand</vt:lpstr>
      <vt:lpstr>Calibri</vt:lpstr>
      <vt:lpstr>Calibri Light</vt:lpstr>
      <vt:lpstr>Cavolini</vt:lpstr>
      <vt:lpstr>Century Gothic</vt:lpstr>
      <vt:lpstr>DM Sans 14pt</vt:lpstr>
      <vt:lpstr>DM Sans 14pt Medium</vt:lpstr>
      <vt:lpstr>Franklin Gothic Book</vt:lpstr>
      <vt:lpstr>Franklin Gothic Book Italic</vt:lpstr>
      <vt:lpstr>Franklin Gothic Medium</vt:lpstr>
      <vt:lpstr>Lato Light</vt:lpstr>
      <vt:lpstr>Poppins</vt:lpstr>
      <vt:lpstr>Slack-Lato</vt:lpstr>
      <vt:lpstr>Tahoma</vt:lpstr>
      <vt:lpstr>Times New Roman</vt:lpstr>
      <vt:lpstr>Trebuchet MS</vt:lpstr>
      <vt:lpstr>Verdana</vt:lpstr>
      <vt:lpstr>Vijaya</vt:lpstr>
      <vt:lpstr>Office Theme</vt:lpstr>
      <vt:lpstr>PowerPoint Presentation</vt:lpstr>
      <vt:lpstr>We take the noise, disruption, frustration and complexity of the new economy and bring you a clear, concise and simple path for you to get results.</vt:lpstr>
      <vt:lpstr>We Create Impact</vt:lpstr>
      <vt:lpstr>PowerPoint Presentation</vt:lpstr>
      <vt:lpstr>PowerPoint Presentation</vt:lpstr>
      <vt:lpstr>PowerPoint Presentation</vt:lpstr>
      <vt:lpstr>PowerPoint Presentation</vt:lpstr>
      <vt:lpstr>What The Best Do Differently</vt:lpstr>
      <vt:lpstr>PowerPoint Presentation</vt:lpstr>
      <vt:lpstr>Execs Are Unsatisfied With Interactions</vt:lpstr>
      <vt:lpstr>Outside In Thinking | Customer Centric Thinking </vt:lpstr>
      <vt:lpstr>Outside In Thinking | Customer Centric Thinking </vt:lpstr>
      <vt:lpstr>PowerPoint Presentation</vt:lpstr>
      <vt:lpstr>How Sales and Marketing Create Demand</vt:lpstr>
      <vt:lpstr>How Sales and Marketing Create Demand</vt:lpstr>
      <vt:lpstr>PowerPoint Presentation</vt:lpstr>
      <vt:lpstr>PowerPoint Presentation</vt:lpstr>
      <vt:lpstr>Brand Framework</vt:lpstr>
      <vt:lpstr>PowerPoint Presentation</vt:lpstr>
      <vt:lpstr>Awareness to Consideration to Conversion </vt:lpstr>
      <vt:lpstr>TARGETING THE MOST VALUABLE CUSTOMER | Customer Journey</vt:lpstr>
      <vt:lpstr>1 – Revenue Reveal | The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Vision–to–Value Roadmap</vt:lpstr>
      <vt:lpstr>FEI Membership Growth Formula</vt:lpstr>
      <vt:lpstr>The Building Blocks to Achieve FEI’s Vision</vt:lpstr>
      <vt:lpstr>PowerPoint Presentation</vt:lpstr>
      <vt:lpstr>Install the thinking</vt:lpstr>
      <vt:lpstr>PowerPoint Presentation</vt:lpstr>
      <vt:lpstr>ADDIE Model</vt:lpstr>
      <vt:lpstr>Illustrative Timeline</vt:lpstr>
      <vt:lpstr>Investment for Performance</vt:lpstr>
      <vt:lpstr>Where you win</vt:lpstr>
      <vt:lpstr>Results </vt:lpstr>
      <vt:lpstr>What it is like to work with us</vt:lpstr>
      <vt:lpstr>&amp;Who we are</vt:lpstr>
      <vt:lpstr>Experience is at the core</vt:lpstr>
      <vt:lpstr>Experience is at the core</vt:lpstr>
      <vt:lpstr>Experience is at the core</vt:lpstr>
      <vt:lpstr>Experience is at the core</vt:lpstr>
      <vt:lpstr>&amp;In good company</vt:lpstr>
      <vt:lpstr>PowerPoint Presentation</vt:lpstr>
      <vt:lpstr>PowerPoint Presentation</vt:lpstr>
      <vt:lpstr>Articles &amp; Speaking Engagements</vt:lpstr>
      <vt:lpstr>Articles &amp; Speaking Engagements</vt:lpstr>
      <vt:lpstr>PowerPoint Presentation</vt:lpstr>
      <vt:lpstr>PowerPoint Presentation</vt:lpstr>
      <vt:lpstr>Thank you</vt:lpstr>
      <vt:lpstr>Appendices:</vt:lpstr>
      <vt:lpstr>Foundational Discovery and Install Within Marketing</vt:lpstr>
      <vt:lpstr>Foundational Discovery and Install Within Sales</vt:lpstr>
      <vt:lpstr>PowerPoint Presentation</vt:lpstr>
      <vt:lpstr>PowerPoint Presentation</vt:lpstr>
      <vt:lpstr>PowerPoint Presentation</vt:lpstr>
      <vt:lpstr>The Cinderella player that you are looking for may not be out there,       …without breaking the bank.</vt:lpstr>
      <vt:lpstr>Reinvent</vt:lpstr>
      <vt:lpstr>PowerPoint Presentation</vt:lpstr>
      <vt:lpstr>Elevating the revenue approach</vt:lpstr>
      <vt:lpstr>Yet, we expect the performance meant for today</vt:lpstr>
      <vt:lpstr>A website is just the beginning. Even a new race car needs gas.</vt:lpstr>
      <vt:lpstr>The weather has changed</vt:lpstr>
      <vt:lpstr>PowerPoint Presentation</vt:lpstr>
      <vt:lpstr>PowerPoint Presentation</vt:lpstr>
      <vt:lpstr>PowerPoint Presentation</vt:lpstr>
      <vt:lpstr>PowerPoint Presentation</vt:lpstr>
      <vt:lpstr>PowerPoint Presentation</vt:lpstr>
      <vt:lpstr>PowerPoint Presentation</vt:lpstr>
      <vt:lpstr>Execs are Unsatisfied with Interactions</vt:lpstr>
      <vt:lpstr>Emerging vs. Established Demand</vt:lpstr>
      <vt:lpstr>What it is like to work with us</vt:lpstr>
      <vt:lpstr>Results</vt:lpstr>
      <vt:lpstr>You can’t give away what you don’t have</vt:lpstr>
      <vt:lpstr>PowerPoint Presentation</vt:lpstr>
      <vt:lpstr>Amadeus Value Proposition (COSA) </vt:lpstr>
      <vt:lpstr>Think Different</vt:lpstr>
      <vt:lpstr>Customer Value Chain</vt:lpstr>
      <vt:lpstr>Customer Value Chain</vt:lpstr>
      <vt:lpstr>Investment for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 Burda</dc:creator>
  <cp:lastModifiedBy>Kate Burda</cp:lastModifiedBy>
  <cp:revision>1</cp:revision>
  <dcterms:created xsi:type="dcterms:W3CDTF">2023-07-29T16:22:48Z</dcterms:created>
  <dcterms:modified xsi:type="dcterms:W3CDTF">2025-08-24T16:39:42Z</dcterms:modified>
</cp:coreProperties>
</file>