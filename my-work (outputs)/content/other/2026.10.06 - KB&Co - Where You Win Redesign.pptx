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6"/>
  </p:notesMasterIdLst>
  <p:handoutMasterIdLst>
    <p:handoutMasterId r:id="rId87"/>
  </p:handoutMasterIdLst>
  <p:sldIdLst>
    <p:sldId id="4170" r:id="rId23"/>
    <p:sldId id="4171" r:id="rId11"/>
    <p:sldId id="4172" r:id="rId12"/>
    <p:sldId id="4173" r:id="rId13"/>
    <p:sldId id="417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2372"/>
    <a:srgbClr val="D564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3352FC-D1E2-444E-94AD-20225883F498}" v="3" dt="2025-08-24T16:39:32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46"/>
  </p:normalViewPr>
  <p:slideViewPr>
    <p:cSldViewPr snapToGrid="0">
      <p:cViewPr varScale="1">
        <p:scale>
          <a:sx n="195" d="100"/>
          <a:sy n="195" d="100"/>
        </p:scale>
        <p:origin x="16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23" Type="http://schemas.openxmlformats.org/officeDocument/2006/relationships/slide" Target="slides/slide1.xml"/><Relationship Id="rId86" Type="http://schemas.openxmlformats.org/officeDocument/2006/relationships/notesMaster" Target="notesMasters/notesMaster1.xml"/><Relationship Id="rId87" Type="http://schemas.openxmlformats.org/officeDocument/2006/relationships/handoutMaster" Target="handoutMasters/handoutMaster1.xml"/><Relationship Id="rId88" Type="http://schemas.openxmlformats.org/officeDocument/2006/relationships/presProps" Target="presProps.xml"/><Relationship Id="rId89" Type="http://schemas.openxmlformats.org/officeDocument/2006/relationships/viewProps" Target="viewProps.xml"/><Relationship Id="rId90" Type="http://schemas.openxmlformats.org/officeDocument/2006/relationships/theme" Target="theme/theme1.xml"/><Relationship Id="rId91" Type="http://schemas.openxmlformats.org/officeDocument/2006/relationships/tableStyles" Target="tableStyles.xml"/><Relationship Id="rId92" Type="http://schemas.microsoft.com/office/2016/11/relationships/changesInfo" Target="changesInfos/changesInfo1.xml"/><Relationship Id="rId9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 Burda" userId="44c1ea53-84f5-4c7e-8f48-bfeb434f1f02" providerId="ADAL" clId="{0958D787-98EF-5E19-B5FD-55C8C1E4F96E}"/>
    <pc:docChg chg="addSld modSld">
      <pc:chgData name="Kate Burda" userId="44c1ea53-84f5-4c7e-8f48-bfeb434f1f02" providerId="ADAL" clId="{0958D787-98EF-5E19-B5FD-55C8C1E4F96E}" dt="2025-08-24T16:39:32.366" v="2"/>
      <pc:docMkLst>
        <pc:docMk/>
      </pc:docMkLst>
      <pc:sldChg chg="add">
        <pc:chgData name="Kate Burda" userId="44c1ea53-84f5-4c7e-8f48-bfeb434f1f02" providerId="ADAL" clId="{0958D787-98EF-5E19-B5FD-55C8C1E4F96E}" dt="2025-08-24T16:38:25.606" v="0"/>
        <pc:sldMkLst>
          <pc:docMk/>
          <pc:sldMk cId="1067499377" sldId="4649"/>
        </pc:sldMkLst>
      </pc:sldChg>
      <pc:sldChg chg="add">
        <pc:chgData name="Kate Burda" userId="44c1ea53-84f5-4c7e-8f48-bfeb434f1f02" providerId="ADAL" clId="{0958D787-98EF-5E19-B5FD-55C8C1E4F96E}" dt="2025-08-24T16:38:37.375" v="1"/>
        <pc:sldMkLst>
          <pc:docMk/>
          <pc:sldMk cId="2361467117" sldId="4650"/>
        </pc:sldMkLst>
      </pc:sldChg>
      <pc:sldChg chg="add">
        <pc:chgData name="Kate Burda" userId="44c1ea53-84f5-4c7e-8f48-bfeb434f1f02" providerId="ADAL" clId="{0958D787-98EF-5E19-B5FD-55C8C1E4F96E}" dt="2025-08-24T16:39:32.366" v="2"/>
        <pc:sldMkLst>
          <pc:docMk/>
          <pc:sldMk cId="3799929714" sldId="4652"/>
        </pc:sldMkLst>
      </pc:sldChg>
    </pc:docChg>
  </pc:docChgLst>
  <pc:docChgLst>
    <pc:chgData name="Kate Burda" userId="44c1ea53-84f5-4c7e-8f48-bfeb434f1f02" providerId="ADAL" clId="{03972463-BA03-2C47-9081-E9B7B383BDBB}"/>
    <pc:docChg chg="modSld">
      <pc:chgData name="Kate Burda" userId="44c1ea53-84f5-4c7e-8f48-bfeb434f1f02" providerId="ADAL" clId="{03972463-BA03-2C47-9081-E9B7B383BDBB}" dt="2024-06-11T16:09:53.291" v="1" actId="1076"/>
      <pc:docMkLst>
        <pc:docMk/>
      </pc:docMkLst>
      <pc:sldChg chg="modSp mod">
        <pc:chgData name="Kate Burda" userId="44c1ea53-84f5-4c7e-8f48-bfeb434f1f02" providerId="ADAL" clId="{03972463-BA03-2C47-9081-E9B7B383BDBB}" dt="2024-06-11T16:09:53.291" v="1" actId="1076"/>
        <pc:sldMkLst>
          <pc:docMk/>
          <pc:sldMk cId="1618416655" sldId="4178"/>
        </pc:sldMkLst>
      </pc:sldChg>
    </pc:docChg>
  </pc:docChgLst>
  <pc:docChgLst>
    <pc:chgData name="Kate Burda" userId="44c1ea53-84f5-4c7e-8f48-bfeb434f1f02" providerId="ADAL" clId="{7B8F245A-2CFA-9C45-91F7-025D96A430FA}"/>
    <pc:docChg chg="undo custSel addSld delSld modSld">
      <pc:chgData name="Kate Burda" userId="44c1ea53-84f5-4c7e-8f48-bfeb434f1f02" providerId="ADAL" clId="{7B8F245A-2CFA-9C45-91F7-025D96A430FA}" dt="2024-05-21T21:21:50.131" v="30"/>
      <pc:docMkLst>
        <pc:docMk/>
      </pc:docMkLst>
      <pc:sldChg chg="del">
        <pc:chgData name="Kate Burda" userId="44c1ea53-84f5-4c7e-8f48-bfeb434f1f02" providerId="ADAL" clId="{7B8F245A-2CFA-9C45-91F7-025D96A430FA}" dt="2024-05-21T19:38:21.962" v="28" actId="2696"/>
        <pc:sldMkLst>
          <pc:docMk/>
          <pc:sldMk cId="2355843516" sldId="256"/>
        </pc:sldMkLst>
      </pc:sldChg>
      <pc:sldChg chg="modSp mod">
        <pc:chgData name="Kate Burda" userId="44c1ea53-84f5-4c7e-8f48-bfeb434f1f02" providerId="ADAL" clId="{7B8F245A-2CFA-9C45-91F7-025D96A430FA}" dt="2024-05-21T19:39:24.827" v="29" actId="1076"/>
        <pc:sldMkLst>
          <pc:docMk/>
          <pc:sldMk cId="2852193332" sldId="389"/>
        </pc:sldMkLst>
      </pc:sldChg>
      <pc:sldChg chg="addSp delSp mod">
        <pc:chgData name="Kate Burda" userId="44c1ea53-84f5-4c7e-8f48-bfeb434f1f02" providerId="ADAL" clId="{7B8F245A-2CFA-9C45-91F7-025D96A430FA}" dt="2024-05-10T14:28:25.111" v="8" actId="478"/>
        <pc:sldMkLst>
          <pc:docMk/>
          <pc:sldMk cId="1227795063" sldId="475"/>
        </pc:sldMkLst>
      </pc:sldChg>
      <pc:sldChg chg="del">
        <pc:chgData name="Kate Burda" userId="44c1ea53-84f5-4c7e-8f48-bfeb434f1f02" providerId="ADAL" clId="{7B8F245A-2CFA-9C45-91F7-025D96A430FA}" dt="2024-05-10T14:26:47.153" v="6" actId="2696"/>
        <pc:sldMkLst>
          <pc:docMk/>
          <pc:sldMk cId="849105803" sldId="483"/>
        </pc:sldMkLst>
      </pc:sldChg>
      <pc:sldChg chg="add">
        <pc:chgData name="Kate Burda" userId="44c1ea53-84f5-4c7e-8f48-bfeb434f1f02" providerId="ADAL" clId="{7B8F245A-2CFA-9C45-91F7-025D96A430FA}" dt="2024-05-21T21:21:50.131" v="30"/>
        <pc:sldMkLst>
          <pc:docMk/>
          <pc:sldMk cId="221605093" sldId="1689"/>
        </pc:sldMkLst>
      </pc:sldChg>
      <pc:sldChg chg="add">
        <pc:chgData name="Kate Burda" userId="44c1ea53-84f5-4c7e-8f48-bfeb434f1f02" providerId="ADAL" clId="{7B8F245A-2CFA-9C45-91F7-025D96A430FA}" dt="2024-05-17T15:36:50.164" v="9"/>
        <pc:sldMkLst>
          <pc:docMk/>
          <pc:sldMk cId="3505011003" sldId="1699"/>
        </pc:sldMkLst>
      </pc:sldChg>
      <pc:sldChg chg="addSp mod">
        <pc:chgData name="Kate Burda" userId="44c1ea53-84f5-4c7e-8f48-bfeb434f1f02" providerId="ADAL" clId="{7B8F245A-2CFA-9C45-91F7-025D96A430FA}" dt="2024-05-10T13:57:19.772" v="0" actId="22"/>
        <pc:sldMkLst>
          <pc:docMk/>
          <pc:sldMk cId="1407055369" sldId="2184"/>
        </pc:sldMkLst>
      </pc:sldChg>
      <pc:sldChg chg="modSp mod">
        <pc:chgData name="Kate Burda" userId="44c1ea53-84f5-4c7e-8f48-bfeb434f1f02" providerId="ADAL" clId="{7B8F245A-2CFA-9C45-91F7-025D96A430FA}" dt="2024-05-10T14:01:28.015" v="4" actId="1076"/>
        <pc:sldMkLst>
          <pc:docMk/>
          <pc:sldMk cId="1073116862" sldId="4144"/>
        </pc:sldMkLst>
      </pc:sldChg>
      <pc:sldChg chg="del">
        <pc:chgData name="Kate Burda" userId="44c1ea53-84f5-4c7e-8f48-bfeb434f1f02" providerId="ADAL" clId="{7B8F245A-2CFA-9C45-91F7-025D96A430FA}" dt="2024-05-10T13:57:46.334" v="2" actId="2696"/>
        <pc:sldMkLst>
          <pc:docMk/>
          <pc:sldMk cId="2075257336" sldId="4151"/>
        </pc:sldMkLst>
      </pc:sldChg>
      <pc:sldChg chg="modSp mod">
        <pc:chgData name="Kate Burda" userId="44c1ea53-84f5-4c7e-8f48-bfeb434f1f02" providerId="ADAL" clId="{7B8F245A-2CFA-9C45-91F7-025D96A430FA}" dt="2024-05-21T19:22:45.154" v="27" actId="20577"/>
        <pc:sldMkLst>
          <pc:docMk/>
          <pc:sldMk cId="2900319377" sldId="4158"/>
        </pc:sldMkLst>
      </pc:sldChg>
      <pc:sldChg chg="add">
        <pc:chgData name="Kate Burda" userId="44c1ea53-84f5-4c7e-8f48-bfeb434f1f02" providerId="ADAL" clId="{7B8F245A-2CFA-9C45-91F7-025D96A430FA}" dt="2024-05-10T13:57:35.259" v="1"/>
        <pc:sldMkLst>
          <pc:docMk/>
          <pc:sldMk cId="3041186309" sldId="4197"/>
        </pc:sldMkLst>
      </pc:sldChg>
      <pc:sldChg chg="add">
        <pc:chgData name="Kate Burda" userId="44c1ea53-84f5-4c7e-8f48-bfeb434f1f02" providerId="ADAL" clId="{7B8F245A-2CFA-9C45-91F7-025D96A430FA}" dt="2024-05-10T14:26:44.107" v="5"/>
        <pc:sldMkLst>
          <pc:docMk/>
          <pc:sldMk cId="2169955483" sldId="4198"/>
        </pc:sldMkLst>
      </pc:sldChg>
      <pc:sldChg chg="add">
        <pc:chgData name="Kate Burda" userId="44c1ea53-84f5-4c7e-8f48-bfeb434f1f02" providerId="ADAL" clId="{7B8F245A-2CFA-9C45-91F7-025D96A430FA}" dt="2024-05-21T21:21:50.131" v="30"/>
        <pc:sldMkLst>
          <pc:docMk/>
          <pc:sldMk cId="471735093" sldId="4212"/>
        </pc:sldMkLst>
      </pc:sldChg>
      <pc:sldChg chg="add">
        <pc:chgData name="Kate Burda" userId="44c1ea53-84f5-4c7e-8f48-bfeb434f1f02" providerId="ADAL" clId="{7B8F245A-2CFA-9C45-91F7-025D96A430FA}" dt="2024-05-21T21:21:50.131" v="30"/>
        <pc:sldMkLst>
          <pc:docMk/>
          <pc:sldMk cId="437535136" sldId="4215"/>
        </pc:sldMkLst>
      </pc:sldChg>
      <pc:sldChg chg="add">
        <pc:chgData name="Kate Burda" userId="44c1ea53-84f5-4c7e-8f48-bfeb434f1f02" providerId="ADAL" clId="{7B8F245A-2CFA-9C45-91F7-025D96A430FA}" dt="2024-05-17T15:36:50.164" v="9"/>
        <pc:sldMkLst>
          <pc:docMk/>
          <pc:sldMk cId="4257973665" sldId="4626"/>
        </pc:sldMkLst>
      </pc:sldChg>
      <pc:sldChg chg="add">
        <pc:chgData name="Kate Burda" userId="44c1ea53-84f5-4c7e-8f48-bfeb434f1f02" providerId="ADAL" clId="{7B8F245A-2CFA-9C45-91F7-025D96A430FA}" dt="2024-05-21T19:21:17.277" v="10"/>
        <pc:sldMkLst>
          <pc:docMk/>
          <pc:sldMk cId="2786289873" sldId="4627"/>
        </pc:sldMkLst>
      </pc:sldChg>
    </pc:docChg>
  </pc:docChgLst>
  <pc:docChgLst>
    <pc:chgData name="Kate Burda" userId="44c1ea53-84f5-4c7e-8f48-bfeb434f1f02" providerId="ADAL" clId="{BE436AA0-69F0-1246-AD28-9CD99DA1D6A3}"/>
    <pc:docChg chg="addSld modSld">
      <pc:chgData name="Kate Burda" userId="44c1ea53-84f5-4c7e-8f48-bfeb434f1f02" providerId="ADAL" clId="{BE436AA0-69F0-1246-AD28-9CD99DA1D6A3}" dt="2025-04-13T13:42:48.932" v="23" actId="20577"/>
      <pc:docMkLst>
        <pc:docMk/>
      </pc:docMkLst>
      <pc:sldChg chg="modSp add">
        <pc:chgData name="Kate Burda" userId="44c1ea53-84f5-4c7e-8f48-bfeb434f1f02" providerId="ADAL" clId="{BE436AA0-69F0-1246-AD28-9CD99DA1D6A3}" dt="2025-04-13T13:42:48.932" v="23" actId="20577"/>
        <pc:sldMkLst>
          <pc:docMk/>
          <pc:sldMk cId="3035815204" sldId="4632"/>
        </pc:sldMkLst>
      </pc:sldChg>
    </pc:docChg>
  </pc:docChgLst>
  <pc:docChgLst>
    <pc:chgData name="Kate Burda" userId="44c1ea53-84f5-4c7e-8f48-bfeb434f1f02" providerId="ADAL" clId="{B1B6110C-3784-1643-B1A5-CE502DC142C0}"/>
    <pc:docChg chg="custSel addSld modSld">
      <pc:chgData name="Kate Burda" userId="44c1ea53-84f5-4c7e-8f48-bfeb434f1f02" providerId="ADAL" clId="{B1B6110C-3784-1643-B1A5-CE502DC142C0}" dt="2023-09-24T23:14:15.182" v="72" actId="27636"/>
      <pc:docMkLst>
        <pc:docMk/>
      </pc:docMkLst>
      <pc:sldChg chg="add">
        <pc:chgData name="Kate Burda" userId="44c1ea53-84f5-4c7e-8f48-bfeb434f1f02" providerId="ADAL" clId="{B1B6110C-3784-1643-B1A5-CE502DC142C0}" dt="2023-09-17T15:44:56.681" v="69"/>
        <pc:sldMkLst>
          <pc:docMk/>
          <pc:sldMk cId="2355843516" sldId="256"/>
        </pc:sldMkLst>
      </pc:sldChg>
      <pc:sldChg chg="delSp modSp mod">
        <pc:chgData name="Kate Burda" userId="44c1ea53-84f5-4c7e-8f48-bfeb434f1f02" providerId="ADAL" clId="{B1B6110C-3784-1643-B1A5-CE502DC142C0}" dt="2023-09-04T19:03:35.310" v="60" actId="208"/>
        <pc:sldMkLst>
          <pc:docMk/>
          <pc:sldMk cId="2852193332" sldId="389"/>
        </pc:sldMkLst>
      </pc:sldChg>
      <pc:sldChg chg="modSp mod">
        <pc:chgData name="Kate Burda" userId="44c1ea53-84f5-4c7e-8f48-bfeb434f1f02" providerId="ADAL" clId="{B1B6110C-3784-1643-B1A5-CE502DC142C0}" dt="2023-09-03T21:58:11.200" v="37" actId="2711"/>
        <pc:sldMkLst>
          <pc:docMk/>
          <pc:sldMk cId="4203825270" sldId="3317"/>
        </pc:sldMkLst>
      </pc:sldChg>
      <pc:sldChg chg="modSp mod">
        <pc:chgData name="Kate Burda" userId="44c1ea53-84f5-4c7e-8f48-bfeb434f1f02" providerId="ADAL" clId="{B1B6110C-3784-1643-B1A5-CE502DC142C0}" dt="2023-09-04T18:59:58.192" v="44" actId="2711"/>
        <pc:sldMkLst>
          <pc:docMk/>
          <pc:sldMk cId="1423287674" sldId="4068"/>
        </pc:sldMkLst>
      </pc:sldChg>
      <pc:sldChg chg="modSp mod">
        <pc:chgData name="Kate Burda" userId="44c1ea53-84f5-4c7e-8f48-bfeb434f1f02" providerId="ADAL" clId="{B1B6110C-3784-1643-B1A5-CE502DC142C0}" dt="2023-09-04T19:02:48.847" v="57" actId="2711"/>
        <pc:sldMkLst>
          <pc:docMk/>
          <pc:sldMk cId="1159041811" sldId="4069"/>
        </pc:sldMkLst>
      </pc:sldChg>
      <pc:sldChg chg="modSp mod">
        <pc:chgData name="Kate Burda" userId="44c1ea53-84f5-4c7e-8f48-bfeb434f1f02" providerId="ADAL" clId="{B1B6110C-3784-1643-B1A5-CE502DC142C0}" dt="2023-09-04T19:01:00.781" v="50" actId="13926"/>
        <pc:sldMkLst>
          <pc:docMk/>
          <pc:sldMk cId="165470004" sldId="4135"/>
        </pc:sldMkLst>
      </pc:sldChg>
      <pc:sldChg chg="modSp mod">
        <pc:chgData name="Kate Burda" userId="44c1ea53-84f5-4c7e-8f48-bfeb434f1f02" providerId="ADAL" clId="{B1B6110C-3784-1643-B1A5-CE502DC142C0}" dt="2023-09-04T19:04:00.265" v="61" actId="2711"/>
        <pc:sldMkLst>
          <pc:docMk/>
          <pc:sldMk cId="3596794159" sldId="4136"/>
        </pc:sldMkLst>
      </pc:sldChg>
      <pc:sldChg chg="modSp mod">
        <pc:chgData name="Kate Burda" userId="44c1ea53-84f5-4c7e-8f48-bfeb434f1f02" providerId="ADAL" clId="{B1B6110C-3784-1643-B1A5-CE502DC142C0}" dt="2023-09-03T21:58:40.274" v="38" actId="2711"/>
        <pc:sldMkLst>
          <pc:docMk/>
          <pc:sldMk cId="2530237771" sldId="4148"/>
        </pc:sldMkLst>
      </pc:sldChg>
      <pc:sldChg chg="modSp mod">
        <pc:chgData name="Kate Burda" userId="44c1ea53-84f5-4c7e-8f48-bfeb434f1f02" providerId="ADAL" clId="{B1B6110C-3784-1643-B1A5-CE502DC142C0}" dt="2023-09-04T19:00:53.446" v="49" actId="13926"/>
        <pc:sldMkLst>
          <pc:docMk/>
          <pc:sldMk cId="2900319377" sldId="4158"/>
        </pc:sldMkLst>
      </pc:sldChg>
      <pc:sldChg chg="delSp modSp mod">
        <pc:chgData name="Kate Burda" userId="44c1ea53-84f5-4c7e-8f48-bfeb434f1f02" providerId="ADAL" clId="{B1B6110C-3784-1643-B1A5-CE502DC142C0}" dt="2023-09-03T21:56:31.603" v="31" actId="478"/>
        <pc:sldMkLst>
          <pc:docMk/>
          <pc:sldMk cId="2315330111" sldId="4161"/>
        </pc:sldMkLst>
      </pc:sldChg>
      <pc:sldChg chg="modSp mod">
        <pc:chgData name="Kate Burda" userId="44c1ea53-84f5-4c7e-8f48-bfeb434f1f02" providerId="ADAL" clId="{B1B6110C-3784-1643-B1A5-CE502DC142C0}" dt="2023-09-04T19:05:30.650" v="66" actId="2711"/>
        <pc:sldMkLst>
          <pc:docMk/>
          <pc:sldMk cId="3531580380" sldId="4164"/>
        </pc:sldMkLst>
      </pc:sldChg>
      <pc:sldChg chg="modSp mod">
        <pc:chgData name="Kate Burda" userId="44c1ea53-84f5-4c7e-8f48-bfeb434f1f02" providerId="ADAL" clId="{B1B6110C-3784-1643-B1A5-CE502DC142C0}" dt="2023-09-03T21:40:02.753" v="5" actId="2711"/>
        <pc:sldMkLst>
          <pc:docMk/>
          <pc:sldMk cId="1516901474" sldId="4169"/>
        </pc:sldMkLst>
      </pc:sldChg>
      <pc:sldChg chg="modSp mod">
        <pc:chgData name="Kate Burda" userId="44c1ea53-84f5-4c7e-8f48-bfeb434f1f02" providerId="ADAL" clId="{B1B6110C-3784-1643-B1A5-CE502DC142C0}" dt="2023-09-04T19:04:20.496" v="62" actId="2711"/>
        <pc:sldMkLst>
          <pc:docMk/>
          <pc:sldMk cId="2041618948" sldId="4170"/>
        </pc:sldMkLst>
      </pc:sldChg>
      <pc:sldChg chg="delSp modSp mod">
        <pc:chgData name="Kate Burda" userId="44c1ea53-84f5-4c7e-8f48-bfeb434f1f02" providerId="ADAL" clId="{B1B6110C-3784-1643-B1A5-CE502DC142C0}" dt="2023-09-03T21:57:15.454" v="33" actId="2711"/>
        <pc:sldMkLst>
          <pc:docMk/>
          <pc:sldMk cId="1758519867" sldId="4171"/>
        </pc:sldMkLst>
      </pc:sldChg>
      <pc:sldChg chg="modSp mod">
        <pc:chgData name="Kate Burda" userId="44c1ea53-84f5-4c7e-8f48-bfeb434f1f02" providerId="ADAL" clId="{B1B6110C-3784-1643-B1A5-CE502DC142C0}" dt="2023-09-03T21:56:06.707" v="28" actId="122"/>
        <pc:sldMkLst>
          <pc:docMk/>
          <pc:sldMk cId="2178493451" sldId="4172"/>
        </pc:sldMkLst>
      </pc:sldChg>
      <pc:sldChg chg="delSp modSp mod">
        <pc:chgData name="Kate Burda" userId="44c1ea53-84f5-4c7e-8f48-bfeb434f1f02" providerId="ADAL" clId="{B1B6110C-3784-1643-B1A5-CE502DC142C0}" dt="2023-09-03T21:57:30.516" v="34" actId="2711"/>
        <pc:sldMkLst>
          <pc:docMk/>
          <pc:sldMk cId="940108447" sldId="4173"/>
        </pc:sldMkLst>
      </pc:sldChg>
      <pc:sldChg chg="modSp mod">
        <pc:chgData name="Kate Burda" userId="44c1ea53-84f5-4c7e-8f48-bfeb434f1f02" providerId="ADAL" clId="{B1B6110C-3784-1643-B1A5-CE502DC142C0}" dt="2023-09-03T21:41:03.805" v="12" actId="2711"/>
        <pc:sldMkLst>
          <pc:docMk/>
          <pc:sldMk cId="1131175987" sldId="4174"/>
        </pc:sldMkLst>
      </pc:sldChg>
      <pc:sldChg chg="delSp modSp mod">
        <pc:chgData name="Kate Burda" userId="44c1ea53-84f5-4c7e-8f48-bfeb434f1f02" providerId="ADAL" clId="{B1B6110C-3784-1643-B1A5-CE502DC142C0}" dt="2023-09-04T19:02:08.307" v="56" actId="255"/>
        <pc:sldMkLst>
          <pc:docMk/>
          <pc:sldMk cId="3367831977" sldId="4183"/>
        </pc:sldMkLst>
      </pc:sldChg>
      <pc:sldChg chg="delSp modSp mod">
        <pc:chgData name="Kate Burda" userId="44c1ea53-84f5-4c7e-8f48-bfeb434f1f02" providerId="ADAL" clId="{B1B6110C-3784-1643-B1A5-CE502DC142C0}" dt="2023-09-03T21:57:38.956" v="35" actId="2711"/>
        <pc:sldMkLst>
          <pc:docMk/>
          <pc:sldMk cId="1645932139" sldId="4187"/>
        </pc:sldMkLst>
      </pc:sldChg>
      <pc:sldChg chg="modSp add mod modClrScheme chgLayout">
        <pc:chgData name="Kate Burda" userId="44c1ea53-84f5-4c7e-8f48-bfeb434f1f02" providerId="ADAL" clId="{B1B6110C-3784-1643-B1A5-CE502DC142C0}" dt="2023-09-17T15:44:27.850" v="68" actId="700"/>
        <pc:sldMkLst>
          <pc:docMk/>
          <pc:sldMk cId="1505481118" sldId="4190"/>
        </pc:sldMkLst>
      </pc:sldChg>
      <pc:sldChg chg="add">
        <pc:chgData name="Kate Burda" userId="44c1ea53-84f5-4c7e-8f48-bfeb434f1f02" providerId="ADAL" clId="{B1B6110C-3784-1643-B1A5-CE502DC142C0}" dt="2023-09-24T23:13:53.851" v="70"/>
        <pc:sldMkLst>
          <pc:docMk/>
          <pc:sldMk cId="730722277" sldId="4191"/>
        </pc:sldMkLst>
      </pc:sldChg>
      <pc:sldChg chg="modSp add mod">
        <pc:chgData name="Kate Burda" userId="44c1ea53-84f5-4c7e-8f48-bfeb434f1f02" providerId="ADAL" clId="{B1B6110C-3784-1643-B1A5-CE502DC142C0}" dt="2023-09-24T23:14:15.182" v="72" actId="27636"/>
        <pc:sldMkLst>
          <pc:docMk/>
          <pc:sldMk cId="2926873268" sldId="4192"/>
        </pc:sldMkLst>
      </pc:sldChg>
      <pc:sldChg chg="add modTransition">
        <pc:chgData name="Kate Burda" userId="44c1ea53-84f5-4c7e-8f48-bfeb434f1f02" providerId="ADAL" clId="{B1B6110C-3784-1643-B1A5-CE502DC142C0}" dt="2023-09-24T23:14:15.077" v="71"/>
        <pc:sldMkLst>
          <pc:docMk/>
          <pc:sldMk cId="4052318816" sldId="4193"/>
        </pc:sldMkLst>
      </pc:sldChg>
    </pc:docChg>
  </pc:docChgLst>
  <pc:docChgLst>
    <pc:chgData name="Kate Burda" userId="44c1ea53-84f5-4c7e-8f48-bfeb434f1f02" providerId="ADAL" clId="{A33DC087-DE47-AD4C-9AD7-44E223934C41}"/>
    <pc:docChg chg="modSld">
      <pc:chgData name="Kate Burda" userId="44c1ea53-84f5-4c7e-8f48-bfeb434f1f02" providerId="ADAL" clId="{A33DC087-DE47-AD4C-9AD7-44E223934C41}" dt="2023-10-10T14:51:01.768" v="7" actId="20577"/>
      <pc:docMkLst>
        <pc:docMk/>
      </pc:docMkLst>
      <pc:sldChg chg="modSp mod">
        <pc:chgData name="Kate Burda" userId="44c1ea53-84f5-4c7e-8f48-bfeb434f1f02" providerId="ADAL" clId="{A33DC087-DE47-AD4C-9AD7-44E223934C41}" dt="2023-10-10T14:51:01.768" v="7" actId="20577"/>
        <pc:sldMkLst>
          <pc:docMk/>
          <pc:sldMk cId="1423287674" sldId="4068"/>
        </pc:sldMkLst>
      </pc:sldChg>
    </pc:docChg>
  </pc:docChgLst>
  <pc:docChgLst>
    <pc:chgData name="Kate Burda" userId="44c1ea53-84f5-4c7e-8f48-bfeb434f1f02" providerId="ADAL" clId="{5F90837C-4F91-D942-9D00-0D4BF3E78EBC}"/>
    <pc:docChg chg="undo custSel addSld delSld modSld">
      <pc:chgData name="Kate Burda" userId="44c1ea53-84f5-4c7e-8f48-bfeb434f1f02" providerId="ADAL" clId="{5F90837C-4F91-D942-9D00-0D4BF3E78EBC}" dt="2024-02-21T14:09:05.873" v="793"/>
      <pc:docMkLst>
        <pc:docMk/>
      </pc:docMkLst>
      <pc:sldChg chg="addSp delSp modSp mod">
        <pc:chgData name="Kate Burda" userId="44c1ea53-84f5-4c7e-8f48-bfeb434f1f02" providerId="ADAL" clId="{5F90837C-4F91-D942-9D00-0D4BF3E78EBC}" dt="2024-02-21T14:08:54.885" v="792" actId="478"/>
        <pc:sldMkLst>
          <pc:docMk/>
          <pc:sldMk cId="2141784699" sldId="357"/>
        </pc:sldMkLst>
      </pc:sldChg>
      <pc:sldChg chg="modSp modAnim">
        <pc:chgData name="Kate Burda" userId="44c1ea53-84f5-4c7e-8f48-bfeb434f1f02" providerId="ADAL" clId="{5F90837C-4F91-D942-9D00-0D4BF3E78EBC}" dt="2024-02-06T21:40:54.132" v="720" actId="20577"/>
        <pc:sldMkLst>
          <pc:docMk/>
          <pc:sldMk cId="492905647" sldId="399"/>
        </pc:sldMkLst>
      </pc:sldChg>
      <pc:sldChg chg="delSp modSp mod">
        <pc:chgData name="Kate Burda" userId="44c1ea53-84f5-4c7e-8f48-bfeb434f1f02" providerId="ADAL" clId="{5F90837C-4F91-D942-9D00-0D4BF3E78EBC}" dt="2024-02-21T14:05:07.906" v="788" actId="478"/>
        <pc:sldMkLst>
          <pc:docMk/>
          <pc:sldMk cId="4083292989" sldId="402"/>
        </pc:sldMkLst>
      </pc:sldChg>
      <pc:sldChg chg="modSp mod">
        <pc:chgData name="Kate Burda" userId="44c1ea53-84f5-4c7e-8f48-bfeb434f1f02" providerId="ADAL" clId="{5F90837C-4F91-D942-9D00-0D4BF3E78EBC}" dt="2024-02-20T19:13:24.340" v="722" actId="2711"/>
        <pc:sldMkLst>
          <pc:docMk/>
          <pc:sldMk cId="827288725" sldId="4166"/>
        </pc:sldMkLst>
      </pc:sldChg>
      <pc:sldChg chg="del">
        <pc:chgData name="Kate Burda" userId="44c1ea53-84f5-4c7e-8f48-bfeb434f1f02" providerId="ADAL" clId="{5F90837C-4F91-D942-9D00-0D4BF3E78EBC}" dt="2024-02-20T16:06:34.378" v="721" actId="2696"/>
        <pc:sldMkLst>
          <pc:docMk/>
          <pc:sldMk cId="3245116273" sldId="4186"/>
        </pc:sldMkLst>
      </pc:sldChg>
      <pc:sldChg chg="addSp delSp modSp new mod setBg setClrOvrMap">
        <pc:chgData name="Kate Burda" userId="44c1ea53-84f5-4c7e-8f48-bfeb434f1f02" providerId="ADAL" clId="{5F90837C-4F91-D942-9D00-0D4BF3E78EBC}" dt="2024-02-20T19:35:47.195" v="783" actId="113"/>
        <pc:sldMkLst>
          <pc:docMk/>
          <pc:sldMk cId="3141498097" sldId="4194"/>
        </pc:sldMkLst>
      </pc:sldChg>
      <pc:sldChg chg="add">
        <pc:chgData name="Kate Burda" userId="44c1ea53-84f5-4c7e-8f48-bfeb434f1f02" providerId="ADAL" clId="{5F90837C-4F91-D942-9D00-0D4BF3E78EBC}" dt="2024-02-21T14:09:05.873" v="793"/>
        <pc:sldMkLst>
          <pc:docMk/>
          <pc:sldMk cId="4249296606" sldId="4196"/>
        </pc:sldMkLst>
      </pc:sldChg>
    </pc:docChg>
  </pc:docChgLst>
  <pc:docChgLst>
    <pc:chgData name="Kate Burda" userId="44c1ea53-84f5-4c7e-8f48-bfeb434f1f02" providerId="ADAL" clId="{4590FC5E-C86D-AF43-BA69-5CD23CA741BA}"/>
    <pc:docChg chg="modSld">
      <pc:chgData name="Kate Burda" userId="44c1ea53-84f5-4c7e-8f48-bfeb434f1f02" providerId="ADAL" clId="{4590FC5E-C86D-AF43-BA69-5CD23CA741BA}" dt="2023-08-03T21:39:48.385" v="20" actId="20577"/>
      <pc:docMkLst>
        <pc:docMk/>
      </pc:docMkLst>
      <pc:sldChg chg="modSp mod">
        <pc:chgData name="Kate Burda" userId="44c1ea53-84f5-4c7e-8f48-bfeb434f1f02" providerId="ADAL" clId="{4590FC5E-C86D-AF43-BA69-5CD23CA741BA}" dt="2023-08-03T21:39:48.385" v="20" actId="20577"/>
        <pc:sldMkLst>
          <pc:docMk/>
          <pc:sldMk cId="0" sldId="270"/>
        </pc:sldMkLst>
      </pc:sldChg>
    </pc:docChg>
  </pc:docChgLst>
  <pc:docChgLst>
    <pc:chgData name="Kate Burda" userId="44c1ea53-84f5-4c7e-8f48-bfeb434f1f02" providerId="ADAL" clId="{6D234CAA-72EA-D548-81C8-9CCD2D05A51C}"/>
    <pc:docChg chg="addSld delSld modSld">
      <pc:chgData name="Kate Burda" userId="44c1ea53-84f5-4c7e-8f48-bfeb434f1f02" providerId="ADAL" clId="{6D234CAA-72EA-D548-81C8-9CCD2D05A51C}" dt="2023-08-22T16:19:20.933" v="1" actId="2696"/>
      <pc:docMkLst>
        <pc:docMk/>
      </pc:docMkLst>
      <pc:sldChg chg="del">
        <pc:chgData name="Kate Burda" userId="44c1ea53-84f5-4c7e-8f48-bfeb434f1f02" providerId="ADAL" clId="{6D234CAA-72EA-D548-81C8-9CCD2D05A51C}" dt="2023-08-22T16:19:20.933" v="1" actId="2696"/>
        <pc:sldMkLst>
          <pc:docMk/>
          <pc:sldMk cId="1408551012" sldId="4185"/>
        </pc:sldMkLst>
      </pc:sldChg>
      <pc:sldChg chg="add">
        <pc:chgData name="Kate Burda" userId="44c1ea53-84f5-4c7e-8f48-bfeb434f1f02" providerId="ADAL" clId="{6D234CAA-72EA-D548-81C8-9CCD2D05A51C}" dt="2023-08-22T16:19:18.839" v="0"/>
        <pc:sldMkLst>
          <pc:docMk/>
          <pc:sldMk cId="207505112" sldId="4189"/>
        </pc:sldMkLst>
      </pc:sldChg>
    </pc:docChg>
  </pc:docChgLst>
  <pc:docChgLst>
    <pc:chgData name="Kate Burda" userId="44c1ea53-84f5-4c7e-8f48-bfeb434f1f02" providerId="ADAL" clId="{23C94EC4-559A-C040-B7CE-99122257FE69}"/>
    <pc:docChg chg="addSld modSld">
      <pc:chgData name="Kate Burda" userId="44c1ea53-84f5-4c7e-8f48-bfeb434f1f02" providerId="ADAL" clId="{23C94EC4-559A-C040-B7CE-99122257FE69}" dt="2024-09-11T17:04:15.647" v="0"/>
      <pc:docMkLst>
        <pc:docMk/>
      </pc:docMkLst>
      <pc:sldChg chg="add">
        <pc:chgData name="Kate Burda" userId="44c1ea53-84f5-4c7e-8f48-bfeb434f1f02" providerId="ADAL" clId="{23C94EC4-559A-C040-B7CE-99122257FE69}" dt="2024-09-11T17:04:15.647" v="0"/>
        <pc:sldMkLst>
          <pc:docMk/>
          <pc:sldMk cId="3245116273" sldId="4186"/>
        </pc:sldMkLst>
      </pc:sldChg>
      <pc:sldChg chg="add">
        <pc:chgData name="Kate Burda" userId="44c1ea53-84f5-4c7e-8f48-bfeb434f1f02" providerId="ADAL" clId="{23C94EC4-559A-C040-B7CE-99122257FE69}" dt="2024-09-11T17:04:15.647" v="0"/>
        <pc:sldMkLst>
          <pc:docMk/>
          <pc:sldMk cId="2607735526" sldId="4631"/>
        </pc:sldMkLst>
      </pc:sldChg>
    </pc:docChg>
  </pc:docChgLst>
  <pc:docChgLst>
    <pc:chgData name="Kate Burda" userId="44c1ea53-84f5-4c7e-8f48-bfeb434f1f02" providerId="ADAL" clId="{C1F61144-3EFB-1A43-A0A6-EC80D078A7E5}"/>
    <pc:docChg chg="undo custSel modSld">
      <pc:chgData name="Kate Burda" userId="44c1ea53-84f5-4c7e-8f48-bfeb434f1f02" providerId="ADAL" clId="{C1F61144-3EFB-1A43-A0A6-EC80D078A7E5}" dt="2024-04-02T13:05:38.314" v="86" actId="1076"/>
      <pc:docMkLst>
        <pc:docMk/>
      </pc:docMkLst>
      <pc:sldChg chg="addSp delSp modSp mod addAnim delAnim">
        <pc:chgData name="Kate Burda" userId="44c1ea53-84f5-4c7e-8f48-bfeb434f1f02" providerId="ADAL" clId="{C1F61144-3EFB-1A43-A0A6-EC80D078A7E5}" dt="2024-04-02T13:05:38.314" v="86" actId="1076"/>
        <pc:sldMkLst>
          <pc:docMk/>
          <pc:sldMk cId="1036771892" sldId="1817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77D29B-A84F-8DAF-4DD9-5C3978B9AB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08C45E-2DEE-9C8D-4F99-67548FB739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B41864-CD90-3244-B677-A2D5FE685BF9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50AB63-638E-DD7B-CF4F-618583AB46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72759-57D7-02D6-54C1-4600A56F84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CF653-701A-1840-AE7C-78D8E3A50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58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6B9B4-CBC9-3A48-9A9C-455003932958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8F6C56-3E14-034D-AF27-6C904A40B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81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incorporate all four quadrants into your Brand Positioning that then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41D7A-7318-DF42-A89E-2F30BB3CE33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26877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F825C-F5E4-1B7D-E504-DCA4E438F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3DAC0-5EE8-06A8-EA9F-03470AB51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9945F-36F7-99DE-3752-71C5FFDFF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C03AE-7DEC-0FD1-EF26-0C4D97454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DCE4C-B2C3-B032-ECCD-C64EDDE3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27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16BC8-E775-CA73-A9DB-F2818C431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8340C-3E26-C2DE-51B9-99177BC72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8ECB-31A2-E00F-8512-84384FF55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EAAF3-B3B7-05B3-ACC6-E6E744F7F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C2122-FAA1-9C76-35E7-9686C2BBA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7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25716-752C-ACBC-A090-03C691D63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FE9C3-1D3F-DF64-479C-0C0D948D9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41982-23C2-8D5B-A7FD-57C073D99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50077-7C40-ADA4-47D4-2B193D321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C6976-8248-AE96-9C52-CB230AC51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958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5A103-A14D-F7E0-07FA-015F53EF9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BA737-868B-3B1A-3AB3-884EE18C0C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051DF-E35C-E592-0252-F87D168A9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3C2A0-24D4-E4E0-0749-9384302C5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6063D-9FBC-C034-E425-1A39A3B22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9338A-837D-968D-5396-9CB50070D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9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B45D7-A65A-512B-3010-6F61F3108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0EDDB-C065-8383-902D-0E3FF7C2A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621A7D-01D2-B6C1-BE24-FDDA9B1A8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BA3CD-AE96-8DF8-1293-70DB272E36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D4A757-8389-B31E-8F26-E06CEAEDD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8CC1EC-6AE0-DF42-0550-E3EDDEE13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6C73C6-F740-DCA2-86A2-9A6BE0637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2A308D-1C73-6310-3440-97565633B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10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0C5EF-AC39-B2FB-30CE-8360CF777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F46F6C-29BF-239E-2507-FAEB360F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10048-BAC3-508D-C518-32466EFF9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E12363-2680-F1E9-B937-023F13CC66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736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CA0C81-4B14-87A6-52CD-D45ADDE1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C8E38-11C0-9080-CB65-1A71AA59A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7EE7DC-D57E-D899-B97A-295AAD6716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050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CCCD1-902E-2973-FE0F-A431829F4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B8E58-58E4-5966-CC5B-73B82EB27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DB433-0909-ACF3-5661-ACB8DF397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7D3AE-D6DA-168B-8B19-619CA15E5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CB074-48F2-6E75-C539-4C207B51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800FD-4994-13E7-6AC5-E5D086745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75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0C78B-2C50-6A69-682A-ACC7C3E81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9889B-AFDB-821D-050C-B99FA2B11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9CB8A-E14C-F7DC-549F-BC39A04C9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17124-6E91-38DB-FF22-352D1D40A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EF5AB-6238-0E11-C6BC-4228674A2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24D13-6EC4-D52A-7AC9-3F75243D8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41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E4C57-E42E-0592-F949-1B238DE95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91ACA-62B9-6C02-C611-F7178423C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E0836-8D93-73D1-3F68-53235637B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A98AE-92EB-2341-F0E1-29391AF3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C988C-8FAA-63C3-E577-E11FF91F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787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BCC19B-2113-DDB2-F0CA-956A1DAF0E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D7049-D5C6-2574-8246-E3AA62A19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AD8DD-EF49-6528-1DAB-805B88512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56047-AA88-E394-47CF-FA2B25D0E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55A95-AAD8-CAFF-F395-83C566A0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707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ate Burda &amp; Co. -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 userDrawn="1"/>
        </p:nvSpPr>
        <p:spPr>
          <a:xfrm>
            <a:off x="0" y="914400"/>
            <a:ext cx="12192000" cy="59436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AC8C8"/>
              </a:solidFill>
            </a:endParaRP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12192000" cy="59436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228601"/>
            <a:ext cx="10363200" cy="430887"/>
          </a:xfrm>
        </p:spPr>
        <p:txBody>
          <a:bodyPr/>
          <a:lstStyle>
            <a:lvl1pPr algn="r">
              <a:defRPr sz="2800" b="1" baseline="0">
                <a:solidFill>
                  <a:srgbClr val="8A8C8C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Insert Title Here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2860" y="-716347"/>
            <a:ext cx="1727363" cy="2423291"/>
          </a:xfrm>
          <a:prstGeom prst="rect">
            <a:avLst/>
          </a:prstGeom>
        </p:spPr>
      </p:pic>
      <p:sp>
        <p:nvSpPr>
          <p:cNvPr id="7" name="Holder 4">
            <a:extLst>
              <a:ext uri="{FF2B5EF4-FFF2-40B4-BE49-F238E27FC236}">
                <a16:creationId xmlns:a16="http://schemas.microsoft.com/office/drawing/2014/main" id="{9581F233-BCDC-1D47-8FFD-154F2846EC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176000" y="6377940"/>
            <a:ext cx="406400" cy="246221"/>
          </a:xfrm>
        </p:spPr>
        <p:txBody>
          <a:bodyPr lIns="0" tIns="0" rIns="0" bIns="0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231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64B4F5-B3EC-E9D8-A1A7-D7DA1DE0E4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203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CFD3D5-0D87-68F5-D6E5-DA955E5419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170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ate Burda &amp; Co. -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7" name="Picture 6" descr="kb_PPT-Template-01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5640"/>
            <a:ext cx="8331200" cy="635976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914400"/>
            <a:ext cx="12192000" cy="59436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CAC8C8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828800" y="1676408"/>
            <a:ext cx="10363200" cy="1661993"/>
          </a:xfrm>
        </p:spPr>
        <p:txBody>
          <a:bodyPr/>
          <a:lstStyle>
            <a:lvl1pPr>
              <a:defRPr baseline="0">
                <a:solidFill>
                  <a:srgbClr val="8A8C8C"/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Title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828800" y="5334000"/>
            <a:ext cx="10363200" cy="381000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16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6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9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3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Additional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3662019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442EE0-1B84-B132-9CEA-BE6D264255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80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8A8C8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24540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FEE4A1-3E5A-3384-D922-A5279BA0A4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53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FE8E36-6DA2-538D-60AA-28E20C8BD9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5556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D43EF-5490-42E6-6E1F-DEF33529BF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7121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777316-E3AB-10F5-B1A2-D428D6941E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2698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50708" y="911763"/>
            <a:ext cx="3490585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8945F7-1706-4613-BF31-568E85A47E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6553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49601" y="53202"/>
            <a:ext cx="5727665" cy="553997"/>
          </a:xfrm>
        </p:spPr>
        <p:txBody>
          <a:bodyPr lIns="0" tIns="0" rIns="0" bIns="0"/>
          <a:lstStyle>
            <a:lvl1pPr algn="ctr">
              <a:defRPr sz="3600" b="0" i="0">
                <a:solidFill>
                  <a:schemeClr val="tx1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1D7E73-92BC-6EDB-771A-A09136443E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773F062-A581-59A7-0A07-2125BBD0B137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4844969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335046" y="5882641"/>
            <a:ext cx="993588" cy="990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bk object 29"/>
          <p:cNvSpPr/>
          <p:nvPr/>
        </p:nvSpPr>
        <p:spPr>
          <a:xfrm>
            <a:off x="0" y="1"/>
            <a:ext cx="12192000" cy="660400"/>
          </a:xfrm>
          <a:custGeom>
            <a:avLst/>
            <a:gdLst/>
            <a:ahLst/>
            <a:cxnLst/>
            <a:rect l="l" t="t" r="r" b="b"/>
            <a:pathLst>
              <a:path w="9144000" h="660400">
                <a:moveTo>
                  <a:pt x="0" y="660398"/>
                </a:moveTo>
                <a:lnTo>
                  <a:pt x="9143998" y="660398"/>
                </a:lnTo>
                <a:lnTo>
                  <a:pt x="9143998" y="0"/>
                </a:lnTo>
                <a:lnTo>
                  <a:pt x="0" y="0"/>
                </a:lnTo>
                <a:lnTo>
                  <a:pt x="0" y="660398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bk object 30"/>
          <p:cNvSpPr/>
          <p:nvPr/>
        </p:nvSpPr>
        <p:spPr>
          <a:xfrm>
            <a:off x="0" y="2"/>
            <a:ext cx="12191997" cy="6603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sz="24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49601" y="53202"/>
            <a:ext cx="5727665" cy="553997"/>
          </a:xfrm>
        </p:spPr>
        <p:txBody>
          <a:bodyPr lIns="0" tIns="0" rIns="0" bIns="0"/>
          <a:lstStyle>
            <a:lvl1pPr algn="ctr">
              <a:defRPr sz="3600" b="0" i="0">
                <a:solidFill>
                  <a:schemeClr val="tx1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0" y="6377941"/>
            <a:ext cx="3373120" cy="369332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80345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A3F80-B0DC-5073-EAAC-569125EC1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BFD91-C27E-B00C-8CDB-60EB6AECB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9D7B8-A44E-0B01-9433-C497DEE559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E797E-D5B9-035C-BF2F-5DA9B04DB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DE664-9CDB-B813-BF13-005E69CF6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91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1" r:id="rId22"/>
    <p:sldLayoutId id="2147483672" r:id="rId23"/>
    <p:sldLayoutId id="2147483673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emf"/><Relationship Id="rId4" Type="http://schemas.openxmlformats.org/officeDocument/2006/relationships/image" Target="../media/image5.wmf"/><Relationship Id="rId5" Type="http://schemas.openxmlformats.org/officeDocument/2006/relationships/image" Target="../media/image6.wmf"/><Relationship Id="rId6" Type="http://schemas.openxmlformats.org/officeDocument/2006/relationships/image" Target="../media/image7.w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w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1BC337E-AE6D-35E6-6882-B8C8086D0D64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22</a:t>
            </a:fld>
            <a:endParaRPr lang="en-US" sz="1000"/>
          </a:p>
        </p:txBody>
      </p:sp>
      <p:sp>
        <p:nvSpPr>
          <p:cNvPr id="12" name="!!c1_bg"/>
          <p:cNvSpPr/>
          <p:nvPr/>
        </p:nvSpPr>
        <p:spPr>
          <a:xfrm>
            <a:off x="411480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1_band"/>
          <p:cNvSpPr/>
          <p:nvPr/>
        </p:nvSpPr>
        <p:spPr>
          <a:xfrm>
            <a:off x="411480" y="896112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c1_name"/>
          <p:cNvSpPr txBox="1"/>
          <p:nvPr/>
        </p:nvSpPr>
        <p:spPr>
          <a:xfrm>
            <a:off x="1371600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21208" y="768096"/>
            <a:ext cx="768096" cy="779176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quote"/>
          <p:cNvSpPr txBox="1"/>
          <p:nvPr/>
        </p:nvSpPr>
        <p:spPr>
          <a:xfrm>
            <a:off x="685800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!!c1_how"/>
          <p:cNvSpPr txBox="1"/>
          <p:nvPr/>
        </p:nvSpPr>
        <p:spPr>
          <a:xfrm>
            <a:off x="685800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!!c1_pill"/>
          <p:cNvSpPr/>
          <p:nvPr/>
        </p:nvSpPr>
        <p:spPr>
          <a:xfrm>
            <a:off x="3623401" y="2880360"/>
            <a:ext cx="857158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c2_bg"/>
          <p:cNvSpPr/>
          <p:nvPr/>
        </p:nvSpPr>
        <p:spPr>
          <a:xfrm>
            <a:off x="7434071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c2_band"/>
          <p:cNvSpPr/>
          <p:nvPr/>
        </p:nvSpPr>
        <p:spPr>
          <a:xfrm>
            <a:off x="7434071" y="896112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c2_name"/>
          <p:cNvSpPr txBox="1"/>
          <p:nvPr/>
        </p:nvSpPr>
        <p:spPr>
          <a:xfrm>
            <a:off x="8394192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7543799" y="768096"/>
            <a:ext cx="768096" cy="76809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!!c2_quote"/>
          <p:cNvSpPr txBox="1"/>
          <p:nvPr/>
        </p:nvSpPr>
        <p:spPr>
          <a:xfrm>
            <a:off x="7708392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!!c2_how"/>
          <p:cNvSpPr txBox="1"/>
          <p:nvPr/>
        </p:nvSpPr>
        <p:spPr>
          <a:xfrm>
            <a:off x="7708392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!!c2_pill"/>
          <p:cNvSpPr/>
          <p:nvPr/>
        </p:nvSpPr>
        <p:spPr>
          <a:xfrm>
            <a:off x="9422800" y="2880360"/>
            <a:ext cx="2080351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!!c3_bg"/>
          <p:cNvSpPr/>
          <p:nvPr/>
        </p:nvSpPr>
        <p:spPr>
          <a:xfrm>
            <a:off x="7434071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c3_band"/>
          <p:cNvSpPr/>
          <p:nvPr/>
        </p:nvSpPr>
        <p:spPr>
          <a:xfrm>
            <a:off x="7434071" y="3675887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c3_name"/>
          <p:cNvSpPr txBox="1"/>
          <p:nvPr/>
        </p:nvSpPr>
        <p:spPr>
          <a:xfrm>
            <a:off x="8394192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7543799" y="3547871"/>
            <a:ext cx="768096" cy="76809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4353" y="3697373"/>
            <a:ext cx="486989" cy="479134"/>
          </a:xfrm>
          <a:prstGeom prst="rect">
            <a:avLst/>
          </a:prstGeom>
        </p:spPr>
      </p:pic>
      <p:sp>
        <p:nvSpPr>
          <p:cNvPr id="44" name="!!c3_quote"/>
          <p:cNvSpPr txBox="1"/>
          <p:nvPr/>
        </p:nvSpPr>
        <p:spPr>
          <a:xfrm>
            <a:off x="7708392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!!c3_how"/>
          <p:cNvSpPr txBox="1"/>
          <p:nvPr/>
        </p:nvSpPr>
        <p:spPr>
          <a:xfrm>
            <a:off x="7708392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!!c3_pill"/>
          <p:cNvSpPr/>
          <p:nvPr/>
        </p:nvSpPr>
        <p:spPr>
          <a:xfrm>
            <a:off x="9987351" y="5660136"/>
            <a:ext cx="1515800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!!c4_bg"/>
          <p:cNvSpPr/>
          <p:nvPr/>
        </p:nvSpPr>
        <p:spPr>
          <a:xfrm>
            <a:off x="411480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4_band"/>
          <p:cNvSpPr/>
          <p:nvPr/>
        </p:nvSpPr>
        <p:spPr>
          <a:xfrm>
            <a:off x="411480" y="3675887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c4_name"/>
          <p:cNvSpPr txBox="1"/>
          <p:nvPr/>
        </p:nvSpPr>
        <p:spPr>
          <a:xfrm>
            <a:off x="1371600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21208" y="3547871"/>
            <a:ext cx="768096" cy="76809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!!c4_quote"/>
          <p:cNvSpPr txBox="1"/>
          <p:nvPr/>
        </p:nvSpPr>
        <p:spPr>
          <a:xfrm>
            <a:off x="685800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!!c4_how"/>
          <p:cNvSpPr txBox="1"/>
          <p:nvPr/>
        </p:nvSpPr>
        <p:spPr>
          <a:xfrm>
            <a:off x="685800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!!hub_ring"/>
          <p:cNvSpPr/>
          <p:nvPr/>
        </p:nvSpPr>
        <p:spPr>
          <a:xfrm>
            <a:off x="4935016" y="2148840"/>
            <a:ext cx="2322576" cy="2322576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hub"/>
          <p:cNvSpPr/>
          <p:nvPr/>
        </p:nvSpPr>
        <p:spPr>
          <a:xfrm>
            <a:off x="5044744" y="2258568"/>
            <a:ext cx="2103120" cy="2103120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hub_t"/>
          <p:cNvSpPr txBox="1"/>
          <p:nvPr/>
        </p:nvSpPr>
        <p:spPr>
          <a:xfrm>
            <a:off x="5181904" y="2743200"/>
            <a:ext cx="1828799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!!hub_s"/>
          <p:cNvSpPr txBox="1"/>
          <p:nvPr/>
        </p:nvSpPr>
        <p:spPr>
          <a:xfrm>
            <a:off x="5227624" y="351129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  <p:sp>
        <p:nvSpPr>
          <p:cNvPr id="56" name="!!fff_rule"/>
          <p:cNvSpPr/>
          <p:nvPr/>
        </p:nvSpPr>
        <p:spPr>
          <a:xfrm>
            <a:off x="5547664" y="4690872"/>
            <a:ext cx="1097280" cy="91"/>
          </a:xfrm>
          <a:prstGeom prst="rect">
            <a:avLst/>
          </a:prstGeom>
          <a:noFill/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fff0"/>
          <p:cNvSpPr txBox="1"/>
          <p:nvPr/>
        </p:nvSpPr>
        <p:spPr>
          <a:xfrm>
            <a:off x="4816144" y="4754880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B52372"/>
                </a:solidFill>
                <a:latin typeface="Franklin Gothic Medium"/>
              </a:rPr>
              <a:t>Focus</a:t>
            </a:r>
          </a:p>
        </p:txBody>
      </p:sp>
      <p:sp>
        <p:nvSpPr>
          <p:cNvPr id="58" name="!!fff1"/>
          <p:cNvSpPr txBox="1"/>
          <p:nvPr/>
        </p:nvSpPr>
        <p:spPr>
          <a:xfrm>
            <a:off x="4816144" y="5084064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55575A"/>
                </a:solidFill>
                <a:latin typeface="Franklin Gothic Book"/>
              </a:rPr>
              <a:t>Framework</a:t>
            </a:r>
          </a:p>
        </p:txBody>
      </p:sp>
      <p:sp>
        <p:nvSpPr>
          <p:cNvPr id="59" name="!!fff2"/>
          <p:cNvSpPr txBox="1"/>
          <p:nvPr/>
        </p:nvSpPr>
        <p:spPr>
          <a:xfrm>
            <a:off x="4816144" y="5413248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55575A"/>
                </a:solidFill>
                <a:latin typeface="Franklin Gothic Book"/>
              </a:rPr>
              <a:t>Foundation</a:t>
            </a:r>
          </a:p>
        </p:txBody>
      </p:sp>
    </p:spTree>
    <p:extLst>
      <p:ext uri="{BB962C8B-B14F-4D97-AF65-F5344CB8AC3E}">
        <p14:creationId xmlns:p14="http://schemas.microsoft.com/office/powerpoint/2010/main" val="204161894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Science &amp; Strategy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1BC337E-AE6D-35E6-6882-B8C8086D0D64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22</a:t>
            </a:fld>
            <a:endParaRPr lang="en-US" sz="1000"/>
          </a:p>
        </p:txBody>
      </p:sp>
      <p:sp>
        <p:nvSpPr>
          <p:cNvPr id="12" name="!!c1_bg"/>
          <p:cNvSpPr/>
          <p:nvPr/>
        </p:nvSpPr>
        <p:spPr>
          <a:xfrm>
            <a:off x="411480" y="914400"/>
            <a:ext cx="5120640" cy="5257800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1_band"/>
          <p:cNvSpPr/>
          <p:nvPr/>
        </p:nvSpPr>
        <p:spPr>
          <a:xfrm>
            <a:off x="411480" y="914400"/>
            <a:ext cx="82296" cy="5257800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822960" y="1234440"/>
            <a:ext cx="1051560" cy="1066730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how"/>
          <p:cNvSpPr txBox="1"/>
          <p:nvPr/>
        </p:nvSpPr>
        <p:spPr>
          <a:xfrm>
            <a:off x="2057400" y="1234440"/>
            <a:ext cx="3291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i="0">
                <a:solidFill>
                  <a:srgbClr val="D51067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3" name="!!c1_quote"/>
          <p:cNvSpPr txBox="1"/>
          <p:nvPr/>
        </p:nvSpPr>
        <p:spPr>
          <a:xfrm>
            <a:off x="822960" y="2697480"/>
            <a:ext cx="4434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4" name="!!c1_pill"/>
          <p:cNvSpPr/>
          <p:nvPr/>
        </p:nvSpPr>
        <p:spPr>
          <a:xfrm>
            <a:off x="822960" y="4983480"/>
            <a:ext cx="937808" cy="384048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map0"/>
          <p:cNvSpPr/>
          <p:nvPr/>
        </p:nvSpPr>
        <p:spPr>
          <a:xfrm>
            <a:off x="4754880" y="5623560"/>
            <a:ext cx="210312" cy="21031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map1"/>
          <p:cNvSpPr/>
          <p:nvPr/>
        </p:nvSpPr>
        <p:spPr>
          <a:xfrm>
            <a:off x="5001768" y="5623560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map2"/>
          <p:cNvSpPr/>
          <p:nvPr/>
        </p:nvSpPr>
        <p:spPr>
          <a:xfrm>
            <a:off x="5001768" y="5870448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map3"/>
          <p:cNvSpPr/>
          <p:nvPr/>
        </p:nvSpPr>
        <p:spPr>
          <a:xfrm>
            <a:off x="4754880" y="5870448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hear_h"/>
          <p:cNvSpPr txBox="1"/>
          <p:nvPr/>
        </p:nvSpPr>
        <p:spPr>
          <a:xfrm>
            <a:off x="5989320" y="9144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i="0">
                <a:solidFill>
                  <a:srgbClr val="D51067"/>
                </a:solidFill>
                <a:latin typeface="Franklin Gothic Medium"/>
              </a:rPr>
              <a:t>WHAT WE HEAR</a:t>
            </a:r>
          </a:p>
        </p:txBody>
      </p:sp>
      <p:sp>
        <p:nvSpPr>
          <p:cNvPr id="40" name="!!hear_dot0"/>
          <p:cNvSpPr/>
          <p:nvPr/>
        </p:nvSpPr>
        <p:spPr>
          <a:xfrm>
            <a:off x="5989320" y="1417320"/>
            <a:ext cx="82296" cy="82296"/>
          </a:xfrm>
          <a:prstGeom prst="ellipse">
            <a:avLst/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hear0"/>
          <p:cNvSpPr txBox="1"/>
          <p:nvPr/>
        </p:nvSpPr>
        <p:spPr>
          <a:xfrm>
            <a:off x="6217920" y="1325880"/>
            <a:ext cx="5532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i="0">
                <a:solidFill>
                  <a:srgbClr val="2E2925"/>
                </a:solidFill>
                <a:latin typeface="Franklin Gothic Book"/>
              </a:rPr>
              <a:t>Teams have difficulty building strategy to financial goals</a:t>
            </a:r>
          </a:p>
        </p:txBody>
      </p:sp>
      <p:sp>
        <p:nvSpPr>
          <p:cNvPr id="42" name="!!focus_h"/>
          <p:cNvSpPr txBox="1"/>
          <p:nvPr/>
        </p:nvSpPr>
        <p:spPr>
          <a:xfrm>
            <a:off x="5989320" y="2221991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i="0">
                <a:solidFill>
                  <a:srgbClr val="D51067"/>
                </a:solidFill>
                <a:latin typeface="Franklin Gothic Medium"/>
              </a:rPr>
              <a:t>WHERE WE FOCUS</a:t>
            </a:r>
          </a:p>
        </p:txBody>
      </p:sp>
      <p:sp>
        <p:nvSpPr>
          <p:cNvPr id="43" name="!!chip0"/>
          <p:cNvSpPr/>
          <p:nvPr/>
        </p:nvSpPr>
        <p:spPr>
          <a:xfrm>
            <a:off x="5989320" y="2651759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chipbar0"/>
          <p:cNvSpPr/>
          <p:nvPr/>
        </p:nvSpPr>
        <p:spPr>
          <a:xfrm>
            <a:off x="5989320" y="2651759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chiptxt0"/>
          <p:cNvSpPr txBox="1"/>
          <p:nvPr/>
        </p:nvSpPr>
        <p:spPr>
          <a:xfrm>
            <a:off x="6172200" y="2651759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Data driven roadmap ensuring financial results</a:t>
            </a:r>
          </a:p>
        </p:txBody>
      </p:sp>
      <p:sp>
        <p:nvSpPr>
          <p:cNvPr id="46" name="!!chip1"/>
          <p:cNvSpPr/>
          <p:nvPr/>
        </p:nvSpPr>
        <p:spPr>
          <a:xfrm>
            <a:off x="8887967" y="2651759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chipbar1"/>
          <p:cNvSpPr/>
          <p:nvPr/>
        </p:nvSpPr>
        <p:spPr>
          <a:xfrm>
            <a:off x="8887967" y="2651759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hiptxt1"/>
          <p:cNvSpPr txBox="1"/>
          <p:nvPr/>
        </p:nvSpPr>
        <p:spPr>
          <a:xfrm>
            <a:off x="9070847" y="2651759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Profitable Segmentation</a:t>
            </a:r>
          </a:p>
        </p:txBody>
      </p:sp>
      <p:sp>
        <p:nvSpPr>
          <p:cNvPr id="49" name="!!chip2"/>
          <p:cNvSpPr/>
          <p:nvPr/>
        </p:nvSpPr>
        <p:spPr>
          <a:xfrm>
            <a:off x="5989320" y="3438143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chipbar2"/>
          <p:cNvSpPr/>
          <p:nvPr/>
        </p:nvSpPr>
        <p:spPr>
          <a:xfrm>
            <a:off x="5989320" y="3438143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chiptxt2"/>
          <p:cNvSpPr txBox="1"/>
          <p:nvPr/>
        </p:nvSpPr>
        <p:spPr>
          <a:xfrm>
            <a:off x="6172200" y="3438143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Cost of Acquisition</a:t>
            </a:r>
          </a:p>
        </p:txBody>
      </p:sp>
      <p:sp>
        <p:nvSpPr>
          <p:cNvPr id="52" name="!!chip3"/>
          <p:cNvSpPr/>
          <p:nvPr/>
        </p:nvSpPr>
        <p:spPr>
          <a:xfrm>
            <a:off x="8887967" y="3438143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chipbar3"/>
          <p:cNvSpPr/>
          <p:nvPr/>
        </p:nvSpPr>
        <p:spPr>
          <a:xfrm>
            <a:off x="8887967" y="3438143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chiptxt3"/>
          <p:cNvSpPr txBox="1"/>
          <p:nvPr/>
        </p:nvSpPr>
        <p:spPr>
          <a:xfrm>
            <a:off x="9070847" y="3438143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Integrated Strategy</a:t>
            </a:r>
          </a:p>
        </p:txBody>
      </p:sp>
      <p:sp>
        <p:nvSpPr>
          <p:cNvPr id="55" name="!!chip4"/>
          <p:cNvSpPr/>
          <p:nvPr/>
        </p:nvSpPr>
        <p:spPr>
          <a:xfrm>
            <a:off x="5989320" y="4224527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chipbar4"/>
          <p:cNvSpPr/>
          <p:nvPr/>
        </p:nvSpPr>
        <p:spPr>
          <a:xfrm>
            <a:off x="5989320" y="4224527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chiptxt4"/>
          <p:cNvSpPr txBox="1"/>
          <p:nvPr/>
        </p:nvSpPr>
        <p:spPr>
          <a:xfrm>
            <a:off x="6172200" y="4224527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Alignment of goals &amp; tactics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Process &amp; Customer Engagement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1BC337E-AE6D-35E6-6882-B8C8086D0D64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22</a:t>
            </a:fld>
            <a:endParaRPr lang="en-US" sz="1000"/>
          </a:p>
        </p:txBody>
      </p:sp>
      <p:sp>
        <p:nvSpPr>
          <p:cNvPr id="12" name="!!c2_bg"/>
          <p:cNvSpPr/>
          <p:nvPr/>
        </p:nvSpPr>
        <p:spPr>
          <a:xfrm>
            <a:off x="411480" y="914400"/>
            <a:ext cx="5120640" cy="5257800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2_band"/>
          <p:cNvSpPr/>
          <p:nvPr/>
        </p:nvSpPr>
        <p:spPr>
          <a:xfrm>
            <a:off x="411480" y="914400"/>
            <a:ext cx="82296" cy="5257800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822960" y="1234440"/>
            <a:ext cx="1051560" cy="1051560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3" name="!!c2_how"/>
          <p:cNvSpPr txBox="1"/>
          <p:nvPr/>
        </p:nvSpPr>
        <p:spPr>
          <a:xfrm>
            <a:off x="2057400" y="1234440"/>
            <a:ext cx="3291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i="0">
                <a:solidFill>
                  <a:srgbClr val="D51067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34" name="!!c2_quote"/>
          <p:cNvSpPr txBox="1"/>
          <p:nvPr/>
        </p:nvSpPr>
        <p:spPr>
          <a:xfrm>
            <a:off x="822960" y="2697480"/>
            <a:ext cx="4434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5" name="!!c2_pill"/>
          <p:cNvSpPr/>
          <p:nvPr/>
        </p:nvSpPr>
        <p:spPr>
          <a:xfrm>
            <a:off x="822960" y="4983480"/>
            <a:ext cx="2335743" cy="384048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36" name="!!map0"/>
          <p:cNvSpPr/>
          <p:nvPr/>
        </p:nvSpPr>
        <p:spPr>
          <a:xfrm>
            <a:off x="4754880" y="5623560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map1"/>
          <p:cNvSpPr/>
          <p:nvPr/>
        </p:nvSpPr>
        <p:spPr>
          <a:xfrm>
            <a:off x="5001768" y="5623560"/>
            <a:ext cx="210312" cy="21031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map2"/>
          <p:cNvSpPr/>
          <p:nvPr/>
        </p:nvSpPr>
        <p:spPr>
          <a:xfrm>
            <a:off x="5001768" y="5870448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map3"/>
          <p:cNvSpPr/>
          <p:nvPr/>
        </p:nvSpPr>
        <p:spPr>
          <a:xfrm>
            <a:off x="4754880" y="5870448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hear_h"/>
          <p:cNvSpPr txBox="1"/>
          <p:nvPr/>
        </p:nvSpPr>
        <p:spPr>
          <a:xfrm>
            <a:off x="5989320" y="9144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i="0">
                <a:solidFill>
                  <a:srgbClr val="D51067"/>
                </a:solidFill>
                <a:latin typeface="Franklin Gothic Medium"/>
              </a:rPr>
              <a:t>WHAT WE HEAR</a:t>
            </a:r>
          </a:p>
        </p:txBody>
      </p:sp>
      <p:sp>
        <p:nvSpPr>
          <p:cNvPr id="41" name="!!hear_dot0"/>
          <p:cNvSpPr/>
          <p:nvPr/>
        </p:nvSpPr>
        <p:spPr>
          <a:xfrm>
            <a:off x="5989320" y="1417320"/>
            <a:ext cx="82296" cy="82296"/>
          </a:xfrm>
          <a:prstGeom prst="ellipse">
            <a:avLst/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hear0"/>
          <p:cNvSpPr txBox="1"/>
          <p:nvPr/>
        </p:nvSpPr>
        <p:spPr>
          <a:xfrm>
            <a:off x="6217920" y="1325880"/>
            <a:ext cx="5532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i="0">
                <a:solidFill>
                  <a:srgbClr val="2E2925"/>
                </a:solidFill>
                <a:latin typeface="Franklin Gothic Book"/>
              </a:rPr>
              <a:t>Legacy processes don’t work today</a:t>
            </a:r>
          </a:p>
        </p:txBody>
      </p:sp>
      <p:sp>
        <p:nvSpPr>
          <p:cNvPr id="43" name="!!hear_dot1"/>
          <p:cNvSpPr/>
          <p:nvPr/>
        </p:nvSpPr>
        <p:spPr>
          <a:xfrm>
            <a:off x="5989320" y="2039112"/>
            <a:ext cx="82296" cy="82296"/>
          </a:xfrm>
          <a:prstGeom prst="ellipse">
            <a:avLst/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hear1"/>
          <p:cNvSpPr txBox="1"/>
          <p:nvPr/>
        </p:nvSpPr>
        <p:spPr>
          <a:xfrm>
            <a:off x="6217920" y="1947672"/>
            <a:ext cx="5532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i="0">
                <a:solidFill>
                  <a:srgbClr val="2E2925"/>
                </a:solidFill>
                <a:latin typeface="Franklin Gothic Book"/>
              </a:rPr>
              <a:t>Disciplines are siloed and focused on how we sell vs. how customers buy</a:t>
            </a:r>
          </a:p>
        </p:txBody>
      </p:sp>
      <p:sp>
        <p:nvSpPr>
          <p:cNvPr id="45" name="!!focus_h"/>
          <p:cNvSpPr txBox="1"/>
          <p:nvPr/>
        </p:nvSpPr>
        <p:spPr>
          <a:xfrm>
            <a:off x="5989320" y="2843784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i="0">
                <a:solidFill>
                  <a:srgbClr val="D51067"/>
                </a:solidFill>
                <a:latin typeface="Franklin Gothic Medium"/>
              </a:rPr>
              <a:t>WHERE WE FOCUS</a:t>
            </a:r>
          </a:p>
        </p:txBody>
      </p:sp>
      <p:sp>
        <p:nvSpPr>
          <p:cNvPr id="46" name="!!chip0"/>
          <p:cNvSpPr/>
          <p:nvPr/>
        </p:nvSpPr>
        <p:spPr>
          <a:xfrm>
            <a:off x="5989320" y="3273552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chipbar0"/>
          <p:cNvSpPr/>
          <p:nvPr/>
        </p:nvSpPr>
        <p:spPr>
          <a:xfrm>
            <a:off x="5989320" y="3273552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hiptxt0"/>
          <p:cNvSpPr txBox="1"/>
          <p:nvPr/>
        </p:nvSpPr>
        <p:spPr>
          <a:xfrm>
            <a:off x="6172200" y="3273552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Relevant Sales Approach</a:t>
            </a:r>
          </a:p>
        </p:txBody>
      </p:sp>
      <p:sp>
        <p:nvSpPr>
          <p:cNvPr id="49" name="!!chip1"/>
          <p:cNvSpPr/>
          <p:nvPr/>
        </p:nvSpPr>
        <p:spPr>
          <a:xfrm>
            <a:off x="8887967" y="3273552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chipbar1"/>
          <p:cNvSpPr/>
          <p:nvPr/>
        </p:nvSpPr>
        <p:spPr>
          <a:xfrm>
            <a:off x="8887967" y="3273552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chiptxt1"/>
          <p:cNvSpPr txBox="1"/>
          <p:nvPr/>
        </p:nvSpPr>
        <p:spPr>
          <a:xfrm>
            <a:off x="9070847" y="3273552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Marketing Enablement</a:t>
            </a:r>
          </a:p>
        </p:txBody>
      </p:sp>
      <p:sp>
        <p:nvSpPr>
          <p:cNvPr id="52" name="!!chip2"/>
          <p:cNvSpPr/>
          <p:nvPr/>
        </p:nvSpPr>
        <p:spPr>
          <a:xfrm>
            <a:off x="5989320" y="4059936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chipbar2"/>
          <p:cNvSpPr/>
          <p:nvPr/>
        </p:nvSpPr>
        <p:spPr>
          <a:xfrm>
            <a:off x="5989320" y="4059936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chiptxt2"/>
          <p:cNvSpPr txBox="1"/>
          <p:nvPr/>
        </p:nvSpPr>
        <p:spPr>
          <a:xfrm>
            <a:off x="6172200" y="4059936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Customer Buying Journey Enablement</a:t>
            </a:r>
          </a:p>
        </p:txBody>
      </p:sp>
      <p:sp>
        <p:nvSpPr>
          <p:cNvPr id="55" name="!!chip3"/>
          <p:cNvSpPr/>
          <p:nvPr/>
        </p:nvSpPr>
        <p:spPr>
          <a:xfrm>
            <a:off x="8887967" y="4059936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chipbar3"/>
          <p:cNvSpPr/>
          <p:nvPr/>
        </p:nvSpPr>
        <p:spPr>
          <a:xfrm>
            <a:off x="8887967" y="4059936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chiptxt3"/>
          <p:cNvSpPr txBox="1"/>
          <p:nvPr/>
        </p:nvSpPr>
        <p:spPr>
          <a:xfrm>
            <a:off x="9070847" y="4059936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Optimized Total Revenue Management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Art &amp; Talent Optimization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1BC337E-AE6D-35E6-6882-B8C8086D0D64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22</a:t>
            </a:fld>
            <a:endParaRPr lang="en-US" sz="1000"/>
          </a:p>
        </p:txBody>
      </p:sp>
      <p:sp>
        <p:nvSpPr>
          <p:cNvPr id="12" name="!!c3_bg"/>
          <p:cNvSpPr/>
          <p:nvPr/>
        </p:nvSpPr>
        <p:spPr>
          <a:xfrm>
            <a:off x="411480" y="914400"/>
            <a:ext cx="5120640" cy="5257800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3_band"/>
          <p:cNvSpPr/>
          <p:nvPr/>
        </p:nvSpPr>
        <p:spPr>
          <a:xfrm>
            <a:off x="411480" y="914400"/>
            <a:ext cx="82296" cy="5257800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822960" y="1234440"/>
            <a:ext cx="1051560" cy="1051560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383" y="1439114"/>
            <a:ext cx="666712" cy="655958"/>
          </a:xfrm>
          <a:prstGeom prst="rect">
            <a:avLst/>
          </a:prstGeom>
        </p:spPr>
      </p:pic>
      <p:sp>
        <p:nvSpPr>
          <p:cNvPr id="30" name="!!c3_how"/>
          <p:cNvSpPr txBox="1"/>
          <p:nvPr/>
        </p:nvSpPr>
        <p:spPr>
          <a:xfrm>
            <a:off x="2057400" y="1234440"/>
            <a:ext cx="3291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i="0">
                <a:solidFill>
                  <a:srgbClr val="D51067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31" name="!!c3_quote"/>
          <p:cNvSpPr txBox="1"/>
          <p:nvPr/>
        </p:nvSpPr>
        <p:spPr>
          <a:xfrm>
            <a:off x="822960" y="2697480"/>
            <a:ext cx="4434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32" name="!!c3_pill"/>
          <p:cNvSpPr/>
          <p:nvPr/>
        </p:nvSpPr>
        <p:spPr>
          <a:xfrm>
            <a:off x="822960" y="4983480"/>
            <a:ext cx="1690542" cy="384048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33" name="!!map0"/>
          <p:cNvSpPr/>
          <p:nvPr/>
        </p:nvSpPr>
        <p:spPr>
          <a:xfrm>
            <a:off x="4754880" y="5623560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map1"/>
          <p:cNvSpPr/>
          <p:nvPr/>
        </p:nvSpPr>
        <p:spPr>
          <a:xfrm>
            <a:off x="5001768" y="5623560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map2"/>
          <p:cNvSpPr/>
          <p:nvPr/>
        </p:nvSpPr>
        <p:spPr>
          <a:xfrm>
            <a:off x="5001768" y="5870448"/>
            <a:ext cx="210312" cy="21031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map3"/>
          <p:cNvSpPr/>
          <p:nvPr/>
        </p:nvSpPr>
        <p:spPr>
          <a:xfrm>
            <a:off x="4754880" y="5870448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hear_h"/>
          <p:cNvSpPr txBox="1"/>
          <p:nvPr/>
        </p:nvSpPr>
        <p:spPr>
          <a:xfrm>
            <a:off x="5989320" y="9144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i="0">
                <a:solidFill>
                  <a:srgbClr val="D51067"/>
                </a:solidFill>
                <a:latin typeface="Franklin Gothic Medium"/>
              </a:rPr>
              <a:t>WHAT WE HEAR</a:t>
            </a:r>
          </a:p>
        </p:txBody>
      </p:sp>
      <p:sp>
        <p:nvSpPr>
          <p:cNvPr id="38" name="!!hear_dot0"/>
          <p:cNvSpPr/>
          <p:nvPr/>
        </p:nvSpPr>
        <p:spPr>
          <a:xfrm>
            <a:off x="5989320" y="1417320"/>
            <a:ext cx="82296" cy="82296"/>
          </a:xfrm>
          <a:prstGeom prst="ellipse">
            <a:avLst/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hear0"/>
          <p:cNvSpPr txBox="1"/>
          <p:nvPr/>
        </p:nvSpPr>
        <p:spPr>
          <a:xfrm>
            <a:off x="6217920" y="1325880"/>
            <a:ext cx="5532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i="0">
                <a:solidFill>
                  <a:srgbClr val="2E2925"/>
                </a:solidFill>
                <a:latin typeface="Franklin Gothic Book"/>
              </a:rPr>
              <a:t>How to build skills and competencies within teams and leaders</a:t>
            </a:r>
          </a:p>
        </p:txBody>
      </p:sp>
      <p:sp>
        <p:nvSpPr>
          <p:cNvPr id="40" name="!!hear_dot1"/>
          <p:cNvSpPr/>
          <p:nvPr/>
        </p:nvSpPr>
        <p:spPr>
          <a:xfrm>
            <a:off x="5989320" y="2039112"/>
            <a:ext cx="82296" cy="82296"/>
          </a:xfrm>
          <a:prstGeom prst="ellipse">
            <a:avLst/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hear1"/>
          <p:cNvSpPr txBox="1"/>
          <p:nvPr/>
        </p:nvSpPr>
        <p:spPr>
          <a:xfrm>
            <a:off x="6217920" y="1947672"/>
            <a:ext cx="5532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i="0">
                <a:solidFill>
                  <a:srgbClr val="2E2925"/>
                </a:solidFill>
                <a:latin typeface="Franklin Gothic Book"/>
              </a:rPr>
              <a:t>Performance plans for revenue teams built off operational mindset</a:t>
            </a:r>
          </a:p>
        </p:txBody>
      </p:sp>
      <p:sp>
        <p:nvSpPr>
          <p:cNvPr id="42" name="!!focus_h"/>
          <p:cNvSpPr txBox="1"/>
          <p:nvPr/>
        </p:nvSpPr>
        <p:spPr>
          <a:xfrm>
            <a:off x="5989320" y="2843784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i="0">
                <a:solidFill>
                  <a:srgbClr val="D51067"/>
                </a:solidFill>
                <a:latin typeface="Franklin Gothic Medium"/>
              </a:rPr>
              <a:t>WHERE WE FOCUS</a:t>
            </a:r>
          </a:p>
        </p:txBody>
      </p:sp>
      <p:sp>
        <p:nvSpPr>
          <p:cNvPr id="43" name="!!chip0"/>
          <p:cNvSpPr/>
          <p:nvPr/>
        </p:nvSpPr>
        <p:spPr>
          <a:xfrm>
            <a:off x="5989320" y="3273552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chipbar0"/>
          <p:cNvSpPr/>
          <p:nvPr/>
        </p:nvSpPr>
        <p:spPr>
          <a:xfrm>
            <a:off x="5989320" y="3273552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chiptxt0"/>
          <p:cNvSpPr txBox="1"/>
          <p:nvPr/>
        </p:nvSpPr>
        <p:spPr>
          <a:xfrm>
            <a:off x="6172200" y="3273552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Attract</a:t>
            </a:r>
          </a:p>
        </p:txBody>
      </p:sp>
      <p:sp>
        <p:nvSpPr>
          <p:cNvPr id="46" name="!!chip1"/>
          <p:cNvSpPr/>
          <p:nvPr/>
        </p:nvSpPr>
        <p:spPr>
          <a:xfrm>
            <a:off x="8887967" y="3273552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chipbar1"/>
          <p:cNvSpPr/>
          <p:nvPr/>
        </p:nvSpPr>
        <p:spPr>
          <a:xfrm>
            <a:off x="8887967" y="3273552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hiptxt1"/>
          <p:cNvSpPr txBox="1"/>
          <p:nvPr/>
        </p:nvSpPr>
        <p:spPr>
          <a:xfrm>
            <a:off x="9070847" y="3273552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Retain</a:t>
            </a:r>
          </a:p>
        </p:txBody>
      </p:sp>
      <p:sp>
        <p:nvSpPr>
          <p:cNvPr id="49" name="!!chip2"/>
          <p:cNvSpPr/>
          <p:nvPr/>
        </p:nvSpPr>
        <p:spPr>
          <a:xfrm>
            <a:off x="5989320" y="4059936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chipbar2"/>
          <p:cNvSpPr/>
          <p:nvPr/>
        </p:nvSpPr>
        <p:spPr>
          <a:xfrm>
            <a:off x="5989320" y="4059936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chiptxt2"/>
          <p:cNvSpPr txBox="1"/>
          <p:nvPr/>
        </p:nvSpPr>
        <p:spPr>
          <a:xfrm>
            <a:off x="6172200" y="4059936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Lead &amp; Coach</a:t>
            </a:r>
          </a:p>
        </p:txBody>
      </p:sp>
      <p:sp>
        <p:nvSpPr>
          <p:cNvPr id="52" name="!!chip3"/>
          <p:cNvSpPr/>
          <p:nvPr/>
        </p:nvSpPr>
        <p:spPr>
          <a:xfrm>
            <a:off x="8887967" y="4059936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chipbar3"/>
          <p:cNvSpPr/>
          <p:nvPr/>
        </p:nvSpPr>
        <p:spPr>
          <a:xfrm>
            <a:off x="8887967" y="4059936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chiptxt3"/>
          <p:cNvSpPr txBox="1"/>
          <p:nvPr/>
        </p:nvSpPr>
        <p:spPr>
          <a:xfrm>
            <a:off x="9070847" y="4059936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Build Performance</a:t>
            </a:r>
          </a:p>
        </p:txBody>
      </p:sp>
      <p:sp>
        <p:nvSpPr>
          <p:cNvPr id="55" name="!!chip4"/>
          <p:cNvSpPr/>
          <p:nvPr/>
        </p:nvSpPr>
        <p:spPr>
          <a:xfrm>
            <a:off x="5989320" y="4846320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chipbar4"/>
          <p:cNvSpPr/>
          <p:nvPr/>
        </p:nvSpPr>
        <p:spPr>
          <a:xfrm>
            <a:off x="5989320" y="4846320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chiptxt4"/>
          <p:cNvSpPr txBox="1"/>
          <p:nvPr/>
        </p:nvSpPr>
        <p:spPr>
          <a:xfrm>
            <a:off x="6172200" y="4846320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Development Path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Revenue Performance &amp; Metrics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1BC337E-AE6D-35E6-6882-B8C8086D0D64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22</a:t>
            </a:fld>
            <a:endParaRPr lang="en-US" sz="1000"/>
          </a:p>
        </p:txBody>
      </p:sp>
      <p:sp>
        <p:nvSpPr>
          <p:cNvPr id="12" name="!!c4_bg"/>
          <p:cNvSpPr/>
          <p:nvPr/>
        </p:nvSpPr>
        <p:spPr>
          <a:xfrm>
            <a:off x="411480" y="914400"/>
            <a:ext cx="5120640" cy="5257800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4_band"/>
          <p:cNvSpPr/>
          <p:nvPr/>
        </p:nvSpPr>
        <p:spPr>
          <a:xfrm>
            <a:off x="411480" y="914400"/>
            <a:ext cx="82296" cy="5257800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822960" y="1234440"/>
            <a:ext cx="1051560" cy="1051560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31" name="!!c4_how"/>
          <p:cNvSpPr txBox="1"/>
          <p:nvPr/>
        </p:nvSpPr>
        <p:spPr>
          <a:xfrm>
            <a:off x="2057400" y="1234440"/>
            <a:ext cx="3291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i="0">
                <a:solidFill>
                  <a:srgbClr val="D51067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32" name="!!c4_quote"/>
          <p:cNvSpPr txBox="1"/>
          <p:nvPr/>
        </p:nvSpPr>
        <p:spPr>
          <a:xfrm>
            <a:off x="822960" y="2697480"/>
            <a:ext cx="4434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33" name="!!map0"/>
          <p:cNvSpPr/>
          <p:nvPr/>
        </p:nvSpPr>
        <p:spPr>
          <a:xfrm>
            <a:off x="4754880" y="5623560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map1"/>
          <p:cNvSpPr/>
          <p:nvPr/>
        </p:nvSpPr>
        <p:spPr>
          <a:xfrm>
            <a:off x="5001768" y="5623560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map2"/>
          <p:cNvSpPr/>
          <p:nvPr/>
        </p:nvSpPr>
        <p:spPr>
          <a:xfrm>
            <a:off x="5001768" y="5870448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map3"/>
          <p:cNvSpPr/>
          <p:nvPr/>
        </p:nvSpPr>
        <p:spPr>
          <a:xfrm>
            <a:off x="4754880" y="5870448"/>
            <a:ext cx="210312" cy="21031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hear_h"/>
          <p:cNvSpPr txBox="1"/>
          <p:nvPr/>
        </p:nvSpPr>
        <p:spPr>
          <a:xfrm>
            <a:off x="5989320" y="9144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i="0">
                <a:solidFill>
                  <a:srgbClr val="D51067"/>
                </a:solidFill>
                <a:latin typeface="Franklin Gothic Medium"/>
              </a:rPr>
              <a:t>WHAT WE HEAR</a:t>
            </a:r>
          </a:p>
        </p:txBody>
      </p:sp>
      <p:sp>
        <p:nvSpPr>
          <p:cNvPr id="38" name="!!hear_dot0"/>
          <p:cNvSpPr/>
          <p:nvPr/>
        </p:nvSpPr>
        <p:spPr>
          <a:xfrm>
            <a:off x="5989320" y="1417320"/>
            <a:ext cx="82296" cy="82296"/>
          </a:xfrm>
          <a:prstGeom prst="ellipse">
            <a:avLst/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hear0"/>
          <p:cNvSpPr txBox="1"/>
          <p:nvPr/>
        </p:nvSpPr>
        <p:spPr>
          <a:xfrm>
            <a:off x="6217920" y="1325880"/>
            <a:ext cx="5532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i="0">
                <a:solidFill>
                  <a:srgbClr val="2E2925"/>
                </a:solidFill>
                <a:latin typeface="Franklin Gothic Book"/>
              </a:rPr>
              <a:t>Having the right metric for the right outcome</a:t>
            </a:r>
          </a:p>
        </p:txBody>
      </p:sp>
      <p:sp>
        <p:nvSpPr>
          <p:cNvPr id="40" name="!!hear_dot1"/>
          <p:cNvSpPr/>
          <p:nvPr/>
        </p:nvSpPr>
        <p:spPr>
          <a:xfrm>
            <a:off x="5989320" y="2039112"/>
            <a:ext cx="82296" cy="82296"/>
          </a:xfrm>
          <a:prstGeom prst="ellipse">
            <a:avLst/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hear1"/>
          <p:cNvSpPr txBox="1"/>
          <p:nvPr/>
        </p:nvSpPr>
        <p:spPr>
          <a:xfrm>
            <a:off x="6217920" y="1947672"/>
            <a:ext cx="5532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i="0">
                <a:solidFill>
                  <a:srgbClr val="2E2925"/>
                </a:solidFill>
                <a:latin typeface="Franklin Gothic Book"/>
              </a:rPr>
              <a:t>How do we separate the performance of our people to that of the market, “wheat from the chaff”</a:t>
            </a:r>
          </a:p>
        </p:txBody>
      </p:sp>
      <p:sp>
        <p:nvSpPr>
          <p:cNvPr id="42" name="!!focus_h"/>
          <p:cNvSpPr txBox="1"/>
          <p:nvPr/>
        </p:nvSpPr>
        <p:spPr>
          <a:xfrm>
            <a:off x="5989320" y="2843784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i="0">
                <a:solidFill>
                  <a:srgbClr val="D51067"/>
                </a:solidFill>
                <a:latin typeface="Franklin Gothic Medium"/>
              </a:rPr>
              <a:t>WHERE WE FOCUS</a:t>
            </a:r>
          </a:p>
        </p:txBody>
      </p:sp>
      <p:sp>
        <p:nvSpPr>
          <p:cNvPr id="43" name="!!chip0"/>
          <p:cNvSpPr/>
          <p:nvPr/>
        </p:nvSpPr>
        <p:spPr>
          <a:xfrm>
            <a:off x="5989320" y="3273552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chipbar0"/>
          <p:cNvSpPr/>
          <p:nvPr/>
        </p:nvSpPr>
        <p:spPr>
          <a:xfrm>
            <a:off x="5989320" y="3273552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chiptxt0"/>
          <p:cNvSpPr txBox="1"/>
          <p:nvPr/>
        </p:nvSpPr>
        <p:spPr>
          <a:xfrm>
            <a:off x="6172200" y="3273552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Metric Development &amp; Benchmarking</a:t>
            </a:r>
          </a:p>
        </p:txBody>
      </p:sp>
      <p:sp>
        <p:nvSpPr>
          <p:cNvPr id="46" name="!!chip1"/>
          <p:cNvSpPr/>
          <p:nvPr/>
        </p:nvSpPr>
        <p:spPr>
          <a:xfrm>
            <a:off x="8887967" y="3273552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chipbar1"/>
          <p:cNvSpPr/>
          <p:nvPr/>
        </p:nvSpPr>
        <p:spPr>
          <a:xfrm>
            <a:off x="8887967" y="3273552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hiptxt1"/>
          <p:cNvSpPr txBox="1"/>
          <p:nvPr/>
        </p:nvSpPr>
        <p:spPr>
          <a:xfrm>
            <a:off x="9070847" y="3273552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Distribution Performance</a:t>
            </a:r>
          </a:p>
        </p:txBody>
      </p:sp>
      <p:sp>
        <p:nvSpPr>
          <p:cNvPr id="49" name="!!chip2"/>
          <p:cNvSpPr/>
          <p:nvPr/>
        </p:nvSpPr>
        <p:spPr>
          <a:xfrm>
            <a:off x="5989320" y="4059936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chipbar2"/>
          <p:cNvSpPr/>
          <p:nvPr/>
        </p:nvSpPr>
        <p:spPr>
          <a:xfrm>
            <a:off x="5989320" y="4059936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chiptxt2"/>
          <p:cNvSpPr txBox="1"/>
          <p:nvPr/>
        </p:nvSpPr>
        <p:spPr>
          <a:xfrm>
            <a:off x="6172200" y="4059936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NOI</a:t>
            </a:r>
          </a:p>
        </p:txBody>
      </p:sp>
      <p:sp>
        <p:nvSpPr>
          <p:cNvPr id="52" name="!!chip3"/>
          <p:cNvSpPr/>
          <p:nvPr/>
        </p:nvSpPr>
        <p:spPr>
          <a:xfrm>
            <a:off x="8887967" y="4059936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chipbar3"/>
          <p:cNvSpPr/>
          <p:nvPr/>
        </p:nvSpPr>
        <p:spPr>
          <a:xfrm>
            <a:off x="8887967" y="4059936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chiptxt3"/>
          <p:cNvSpPr txBox="1"/>
          <p:nvPr/>
        </p:nvSpPr>
        <p:spPr>
          <a:xfrm>
            <a:off x="9070847" y="4059936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ROI</a:t>
            </a:r>
          </a:p>
        </p:txBody>
      </p:sp>
      <p:sp>
        <p:nvSpPr>
          <p:cNvPr id="55" name="!!chip4"/>
          <p:cNvSpPr/>
          <p:nvPr/>
        </p:nvSpPr>
        <p:spPr>
          <a:xfrm>
            <a:off x="5989320" y="4846320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chipbar4"/>
          <p:cNvSpPr/>
          <p:nvPr/>
        </p:nvSpPr>
        <p:spPr>
          <a:xfrm>
            <a:off x="5989320" y="4846320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chiptxt4"/>
          <p:cNvSpPr txBox="1"/>
          <p:nvPr/>
        </p:nvSpPr>
        <p:spPr>
          <a:xfrm>
            <a:off x="6172200" y="4846320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CRM and Reporting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11109</Words>
  <Application>Microsoft Macintosh PowerPoint</Application>
  <PresentationFormat>Widescreen</PresentationFormat>
  <Paragraphs>1527</Paragraphs>
  <Slides>84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105" baseType="lpstr">
      <vt:lpstr>Arial</vt:lpstr>
      <vt:lpstr>Avenir Medium</vt:lpstr>
      <vt:lpstr>Bradley Hand</vt:lpstr>
      <vt:lpstr>Calibri</vt:lpstr>
      <vt:lpstr>Calibri Light</vt:lpstr>
      <vt:lpstr>Cavolini</vt:lpstr>
      <vt:lpstr>Century Gothic</vt:lpstr>
      <vt:lpstr>DM Sans 14pt</vt:lpstr>
      <vt:lpstr>DM Sans 14pt Medium</vt:lpstr>
      <vt:lpstr>Franklin Gothic Book</vt:lpstr>
      <vt:lpstr>Franklin Gothic Book Italic</vt:lpstr>
      <vt:lpstr>Franklin Gothic Medium</vt:lpstr>
      <vt:lpstr>Lato Light</vt:lpstr>
      <vt:lpstr>Poppins</vt:lpstr>
      <vt:lpstr>Slack-Lato</vt:lpstr>
      <vt:lpstr>Tahoma</vt:lpstr>
      <vt:lpstr>Times New Roman</vt:lpstr>
      <vt:lpstr>Trebuchet MS</vt:lpstr>
      <vt:lpstr>Verdana</vt:lpstr>
      <vt:lpstr>Vijaya</vt:lpstr>
      <vt:lpstr>Office Theme</vt:lpstr>
      <vt:lpstr>PowerPoint Presentation</vt:lpstr>
      <vt:lpstr>We take the noise, disruption, frustration and complexity of the new economy and bring you a clear, concise and simple path for you to get results.</vt:lpstr>
      <vt:lpstr>We Create Impact</vt:lpstr>
      <vt:lpstr>PowerPoint Presentation</vt:lpstr>
      <vt:lpstr>PowerPoint Presentation</vt:lpstr>
      <vt:lpstr>PowerPoint Presentation</vt:lpstr>
      <vt:lpstr>PowerPoint Presentation</vt:lpstr>
      <vt:lpstr>What The Best Do Differently</vt:lpstr>
      <vt:lpstr>PowerPoint Presentation</vt:lpstr>
      <vt:lpstr>Execs Are Unsatisfied With Interactions</vt:lpstr>
      <vt:lpstr>Outside In Thinking | Customer Centric Thinking </vt:lpstr>
      <vt:lpstr>Outside In Thinking | Customer Centric Thinking </vt:lpstr>
      <vt:lpstr>PowerPoint Presentation</vt:lpstr>
      <vt:lpstr>How Sales and Marketing Create Demand</vt:lpstr>
      <vt:lpstr>How Sales and Marketing Create Demand</vt:lpstr>
      <vt:lpstr>PowerPoint Presentation</vt:lpstr>
      <vt:lpstr>PowerPoint Presentation</vt:lpstr>
      <vt:lpstr>Brand Framework</vt:lpstr>
      <vt:lpstr>PowerPoint Presentation</vt:lpstr>
      <vt:lpstr>Awareness to Consideration to Conversion </vt:lpstr>
      <vt:lpstr>TARGETING THE MOST VALUABLE CUSTOMER | Customer Journey</vt:lpstr>
      <vt:lpstr>1 – Revenue Reveal | The 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Vision–to–Value Roadmap</vt:lpstr>
      <vt:lpstr>FEI Membership Growth Formula</vt:lpstr>
      <vt:lpstr>The Building Blocks to Achieve FEI’s Vision</vt:lpstr>
      <vt:lpstr>PowerPoint Presentation</vt:lpstr>
      <vt:lpstr>Install the thinking</vt:lpstr>
      <vt:lpstr>PowerPoint Presentation</vt:lpstr>
      <vt:lpstr>ADDIE Model</vt:lpstr>
      <vt:lpstr>Illustrative Timeline</vt:lpstr>
      <vt:lpstr>Investment for Performance</vt:lpstr>
      <vt:lpstr>Where you win</vt:lpstr>
      <vt:lpstr>Results </vt:lpstr>
      <vt:lpstr>What it is like to work with us</vt:lpstr>
      <vt:lpstr>&amp;Who we are</vt:lpstr>
      <vt:lpstr>Experience is at the core</vt:lpstr>
      <vt:lpstr>Experience is at the core</vt:lpstr>
      <vt:lpstr>Experience is at the core</vt:lpstr>
      <vt:lpstr>Experience is at the core</vt:lpstr>
      <vt:lpstr>&amp;In good company</vt:lpstr>
      <vt:lpstr>PowerPoint Presentation</vt:lpstr>
      <vt:lpstr>PowerPoint Presentation</vt:lpstr>
      <vt:lpstr>Articles &amp; Speaking Engagements</vt:lpstr>
      <vt:lpstr>Articles &amp; Speaking Engagements</vt:lpstr>
      <vt:lpstr>PowerPoint Presentation</vt:lpstr>
      <vt:lpstr>PowerPoint Presentation</vt:lpstr>
      <vt:lpstr>Thank you</vt:lpstr>
      <vt:lpstr>Appendices:</vt:lpstr>
      <vt:lpstr>Foundational Discovery and Install Within Marketing</vt:lpstr>
      <vt:lpstr>Foundational Discovery and Install Within Sales</vt:lpstr>
      <vt:lpstr>PowerPoint Presentation</vt:lpstr>
      <vt:lpstr>PowerPoint Presentation</vt:lpstr>
      <vt:lpstr>PowerPoint Presentation</vt:lpstr>
      <vt:lpstr>The Cinderella player that you are looking for may not be out there,       …without breaking the bank.</vt:lpstr>
      <vt:lpstr>Reinvent</vt:lpstr>
      <vt:lpstr>PowerPoint Presentation</vt:lpstr>
      <vt:lpstr>Elevating the revenue approach</vt:lpstr>
      <vt:lpstr>Yet, we expect the performance meant for today</vt:lpstr>
      <vt:lpstr>A website is just the beginning. Even a new race car needs gas.</vt:lpstr>
      <vt:lpstr>The weather has changed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Execs are Unsatisfied with Interactions</vt:lpstr>
      <vt:lpstr>Emerging vs. Established Demand</vt:lpstr>
      <vt:lpstr>What it is like to work with us</vt:lpstr>
      <vt:lpstr>Results</vt:lpstr>
      <vt:lpstr>You can’t give away what you don’t have</vt:lpstr>
      <vt:lpstr>PowerPoint Presentation</vt:lpstr>
      <vt:lpstr>Amadeus Value Proposition (COSA) </vt:lpstr>
      <vt:lpstr>Think Different</vt:lpstr>
      <vt:lpstr>Customer Value Chain</vt:lpstr>
      <vt:lpstr>Customer Value Chain</vt:lpstr>
      <vt:lpstr>Investment for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Burda</dc:creator>
  <cp:lastModifiedBy>Kate Burda</cp:lastModifiedBy>
  <cp:revision>1</cp:revision>
  <dcterms:created xsi:type="dcterms:W3CDTF">2023-07-29T16:22:48Z</dcterms:created>
  <dcterms:modified xsi:type="dcterms:W3CDTF">2025-08-24T16:39:42Z</dcterms:modified>
</cp:coreProperties>
</file>