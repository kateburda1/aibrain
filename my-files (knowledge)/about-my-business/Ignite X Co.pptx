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3355" r:id="rId6"/>
    <p:sldId id="4134" r:id="rId7"/>
    <p:sldId id="3402" r:id="rId8"/>
    <p:sldId id="4137" r:id="rId9"/>
    <p:sldId id="3321" r:id="rId10"/>
    <p:sldId id="4138" r:id="rId11"/>
    <p:sldId id="4131" r:id="rId12"/>
    <p:sldId id="3313" r:id="rId13"/>
    <p:sldId id="3318" r:id="rId14"/>
    <p:sldId id="4141" r:id="rId15"/>
    <p:sldId id="3319" r:id="rId16"/>
    <p:sldId id="4140" r:id="rId17"/>
    <p:sldId id="3320" r:id="rId18"/>
    <p:sldId id="4136" r:id="rId19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5E71"/>
    <a:srgbClr val="FF9088"/>
    <a:srgbClr val="D8D2D2"/>
    <a:srgbClr val="8B0E54"/>
    <a:srgbClr val="1E2021"/>
    <a:srgbClr val="8C8C8C"/>
    <a:srgbClr val="E21289"/>
    <a:srgbClr val="97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6AF12-A795-B743-BFFB-778DE484D9A4}" v="45" dt="2022-02-24T15:36:56.53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8"/>
    <p:restoredTop sz="94705"/>
  </p:normalViewPr>
  <p:slideViewPr>
    <p:cSldViewPr snapToGrid="0">
      <p:cViewPr varScale="1">
        <p:scale>
          <a:sx n="138" d="100"/>
          <a:sy n="138" d="100"/>
        </p:scale>
        <p:origin x="1144" y="184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A7BB5A4F-83B3-EE4F-87E3-93A8E2D01A36}"/>
    <pc:docChg chg="custSel modSld">
      <pc:chgData name="Kate Burda" userId="44c1ea53-84f5-4c7e-8f48-bfeb434f1f02" providerId="ADAL" clId="{A7BB5A4F-83B3-EE4F-87E3-93A8E2D01A36}" dt="2022-01-13T19:14:38.570" v="0" actId="478"/>
      <pc:docMkLst>
        <pc:docMk/>
      </pc:docMkLst>
      <pc:sldChg chg="delSp mod">
        <pc:chgData name="Kate Burda" userId="44c1ea53-84f5-4c7e-8f48-bfeb434f1f02" providerId="ADAL" clId="{A7BB5A4F-83B3-EE4F-87E3-93A8E2D01A36}" dt="2022-01-13T19:14:38.570" v="0" actId="478"/>
        <pc:sldMkLst>
          <pc:docMk/>
          <pc:sldMk cId="4143324583" sldId="3320"/>
        </pc:sldMkLst>
        <pc:spChg chg="del">
          <ac:chgData name="Kate Burda" userId="44c1ea53-84f5-4c7e-8f48-bfeb434f1f02" providerId="ADAL" clId="{A7BB5A4F-83B3-EE4F-87E3-93A8E2D01A36}" dt="2022-01-13T19:14:38.570" v="0" actId="478"/>
          <ac:spMkLst>
            <pc:docMk/>
            <pc:sldMk cId="4143324583" sldId="3320"/>
            <ac:spMk id="4" creationId="{EF78957D-1957-AE4B-9BFF-6834891DEE78}"/>
          </ac:spMkLst>
        </pc:spChg>
      </pc:sldChg>
    </pc:docChg>
  </pc:docChgLst>
  <pc:docChgLst>
    <pc:chgData name="Kate Burda" userId="44c1ea53-84f5-4c7e-8f48-bfeb434f1f02" providerId="ADAL" clId="{140FA1BD-A105-D147-B50E-7CFDC42794E1}"/>
    <pc:docChg chg="delSld modSld">
      <pc:chgData name="Kate Burda" userId="44c1ea53-84f5-4c7e-8f48-bfeb434f1f02" providerId="ADAL" clId="{140FA1BD-A105-D147-B50E-7CFDC42794E1}" dt="2022-01-02T02:19:34.730" v="15" actId="20577"/>
      <pc:docMkLst>
        <pc:docMk/>
      </pc:docMkLst>
      <pc:sldChg chg="del">
        <pc:chgData name="Kate Burda" userId="44c1ea53-84f5-4c7e-8f48-bfeb434f1f02" providerId="ADAL" clId="{140FA1BD-A105-D147-B50E-7CFDC42794E1}" dt="2022-01-02T02:19:07.771" v="1" actId="2696"/>
        <pc:sldMkLst>
          <pc:docMk/>
          <pc:sldMk cId="3840831686" sldId="3314"/>
        </pc:sldMkLst>
      </pc:sldChg>
      <pc:sldChg chg="modSp mod">
        <pc:chgData name="Kate Burda" userId="44c1ea53-84f5-4c7e-8f48-bfeb434f1f02" providerId="ADAL" clId="{140FA1BD-A105-D147-B50E-7CFDC42794E1}" dt="2022-01-02T02:19:22.576" v="12" actId="20577"/>
        <pc:sldMkLst>
          <pc:docMk/>
          <pc:sldMk cId="2916426032" sldId="3319"/>
        </pc:sldMkLst>
        <pc:spChg chg="mod">
          <ac:chgData name="Kate Burda" userId="44c1ea53-84f5-4c7e-8f48-bfeb434f1f02" providerId="ADAL" clId="{140FA1BD-A105-D147-B50E-7CFDC42794E1}" dt="2022-01-02T02:19:22.576" v="12" actId="20577"/>
          <ac:spMkLst>
            <pc:docMk/>
            <pc:sldMk cId="2916426032" sldId="3319"/>
            <ac:spMk id="8" creationId="{3E2F55FE-4287-9841-8204-40AD4541039E}"/>
          </ac:spMkLst>
        </pc:spChg>
      </pc:sldChg>
      <pc:sldChg chg="modSp mod">
        <pc:chgData name="Kate Burda" userId="44c1ea53-84f5-4c7e-8f48-bfeb434f1f02" providerId="ADAL" clId="{140FA1BD-A105-D147-B50E-7CFDC42794E1}" dt="2022-01-02T02:19:34.730" v="15" actId="20577"/>
        <pc:sldMkLst>
          <pc:docMk/>
          <pc:sldMk cId="4143324583" sldId="3320"/>
        </pc:sldMkLst>
        <pc:spChg chg="mod">
          <ac:chgData name="Kate Burda" userId="44c1ea53-84f5-4c7e-8f48-bfeb434f1f02" providerId="ADAL" clId="{140FA1BD-A105-D147-B50E-7CFDC42794E1}" dt="2022-01-02T02:19:34.730" v="15" actId="20577"/>
          <ac:spMkLst>
            <pc:docMk/>
            <pc:sldMk cId="4143324583" sldId="3320"/>
            <ac:spMk id="4" creationId="{EF78957D-1957-AE4B-9BFF-6834891DEE78}"/>
          </ac:spMkLst>
        </pc:spChg>
      </pc:sldChg>
      <pc:sldChg chg="modSp">
        <pc:chgData name="Kate Burda" userId="44c1ea53-84f5-4c7e-8f48-bfeb434f1f02" providerId="ADAL" clId="{140FA1BD-A105-D147-B50E-7CFDC42794E1}" dt="2022-01-02T02:18:53.436" v="0" actId="408"/>
        <pc:sldMkLst>
          <pc:docMk/>
          <pc:sldMk cId="2821551279" sldId="3355"/>
        </pc:sldMkLst>
        <pc:spChg chg="mod">
          <ac:chgData name="Kate Burda" userId="44c1ea53-84f5-4c7e-8f48-bfeb434f1f02" providerId="ADAL" clId="{140FA1BD-A105-D147-B50E-7CFDC42794E1}" dt="2022-01-02T02:18:53.436" v="0" actId="408"/>
          <ac:spMkLst>
            <pc:docMk/>
            <pc:sldMk cId="2821551279" sldId="3355"/>
            <ac:spMk id="8" creationId="{A62B5974-184A-0F42-ACAC-B27F7CD2C6B1}"/>
          </ac:spMkLst>
        </pc:spChg>
        <pc:spChg chg="mod">
          <ac:chgData name="Kate Burda" userId="44c1ea53-84f5-4c7e-8f48-bfeb434f1f02" providerId="ADAL" clId="{140FA1BD-A105-D147-B50E-7CFDC42794E1}" dt="2022-01-02T02:18:53.436" v="0" actId="408"/>
          <ac:spMkLst>
            <pc:docMk/>
            <pc:sldMk cId="2821551279" sldId="3355"/>
            <ac:spMk id="9" creationId="{8F5CF707-5998-0D4F-957D-AC47822309A0}"/>
          </ac:spMkLst>
        </pc:spChg>
        <pc:spChg chg="mod">
          <ac:chgData name="Kate Burda" userId="44c1ea53-84f5-4c7e-8f48-bfeb434f1f02" providerId="ADAL" clId="{140FA1BD-A105-D147-B50E-7CFDC42794E1}" dt="2022-01-02T02:18:53.436" v="0" actId="408"/>
          <ac:spMkLst>
            <pc:docMk/>
            <pc:sldMk cId="2821551279" sldId="3355"/>
            <ac:spMk id="10" creationId="{B3A3E237-5F1C-F343-AD3B-A6E44CE645B8}"/>
          </ac:spMkLst>
        </pc:spChg>
        <pc:spChg chg="mod">
          <ac:chgData name="Kate Burda" userId="44c1ea53-84f5-4c7e-8f48-bfeb434f1f02" providerId="ADAL" clId="{140FA1BD-A105-D147-B50E-7CFDC42794E1}" dt="2022-01-02T02:18:53.436" v="0" actId="408"/>
          <ac:spMkLst>
            <pc:docMk/>
            <pc:sldMk cId="2821551279" sldId="3355"/>
            <ac:spMk id="11" creationId="{2E6A4EFE-37E1-6A45-8E90-F93E94E0982C}"/>
          </ac:spMkLst>
        </pc:spChg>
        <pc:spChg chg="mod">
          <ac:chgData name="Kate Burda" userId="44c1ea53-84f5-4c7e-8f48-bfeb434f1f02" providerId="ADAL" clId="{140FA1BD-A105-D147-B50E-7CFDC42794E1}" dt="2022-01-02T02:18:53.436" v="0" actId="408"/>
          <ac:spMkLst>
            <pc:docMk/>
            <pc:sldMk cId="2821551279" sldId="3355"/>
            <ac:spMk id="41" creationId="{4185B0B2-ED8C-774C-85AB-09CF35E37216}"/>
          </ac:spMkLst>
        </pc:spChg>
        <pc:spChg chg="mod">
          <ac:chgData name="Kate Burda" userId="44c1ea53-84f5-4c7e-8f48-bfeb434f1f02" providerId="ADAL" clId="{140FA1BD-A105-D147-B50E-7CFDC42794E1}" dt="2022-01-02T02:18:53.436" v="0" actId="408"/>
          <ac:spMkLst>
            <pc:docMk/>
            <pc:sldMk cId="2821551279" sldId="3355"/>
            <ac:spMk id="43" creationId="{55E55863-CECD-AB4D-9191-C8D96371668C}"/>
          </ac:spMkLst>
        </pc:spChg>
      </pc:sldChg>
    </pc:docChg>
  </pc:docChgLst>
  <pc:docChgLst>
    <pc:chgData name="Kate Burda" userId="44c1ea53-84f5-4c7e-8f48-bfeb434f1f02" providerId="ADAL" clId="{0696AF12-A795-B743-BFFB-778DE484D9A4}"/>
    <pc:docChg chg="custSel addSld delSld modSld sldOrd">
      <pc:chgData name="Kate Burda" userId="44c1ea53-84f5-4c7e-8f48-bfeb434f1f02" providerId="ADAL" clId="{0696AF12-A795-B743-BFFB-778DE484D9A4}" dt="2022-02-24T15:37:41.106" v="565" actId="20577"/>
      <pc:docMkLst>
        <pc:docMk/>
      </pc:docMkLst>
      <pc:sldChg chg="modSp mod">
        <pc:chgData name="Kate Burda" userId="44c1ea53-84f5-4c7e-8f48-bfeb434f1f02" providerId="ADAL" clId="{0696AF12-A795-B743-BFFB-778DE484D9A4}" dt="2022-02-24T15:37:41.106" v="565" actId="20577"/>
        <pc:sldMkLst>
          <pc:docMk/>
          <pc:sldMk cId="3223588880" sldId="256"/>
        </pc:sldMkLst>
        <pc:spChg chg="mod">
          <ac:chgData name="Kate Burda" userId="44c1ea53-84f5-4c7e-8f48-bfeb434f1f02" providerId="ADAL" clId="{0696AF12-A795-B743-BFFB-778DE484D9A4}" dt="2022-02-24T15:37:41.106" v="565" actId="20577"/>
          <ac:spMkLst>
            <pc:docMk/>
            <pc:sldMk cId="3223588880" sldId="256"/>
            <ac:spMk id="2" creationId="{00000000-0000-0000-0000-000000000000}"/>
          </ac:spMkLst>
        </pc:spChg>
      </pc:sldChg>
      <pc:sldChg chg="modSp mod">
        <pc:chgData name="Kate Burda" userId="44c1ea53-84f5-4c7e-8f48-bfeb434f1f02" providerId="ADAL" clId="{0696AF12-A795-B743-BFFB-778DE484D9A4}" dt="2022-02-24T15:27:46.160" v="484" actId="20577"/>
        <pc:sldMkLst>
          <pc:docMk/>
          <pc:sldMk cId="2119239112" sldId="3313"/>
        </pc:sldMkLst>
        <pc:spChg chg="mod">
          <ac:chgData name="Kate Burda" userId="44c1ea53-84f5-4c7e-8f48-bfeb434f1f02" providerId="ADAL" clId="{0696AF12-A795-B743-BFFB-778DE484D9A4}" dt="2022-02-24T15:27:46.160" v="484" actId="20577"/>
          <ac:spMkLst>
            <pc:docMk/>
            <pc:sldMk cId="2119239112" sldId="3313"/>
            <ac:spMk id="2" creationId="{A456EFFE-5880-2E42-A889-598D7AA612B2}"/>
          </ac:spMkLst>
        </pc:spChg>
      </pc:sldChg>
      <pc:sldChg chg="del">
        <pc:chgData name="Kate Burda" userId="44c1ea53-84f5-4c7e-8f48-bfeb434f1f02" providerId="ADAL" clId="{0696AF12-A795-B743-BFFB-778DE484D9A4}" dt="2022-02-24T15:28:01.094" v="486" actId="2696"/>
        <pc:sldMkLst>
          <pc:docMk/>
          <pc:sldMk cId="2537880919" sldId="3317"/>
        </pc:sldMkLst>
      </pc:sldChg>
      <pc:sldChg chg="modSp mod modAnim">
        <pc:chgData name="Kate Burda" userId="44c1ea53-84f5-4c7e-8f48-bfeb434f1f02" providerId="ADAL" clId="{0696AF12-A795-B743-BFFB-778DE484D9A4}" dt="2022-02-24T15:30:41.936" v="500"/>
        <pc:sldMkLst>
          <pc:docMk/>
          <pc:sldMk cId="3183653560" sldId="3318"/>
        </pc:sldMkLst>
        <pc:spChg chg="mod">
          <ac:chgData name="Kate Burda" userId="44c1ea53-84f5-4c7e-8f48-bfeb434f1f02" providerId="ADAL" clId="{0696AF12-A795-B743-BFFB-778DE484D9A4}" dt="2022-02-24T15:08:16.235" v="62" actId="20577"/>
          <ac:spMkLst>
            <pc:docMk/>
            <pc:sldMk cId="3183653560" sldId="3318"/>
            <ac:spMk id="2" creationId="{A456EFFE-5880-2E42-A889-598D7AA612B2}"/>
          </ac:spMkLst>
        </pc:spChg>
        <pc:spChg chg="mod">
          <ac:chgData name="Kate Burda" userId="44c1ea53-84f5-4c7e-8f48-bfeb434f1f02" providerId="ADAL" clId="{0696AF12-A795-B743-BFFB-778DE484D9A4}" dt="2022-02-24T15:29:53.565" v="495" actId="20577"/>
          <ac:spMkLst>
            <pc:docMk/>
            <pc:sldMk cId="3183653560" sldId="3318"/>
            <ac:spMk id="24" creationId="{27836C91-39EC-D14C-AD4E-A2DD78DE275F}"/>
          </ac:spMkLst>
        </pc:spChg>
        <pc:picChg chg="mod">
          <ac:chgData name="Kate Burda" userId="44c1ea53-84f5-4c7e-8f48-bfeb434f1f02" providerId="ADAL" clId="{0696AF12-A795-B743-BFFB-778DE484D9A4}" dt="2022-02-24T15:30:28.349" v="499" actId="1076"/>
          <ac:picMkLst>
            <pc:docMk/>
            <pc:sldMk cId="3183653560" sldId="3318"/>
            <ac:picMk id="6" creationId="{ECCD45ED-0CEF-B249-AB42-4B6B41D3FDEA}"/>
          </ac:picMkLst>
        </pc:picChg>
      </pc:sldChg>
      <pc:sldChg chg="addSp delSp modSp mod">
        <pc:chgData name="Kate Burda" userId="44c1ea53-84f5-4c7e-8f48-bfeb434f1f02" providerId="ADAL" clId="{0696AF12-A795-B743-BFFB-778DE484D9A4}" dt="2022-02-24T15:31:06.874" v="501" actId="122"/>
        <pc:sldMkLst>
          <pc:docMk/>
          <pc:sldMk cId="4143324583" sldId="3320"/>
        </pc:sldMkLst>
        <pc:spChg chg="del">
          <ac:chgData name="Kate Burda" userId="44c1ea53-84f5-4c7e-8f48-bfeb434f1f02" providerId="ADAL" clId="{0696AF12-A795-B743-BFFB-778DE484D9A4}" dt="2022-02-24T15:08:53.991" v="63" actId="478"/>
          <ac:spMkLst>
            <pc:docMk/>
            <pc:sldMk cId="4143324583" sldId="3320"/>
            <ac:spMk id="3" creationId="{186460E2-3D35-6B4E-90B9-BB03CCF5915C}"/>
          </ac:spMkLst>
        </pc:spChg>
        <pc:spChg chg="mod">
          <ac:chgData name="Kate Burda" userId="44c1ea53-84f5-4c7e-8f48-bfeb434f1f02" providerId="ADAL" clId="{0696AF12-A795-B743-BFFB-778DE484D9A4}" dt="2022-02-24T15:28:17.855" v="487" actId="688"/>
          <ac:spMkLst>
            <pc:docMk/>
            <pc:sldMk cId="4143324583" sldId="3320"/>
            <ac:spMk id="5" creationId="{F369F84D-F289-6545-B3F8-627A251B7EC5}"/>
          </ac:spMkLst>
        </pc:spChg>
        <pc:spChg chg="mod">
          <ac:chgData name="Kate Burda" userId="44c1ea53-84f5-4c7e-8f48-bfeb434f1f02" providerId="ADAL" clId="{0696AF12-A795-B743-BFFB-778DE484D9A4}" dt="2022-02-24T15:28:20.707" v="488" actId="1076"/>
          <ac:spMkLst>
            <pc:docMk/>
            <pc:sldMk cId="4143324583" sldId="3320"/>
            <ac:spMk id="6" creationId="{FA725D4F-2CFE-E04C-B07B-7A4BBA879ED2}"/>
          </ac:spMkLst>
        </pc:spChg>
        <pc:spChg chg="mod">
          <ac:chgData name="Kate Burda" userId="44c1ea53-84f5-4c7e-8f48-bfeb434f1f02" providerId="ADAL" clId="{0696AF12-A795-B743-BFFB-778DE484D9A4}" dt="2022-02-24T15:17:41.021" v="348" actId="1076"/>
          <ac:spMkLst>
            <pc:docMk/>
            <pc:sldMk cId="4143324583" sldId="3320"/>
            <ac:spMk id="8" creationId="{E92CA506-8BF0-7F4B-BC5E-88509DE79092}"/>
          </ac:spMkLst>
        </pc:spChg>
        <pc:spChg chg="add mod">
          <ac:chgData name="Kate Burda" userId="44c1ea53-84f5-4c7e-8f48-bfeb434f1f02" providerId="ADAL" clId="{0696AF12-A795-B743-BFFB-778DE484D9A4}" dt="2022-02-24T15:16:10.331" v="205" actId="20577"/>
          <ac:spMkLst>
            <pc:docMk/>
            <pc:sldMk cId="4143324583" sldId="3320"/>
            <ac:spMk id="9" creationId="{46DC5394-8FFF-BC45-9508-87FA0F0293ED}"/>
          </ac:spMkLst>
        </pc:spChg>
        <pc:spChg chg="add del mod">
          <ac:chgData name="Kate Burda" userId="44c1ea53-84f5-4c7e-8f48-bfeb434f1f02" providerId="ADAL" clId="{0696AF12-A795-B743-BFFB-778DE484D9A4}" dt="2022-02-24T15:17:54.757" v="350"/>
          <ac:spMkLst>
            <pc:docMk/>
            <pc:sldMk cId="4143324583" sldId="3320"/>
            <ac:spMk id="13" creationId="{B73C7F2F-754C-EA44-8465-D6DF12E10720}"/>
          </ac:spMkLst>
        </pc:spChg>
        <pc:spChg chg="add mod">
          <ac:chgData name="Kate Burda" userId="44c1ea53-84f5-4c7e-8f48-bfeb434f1f02" providerId="ADAL" clId="{0696AF12-A795-B743-BFFB-778DE484D9A4}" dt="2022-02-24T15:31:06.874" v="501" actId="122"/>
          <ac:spMkLst>
            <pc:docMk/>
            <pc:sldMk cId="4143324583" sldId="3320"/>
            <ac:spMk id="14" creationId="{CDCE29E0-9F61-CB45-B1F1-887FB586401F}"/>
          </ac:spMkLst>
        </pc:spChg>
        <pc:spChg chg="add mod">
          <ac:chgData name="Kate Burda" userId="44c1ea53-84f5-4c7e-8f48-bfeb434f1f02" providerId="ADAL" clId="{0696AF12-A795-B743-BFFB-778DE484D9A4}" dt="2022-02-24T15:28:31.594" v="491" actId="1076"/>
          <ac:spMkLst>
            <pc:docMk/>
            <pc:sldMk cId="4143324583" sldId="3320"/>
            <ac:spMk id="15" creationId="{11FCF418-A19A-DA4E-9C3C-FA2839C23D66}"/>
          </ac:spMkLst>
        </pc:spChg>
        <pc:spChg chg="del">
          <ac:chgData name="Kate Burda" userId="44c1ea53-84f5-4c7e-8f48-bfeb434f1f02" providerId="ADAL" clId="{0696AF12-A795-B743-BFFB-778DE484D9A4}" dt="2022-02-24T15:12:34.511" v="106" actId="478"/>
          <ac:spMkLst>
            <pc:docMk/>
            <pc:sldMk cId="4143324583" sldId="3320"/>
            <ac:spMk id="18" creationId="{C166A99A-F12C-0B4E-9E41-0410DA13BA0D}"/>
          </ac:spMkLst>
        </pc:spChg>
        <pc:spChg chg="del mod">
          <ac:chgData name="Kate Burda" userId="44c1ea53-84f5-4c7e-8f48-bfeb434f1f02" providerId="ADAL" clId="{0696AF12-A795-B743-BFFB-778DE484D9A4}" dt="2022-02-24T15:12:12.474" v="103" actId="478"/>
          <ac:spMkLst>
            <pc:docMk/>
            <pc:sldMk cId="4143324583" sldId="3320"/>
            <ac:spMk id="19" creationId="{91DB88C8-6258-0B44-9810-676DCB3D1547}"/>
          </ac:spMkLst>
        </pc:spChg>
        <pc:spChg chg="del">
          <ac:chgData name="Kate Burda" userId="44c1ea53-84f5-4c7e-8f48-bfeb434f1f02" providerId="ADAL" clId="{0696AF12-A795-B743-BFFB-778DE484D9A4}" dt="2022-02-24T15:12:38.622" v="107" actId="478"/>
          <ac:spMkLst>
            <pc:docMk/>
            <pc:sldMk cId="4143324583" sldId="3320"/>
            <ac:spMk id="20" creationId="{80E5BA67-0AE2-934F-B043-BEF068D2EAAF}"/>
          </ac:spMkLst>
        </pc:spChg>
        <pc:picChg chg="add mod">
          <ac:chgData name="Kate Burda" userId="44c1ea53-84f5-4c7e-8f48-bfeb434f1f02" providerId="ADAL" clId="{0696AF12-A795-B743-BFFB-778DE484D9A4}" dt="2022-02-24T15:12:55.838" v="113" actId="1076"/>
          <ac:picMkLst>
            <pc:docMk/>
            <pc:sldMk cId="4143324583" sldId="3320"/>
            <ac:picMk id="7" creationId="{56AD6B87-46CF-C249-89C3-5E4FFB44D5CA}"/>
          </ac:picMkLst>
        </pc:picChg>
      </pc:sldChg>
      <pc:sldChg chg="del">
        <pc:chgData name="Kate Burda" userId="44c1ea53-84f5-4c7e-8f48-bfeb434f1f02" providerId="ADAL" clId="{0696AF12-A795-B743-BFFB-778DE484D9A4}" dt="2022-02-24T15:15:03.814" v="190" actId="2696"/>
        <pc:sldMkLst>
          <pc:docMk/>
          <pc:sldMk cId="673757262" sldId="3383"/>
        </pc:sldMkLst>
      </pc:sldChg>
      <pc:sldChg chg="add">
        <pc:chgData name="Kate Burda" userId="44c1ea53-84f5-4c7e-8f48-bfeb434f1f02" providerId="ADAL" clId="{0696AF12-A795-B743-BFFB-778DE484D9A4}" dt="2022-02-24T15:32:45.606" v="504"/>
        <pc:sldMkLst>
          <pc:docMk/>
          <pc:sldMk cId="3228793253" sldId="3402"/>
        </pc:sldMkLst>
      </pc:sldChg>
      <pc:sldChg chg="modSp mod ord">
        <pc:chgData name="Kate Burda" userId="44c1ea53-84f5-4c7e-8f48-bfeb434f1f02" providerId="ADAL" clId="{0696AF12-A795-B743-BFFB-778DE484D9A4}" dt="2022-02-24T15:25:45.261" v="456" actId="20578"/>
        <pc:sldMkLst>
          <pc:docMk/>
          <pc:sldMk cId="2724966439" sldId="4131"/>
        </pc:sldMkLst>
        <pc:spChg chg="mod">
          <ac:chgData name="Kate Burda" userId="44c1ea53-84f5-4c7e-8f48-bfeb434f1f02" providerId="ADAL" clId="{0696AF12-A795-B743-BFFB-778DE484D9A4}" dt="2022-02-24T15:21:14.772" v="455" actId="20577"/>
          <ac:spMkLst>
            <pc:docMk/>
            <pc:sldMk cId="2724966439" sldId="4131"/>
            <ac:spMk id="3" creationId="{D380D5B3-9971-3842-9E95-04E9108FA777}"/>
          </ac:spMkLst>
        </pc:spChg>
      </pc:sldChg>
      <pc:sldChg chg="addSp delSp modSp add mod modAnim">
        <pc:chgData name="Kate Burda" userId="44c1ea53-84f5-4c7e-8f48-bfeb434f1f02" providerId="ADAL" clId="{0696AF12-A795-B743-BFFB-778DE484D9A4}" dt="2022-02-24T15:37:32.439" v="558" actId="1076"/>
        <pc:sldMkLst>
          <pc:docMk/>
          <pc:sldMk cId="3262936006" sldId="4134"/>
        </pc:sldMkLst>
        <pc:spChg chg="del mod">
          <ac:chgData name="Kate Burda" userId="44c1ea53-84f5-4c7e-8f48-bfeb434f1f02" providerId="ADAL" clId="{0696AF12-A795-B743-BFFB-778DE484D9A4}" dt="2022-02-24T15:20:16.901" v="360"/>
          <ac:spMkLst>
            <pc:docMk/>
            <pc:sldMk cId="3262936006" sldId="4134"/>
            <ac:spMk id="2" creationId="{7FC5574F-302F-DA40-A1C6-78028D3A2F8D}"/>
          </ac:spMkLst>
        </pc:spChg>
        <pc:spChg chg="mod">
          <ac:chgData name="Kate Burda" userId="44c1ea53-84f5-4c7e-8f48-bfeb434f1f02" providerId="ADAL" clId="{0696AF12-A795-B743-BFFB-778DE484D9A4}" dt="2022-02-24T15:31:23.345" v="503" actId="14100"/>
          <ac:spMkLst>
            <pc:docMk/>
            <pc:sldMk cId="3262936006" sldId="4134"/>
            <ac:spMk id="4" creationId="{6A7B57D7-6BC0-0048-A506-53980E3F3F6B}"/>
          </ac:spMkLst>
        </pc:spChg>
        <pc:picChg chg="add mod">
          <ac:chgData name="Kate Burda" userId="44c1ea53-84f5-4c7e-8f48-bfeb434f1f02" providerId="ADAL" clId="{0696AF12-A795-B743-BFFB-778DE484D9A4}" dt="2022-02-24T15:37:09.298" v="554" actId="1076"/>
          <ac:picMkLst>
            <pc:docMk/>
            <pc:sldMk cId="3262936006" sldId="4134"/>
            <ac:picMk id="9" creationId="{B6FA664F-4534-954D-A34E-0A961E261504}"/>
          </ac:picMkLst>
        </pc:picChg>
        <pc:picChg chg="add mod">
          <ac:chgData name="Kate Burda" userId="44c1ea53-84f5-4c7e-8f48-bfeb434f1f02" providerId="ADAL" clId="{0696AF12-A795-B743-BFFB-778DE484D9A4}" dt="2022-02-24T15:35:47.240" v="541" actId="1076"/>
          <ac:picMkLst>
            <pc:docMk/>
            <pc:sldMk cId="3262936006" sldId="4134"/>
            <ac:picMk id="10" creationId="{0395F3A1-10DD-CB48-819E-0BAE46428E77}"/>
          </ac:picMkLst>
        </pc:picChg>
        <pc:picChg chg="mod">
          <ac:chgData name="Kate Burda" userId="44c1ea53-84f5-4c7e-8f48-bfeb434f1f02" providerId="ADAL" clId="{0696AF12-A795-B743-BFFB-778DE484D9A4}" dt="2022-02-24T15:37:00.463" v="551" actId="1076"/>
          <ac:picMkLst>
            <pc:docMk/>
            <pc:sldMk cId="3262936006" sldId="4134"/>
            <ac:picMk id="11" creationId="{CA436162-8710-2841-A7B9-4EDE1502A421}"/>
          </ac:picMkLst>
        </pc:picChg>
        <pc:picChg chg="add mod">
          <ac:chgData name="Kate Burda" userId="44c1ea53-84f5-4c7e-8f48-bfeb434f1f02" providerId="ADAL" clId="{0696AF12-A795-B743-BFFB-778DE484D9A4}" dt="2022-02-24T15:37:32.439" v="558" actId="1076"/>
          <ac:picMkLst>
            <pc:docMk/>
            <pc:sldMk cId="3262936006" sldId="4134"/>
            <ac:picMk id="12" creationId="{18BB6C59-ACDC-1244-9350-FEE8B2D1B23A}"/>
          </ac:picMkLst>
        </pc:picChg>
        <pc:picChg chg="mod">
          <ac:chgData name="Kate Burda" userId="44c1ea53-84f5-4c7e-8f48-bfeb434f1f02" providerId="ADAL" clId="{0696AF12-A795-B743-BFFB-778DE484D9A4}" dt="2022-02-24T15:37:17.384" v="556" actId="1076"/>
          <ac:picMkLst>
            <pc:docMk/>
            <pc:sldMk cId="3262936006" sldId="4134"/>
            <ac:picMk id="13" creationId="{F1A049EE-BFCC-7849-A7FB-C039C85FF270}"/>
          </ac:picMkLst>
        </pc:picChg>
        <pc:picChg chg="add mod">
          <ac:chgData name="Kate Burda" userId="44c1ea53-84f5-4c7e-8f48-bfeb434f1f02" providerId="ADAL" clId="{0696AF12-A795-B743-BFFB-778DE484D9A4}" dt="2022-02-24T15:37:03.179" v="552" actId="1076"/>
          <ac:picMkLst>
            <pc:docMk/>
            <pc:sldMk cId="3262936006" sldId="4134"/>
            <ac:picMk id="14" creationId="{24473A2F-A135-9C44-B968-0B6E82CD47B9}"/>
          </ac:picMkLst>
        </pc:picChg>
      </pc:sldChg>
      <pc:sldChg chg="add del">
        <pc:chgData name="Kate Burda" userId="44c1ea53-84f5-4c7e-8f48-bfeb434f1f02" providerId="ADAL" clId="{0696AF12-A795-B743-BFFB-778DE484D9A4}" dt="2022-02-24T15:27:58.358" v="485"/>
        <pc:sldMkLst>
          <pc:docMk/>
          <pc:sldMk cId="1355308010" sldId="4141"/>
        </pc:sldMkLst>
      </pc:sldChg>
      <pc:sldChg chg="add del">
        <pc:chgData name="Kate Burda" userId="44c1ea53-84f5-4c7e-8f48-bfeb434f1f02" providerId="ADAL" clId="{0696AF12-A795-B743-BFFB-778DE484D9A4}" dt="2022-02-24T15:33:46.655" v="511"/>
        <pc:sldMkLst>
          <pc:docMk/>
          <pc:sldMk cId="2616640254" sldId="4142"/>
        </pc:sldMkLst>
      </pc:sldChg>
      <pc:sldChg chg="add del">
        <pc:chgData name="Kate Burda" userId="44c1ea53-84f5-4c7e-8f48-bfeb434f1f02" providerId="ADAL" clId="{0696AF12-A795-B743-BFFB-778DE484D9A4}" dt="2022-02-24T15:33:46.043" v="510"/>
        <pc:sldMkLst>
          <pc:docMk/>
          <pc:sldMk cId="1161091180" sldId="4143"/>
        </pc:sldMkLst>
      </pc:sldChg>
    </pc:docChg>
  </pc:docChgLst>
  <pc:docChgLst>
    <pc:chgData name="Kate Burda" userId="44c1ea53-84f5-4c7e-8f48-bfeb434f1f02" providerId="ADAL" clId="{1C598BB4-967E-1749-98FD-3227EDF638D7}"/>
    <pc:docChg chg="undo custSel addSld delSld modSld sldOrd">
      <pc:chgData name="Kate Burda" userId="44c1ea53-84f5-4c7e-8f48-bfeb434f1f02" providerId="ADAL" clId="{1C598BB4-967E-1749-98FD-3227EDF638D7}" dt="2021-12-15T00:07:06.680" v="3914" actId="20577"/>
      <pc:docMkLst>
        <pc:docMk/>
      </pc:docMkLst>
      <pc:sldChg chg="modSp mod">
        <pc:chgData name="Kate Burda" userId="44c1ea53-84f5-4c7e-8f48-bfeb434f1f02" providerId="ADAL" clId="{1C598BB4-967E-1749-98FD-3227EDF638D7}" dt="2021-12-14T19:10:48.004" v="2636" actId="403"/>
        <pc:sldMkLst>
          <pc:docMk/>
          <pc:sldMk cId="2119239112" sldId="3313"/>
        </pc:sldMkLst>
        <pc:spChg chg="mod">
          <ac:chgData name="Kate Burda" userId="44c1ea53-84f5-4c7e-8f48-bfeb434f1f02" providerId="ADAL" clId="{1C598BB4-967E-1749-98FD-3227EDF638D7}" dt="2021-12-14T01:19:06.653" v="2135" actId="20577"/>
          <ac:spMkLst>
            <pc:docMk/>
            <pc:sldMk cId="2119239112" sldId="3313"/>
            <ac:spMk id="5" creationId="{9D6325F3-3B50-F841-B292-4D50DD9AB405}"/>
          </ac:spMkLst>
        </pc:spChg>
        <pc:spChg chg="mod">
          <ac:chgData name="Kate Burda" userId="44c1ea53-84f5-4c7e-8f48-bfeb434f1f02" providerId="ADAL" clId="{1C598BB4-967E-1749-98FD-3227EDF638D7}" dt="2021-12-14T19:10:48.004" v="2636" actId="403"/>
          <ac:spMkLst>
            <pc:docMk/>
            <pc:sldMk cId="2119239112" sldId="3313"/>
            <ac:spMk id="21" creationId="{37F2824A-6262-B449-8B08-5189909E3F34}"/>
          </ac:spMkLst>
        </pc:spChg>
        <pc:spChg chg="mod">
          <ac:chgData name="Kate Burda" userId="44c1ea53-84f5-4c7e-8f48-bfeb434f1f02" providerId="ADAL" clId="{1C598BB4-967E-1749-98FD-3227EDF638D7}" dt="2021-12-14T19:10:41.686" v="2634" actId="403"/>
          <ac:spMkLst>
            <pc:docMk/>
            <pc:sldMk cId="2119239112" sldId="3313"/>
            <ac:spMk id="22" creationId="{59CAB196-FACF-D04F-B63A-C6D185A12956}"/>
          </ac:spMkLst>
        </pc:spChg>
      </pc:sldChg>
      <pc:sldChg chg="modSp add del">
        <pc:chgData name="Kate Burda" userId="44c1ea53-84f5-4c7e-8f48-bfeb434f1f02" providerId="ADAL" clId="{1C598BB4-967E-1749-98FD-3227EDF638D7}" dt="2021-12-15T00:03:34.463" v="3895" actId="2696"/>
        <pc:sldMkLst>
          <pc:docMk/>
          <pc:sldMk cId="3840831686" sldId="3314"/>
        </pc:sldMkLst>
        <pc:graphicFrameChg chg="mod">
          <ac:chgData name="Kate Burda" userId="44c1ea53-84f5-4c7e-8f48-bfeb434f1f02" providerId="ADAL" clId="{1C598BB4-967E-1749-98FD-3227EDF638D7}" dt="2021-12-14T19:14:59.630" v="2784" actId="20577"/>
          <ac:graphicFrameMkLst>
            <pc:docMk/>
            <pc:sldMk cId="3840831686" sldId="3314"/>
            <ac:graphicFrameMk id="11" creationId="{A764EEF6-8221-2A40-8467-7921669DDB3C}"/>
          </ac:graphicFrameMkLst>
        </pc:graphicFrameChg>
      </pc:sldChg>
      <pc:sldChg chg="del">
        <pc:chgData name="Kate Burda" userId="44c1ea53-84f5-4c7e-8f48-bfeb434f1f02" providerId="ADAL" clId="{1C598BB4-967E-1749-98FD-3227EDF638D7}" dt="2021-12-14T01:13:32.404" v="1779" actId="2696"/>
        <pc:sldMkLst>
          <pc:docMk/>
          <pc:sldMk cId="287257686" sldId="3316"/>
        </pc:sldMkLst>
      </pc:sldChg>
      <pc:sldChg chg="modSp mod">
        <pc:chgData name="Kate Burda" userId="44c1ea53-84f5-4c7e-8f48-bfeb434f1f02" providerId="ADAL" clId="{1C598BB4-967E-1749-98FD-3227EDF638D7}" dt="2021-12-14T19:49:50.184" v="3480" actId="20577"/>
        <pc:sldMkLst>
          <pc:docMk/>
          <pc:sldMk cId="2537880919" sldId="3317"/>
        </pc:sldMkLst>
        <pc:spChg chg="mod">
          <ac:chgData name="Kate Burda" userId="44c1ea53-84f5-4c7e-8f48-bfeb434f1f02" providerId="ADAL" clId="{1C598BB4-967E-1749-98FD-3227EDF638D7}" dt="2021-12-14T01:18:12.749" v="2112" actId="20577"/>
          <ac:spMkLst>
            <pc:docMk/>
            <pc:sldMk cId="2537880919" sldId="3317"/>
            <ac:spMk id="22" creationId="{BC8C7762-6AA4-7A4B-8DD4-9CF9FE8D1F40}"/>
          </ac:spMkLst>
        </pc:spChg>
        <pc:spChg chg="mod">
          <ac:chgData name="Kate Burda" userId="44c1ea53-84f5-4c7e-8f48-bfeb434f1f02" providerId="ADAL" clId="{1C598BB4-967E-1749-98FD-3227EDF638D7}" dt="2021-12-14T19:49:50.184" v="3480" actId="20577"/>
          <ac:spMkLst>
            <pc:docMk/>
            <pc:sldMk cId="2537880919" sldId="3317"/>
            <ac:spMk id="23" creationId="{363448E6-92CC-7E4E-A6E2-F266830EE4CC}"/>
          </ac:spMkLst>
        </pc:spChg>
        <pc:spChg chg="mod">
          <ac:chgData name="Kate Burda" userId="44c1ea53-84f5-4c7e-8f48-bfeb434f1f02" providerId="ADAL" clId="{1C598BB4-967E-1749-98FD-3227EDF638D7}" dt="2021-12-14T19:49:06.802" v="3389" actId="20577"/>
          <ac:spMkLst>
            <pc:docMk/>
            <pc:sldMk cId="2537880919" sldId="3317"/>
            <ac:spMk id="24" creationId="{3FAA6114-29D1-B14F-9AC5-0C29A35A66F4}"/>
          </ac:spMkLst>
        </pc:spChg>
        <pc:spChg chg="mod">
          <ac:chgData name="Kate Burda" userId="44c1ea53-84f5-4c7e-8f48-bfeb434f1f02" providerId="ADAL" clId="{1C598BB4-967E-1749-98FD-3227EDF638D7}" dt="2021-12-14T19:49:34.554" v="3445" actId="20577"/>
          <ac:spMkLst>
            <pc:docMk/>
            <pc:sldMk cId="2537880919" sldId="3317"/>
            <ac:spMk id="25" creationId="{1B891D17-D51A-BE40-B211-520954AA9000}"/>
          </ac:spMkLst>
        </pc:spChg>
        <pc:spChg chg="mod">
          <ac:chgData name="Kate Burda" userId="44c1ea53-84f5-4c7e-8f48-bfeb434f1f02" providerId="ADAL" clId="{1C598BB4-967E-1749-98FD-3227EDF638D7}" dt="2021-12-14T01:16:49.803" v="1951" actId="20577"/>
          <ac:spMkLst>
            <pc:docMk/>
            <pc:sldMk cId="2537880919" sldId="3317"/>
            <ac:spMk id="26" creationId="{EF576330-1883-A14E-BE0A-905CBA3923B0}"/>
          </ac:spMkLst>
        </pc:spChg>
        <pc:spChg chg="mod">
          <ac:chgData name="Kate Burda" userId="44c1ea53-84f5-4c7e-8f48-bfeb434f1f02" providerId="ADAL" clId="{1C598BB4-967E-1749-98FD-3227EDF638D7}" dt="2021-12-14T19:47:43.203" v="3316" actId="20577"/>
          <ac:spMkLst>
            <pc:docMk/>
            <pc:sldMk cId="2537880919" sldId="3317"/>
            <ac:spMk id="27" creationId="{1E87C47B-1F41-8E48-8149-E6EE429CB0ED}"/>
          </ac:spMkLst>
        </pc:spChg>
        <pc:spChg chg="mod">
          <ac:chgData name="Kate Burda" userId="44c1ea53-84f5-4c7e-8f48-bfeb434f1f02" providerId="ADAL" clId="{1C598BB4-967E-1749-98FD-3227EDF638D7}" dt="2021-12-14T19:49:13.311" v="3390" actId="20577"/>
          <ac:spMkLst>
            <pc:docMk/>
            <pc:sldMk cId="2537880919" sldId="3317"/>
            <ac:spMk id="35" creationId="{A5501E57-9DB0-014D-9E47-BF5F8E9EDA19}"/>
          </ac:spMkLst>
        </pc:spChg>
      </pc:sldChg>
      <pc:sldChg chg="addSp modSp mod">
        <pc:chgData name="Kate Burda" userId="44c1ea53-84f5-4c7e-8f48-bfeb434f1f02" providerId="ADAL" clId="{1C598BB4-967E-1749-98FD-3227EDF638D7}" dt="2021-12-15T00:03:18.954" v="3893" actId="20577"/>
        <pc:sldMkLst>
          <pc:docMk/>
          <pc:sldMk cId="3183653560" sldId="3318"/>
        </pc:sldMkLst>
        <pc:spChg chg="mod">
          <ac:chgData name="Kate Burda" userId="44c1ea53-84f5-4c7e-8f48-bfeb434f1f02" providerId="ADAL" clId="{1C598BB4-967E-1749-98FD-3227EDF638D7}" dt="2021-12-14T19:16:23.696" v="2793" actId="207"/>
          <ac:spMkLst>
            <pc:docMk/>
            <pc:sldMk cId="3183653560" sldId="3318"/>
            <ac:spMk id="10" creationId="{63B3E9AC-0035-0143-8EE9-7017A9F12DB2}"/>
          </ac:spMkLst>
        </pc:spChg>
        <pc:spChg chg="mod">
          <ac:chgData name="Kate Burda" userId="44c1ea53-84f5-4c7e-8f48-bfeb434f1f02" providerId="ADAL" clId="{1C598BB4-967E-1749-98FD-3227EDF638D7}" dt="2021-12-14T19:17:00.495" v="2795" actId="1076"/>
          <ac:spMkLst>
            <pc:docMk/>
            <pc:sldMk cId="3183653560" sldId="3318"/>
            <ac:spMk id="13" creationId="{48BAA73B-6042-2D47-9C1D-2365C66BF943}"/>
          </ac:spMkLst>
        </pc:spChg>
        <pc:spChg chg="mod">
          <ac:chgData name="Kate Burda" userId="44c1ea53-84f5-4c7e-8f48-bfeb434f1f02" providerId="ADAL" clId="{1C598BB4-967E-1749-98FD-3227EDF638D7}" dt="2021-12-14T19:17:00.495" v="2795" actId="1076"/>
          <ac:spMkLst>
            <pc:docMk/>
            <pc:sldMk cId="3183653560" sldId="3318"/>
            <ac:spMk id="14" creationId="{5F596DC7-40CA-394C-920F-960F66D82C8B}"/>
          </ac:spMkLst>
        </pc:spChg>
        <pc:spChg chg="mod">
          <ac:chgData name="Kate Burda" userId="44c1ea53-84f5-4c7e-8f48-bfeb434f1f02" providerId="ADAL" clId="{1C598BB4-967E-1749-98FD-3227EDF638D7}" dt="2021-12-14T19:17:00.495" v="2795" actId="1076"/>
          <ac:spMkLst>
            <pc:docMk/>
            <pc:sldMk cId="3183653560" sldId="3318"/>
            <ac:spMk id="15" creationId="{B71D16C7-568A-9840-99A6-A701F209A757}"/>
          </ac:spMkLst>
        </pc:spChg>
        <pc:spChg chg="mod">
          <ac:chgData name="Kate Burda" userId="44c1ea53-84f5-4c7e-8f48-bfeb434f1f02" providerId="ADAL" clId="{1C598BB4-967E-1749-98FD-3227EDF638D7}" dt="2021-12-14T19:17:00.495" v="2795" actId="1076"/>
          <ac:spMkLst>
            <pc:docMk/>
            <pc:sldMk cId="3183653560" sldId="3318"/>
            <ac:spMk id="16" creationId="{15C033A8-B620-A34A-8F66-698828116A43}"/>
          </ac:spMkLst>
        </pc:spChg>
        <pc:spChg chg="mod">
          <ac:chgData name="Kate Burda" userId="44c1ea53-84f5-4c7e-8f48-bfeb434f1f02" providerId="ADAL" clId="{1C598BB4-967E-1749-98FD-3227EDF638D7}" dt="2021-12-14T19:17:00.495" v="2795" actId="1076"/>
          <ac:spMkLst>
            <pc:docMk/>
            <pc:sldMk cId="3183653560" sldId="3318"/>
            <ac:spMk id="18" creationId="{C166A99A-F12C-0B4E-9E41-0410DA13BA0D}"/>
          </ac:spMkLst>
        </pc:spChg>
        <pc:spChg chg="mod">
          <ac:chgData name="Kate Burda" userId="44c1ea53-84f5-4c7e-8f48-bfeb434f1f02" providerId="ADAL" clId="{1C598BB4-967E-1749-98FD-3227EDF638D7}" dt="2021-12-14T19:16:23.696" v="2793" actId="207"/>
          <ac:spMkLst>
            <pc:docMk/>
            <pc:sldMk cId="3183653560" sldId="3318"/>
            <ac:spMk id="21" creationId="{4990DCFC-A340-C349-BC66-352554435AA9}"/>
          </ac:spMkLst>
        </pc:spChg>
        <pc:spChg chg="mod">
          <ac:chgData name="Kate Burda" userId="44c1ea53-84f5-4c7e-8f48-bfeb434f1f02" providerId="ADAL" clId="{1C598BB4-967E-1749-98FD-3227EDF638D7}" dt="2021-12-14T19:20:04.190" v="2977" actId="1076"/>
          <ac:spMkLst>
            <pc:docMk/>
            <pc:sldMk cId="3183653560" sldId="3318"/>
            <ac:spMk id="25" creationId="{E3EB1037-3EFC-E24D-9605-B7B87720F074}"/>
          </ac:spMkLst>
        </pc:spChg>
        <pc:spChg chg="mod">
          <ac:chgData name="Kate Burda" userId="44c1ea53-84f5-4c7e-8f48-bfeb434f1f02" providerId="ADAL" clId="{1C598BB4-967E-1749-98FD-3227EDF638D7}" dt="2021-12-14T19:35:03.549" v="3267" actId="20577"/>
          <ac:spMkLst>
            <pc:docMk/>
            <pc:sldMk cId="3183653560" sldId="3318"/>
            <ac:spMk id="26" creationId="{6DBAAE98-FA3B-0641-8AA7-3984C6DFE56B}"/>
          </ac:spMkLst>
        </pc:spChg>
        <pc:spChg chg="mod">
          <ac:chgData name="Kate Burda" userId="44c1ea53-84f5-4c7e-8f48-bfeb434f1f02" providerId="ADAL" clId="{1C598BB4-967E-1749-98FD-3227EDF638D7}" dt="2021-12-14T19:34:11.906" v="3222" actId="1076"/>
          <ac:spMkLst>
            <pc:docMk/>
            <pc:sldMk cId="3183653560" sldId="3318"/>
            <ac:spMk id="29" creationId="{F38F5CD3-214F-F649-9819-B96EA296DD5F}"/>
          </ac:spMkLst>
        </pc:spChg>
        <pc:spChg chg="mod">
          <ac:chgData name="Kate Burda" userId="44c1ea53-84f5-4c7e-8f48-bfeb434f1f02" providerId="ADAL" clId="{1C598BB4-967E-1749-98FD-3227EDF638D7}" dt="2021-12-14T19:34:56.106" v="3263" actId="1076"/>
          <ac:spMkLst>
            <pc:docMk/>
            <pc:sldMk cId="3183653560" sldId="3318"/>
            <ac:spMk id="31" creationId="{54699A9D-71AC-4D44-B3D4-7ADE82C2E776}"/>
          </ac:spMkLst>
        </pc:spChg>
        <pc:spChg chg="mod">
          <ac:chgData name="Kate Burda" userId="44c1ea53-84f5-4c7e-8f48-bfeb434f1f02" providerId="ADAL" clId="{1C598BB4-967E-1749-98FD-3227EDF638D7}" dt="2021-12-14T19:34:44.460" v="3248" actId="1076"/>
          <ac:spMkLst>
            <pc:docMk/>
            <pc:sldMk cId="3183653560" sldId="3318"/>
            <ac:spMk id="32" creationId="{D1A35D9F-9B2A-8740-8EBF-801715DFB9AA}"/>
          </ac:spMkLst>
        </pc:spChg>
        <pc:spChg chg="add mod">
          <ac:chgData name="Kate Burda" userId="44c1ea53-84f5-4c7e-8f48-bfeb434f1f02" providerId="ADAL" clId="{1C598BB4-967E-1749-98FD-3227EDF638D7}" dt="2021-12-15T00:03:18.954" v="3893" actId="20577"/>
          <ac:spMkLst>
            <pc:docMk/>
            <pc:sldMk cId="3183653560" sldId="3318"/>
            <ac:spMk id="33" creationId="{4E950121-BF52-E94F-8BA6-CAB597CED87F}"/>
          </ac:spMkLst>
        </pc:spChg>
        <pc:spChg chg="mod">
          <ac:chgData name="Kate Burda" userId="44c1ea53-84f5-4c7e-8f48-bfeb434f1f02" providerId="ADAL" clId="{1C598BB4-967E-1749-98FD-3227EDF638D7}" dt="2021-12-14T19:16:23.696" v="2793" actId="207"/>
          <ac:spMkLst>
            <pc:docMk/>
            <pc:sldMk cId="3183653560" sldId="3318"/>
            <ac:spMk id="34" creationId="{50F0EAA7-2281-0D41-8B93-EC19DA0E4415}"/>
          </ac:spMkLst>
        </pc:spChg>
        <pc:spChg chg="mod">
          <ac:chgData name="Kate Burda" userId="44c1ea53-84f5-4c7e-8f48-bfeb434f1f02" providerId="ADAL" clId="{1C598BB4-967E-1749-98FD-3227EDF638D7}" dt="2021-12-14T19:19:19.162" v="2972" actId="20577"/>
          <ac:spMkLst>
            <pc:docMk/>
            <pc:sldMk cId="3183653560" sldId="3318"/>
            <ac:spMk id="35" creationId="{18A95B46-CA14-4345-B1B4-65E811070899}"/>
          </ac:spMkLst>
        </pc:spChg>
        <pc:spChg chg="mod">
          <ac:chgData name="Kate Burda" userId="44c1ea53-84f5-4c7e-8f48-bfeb434f1f02" providerId="ADAL" clId="{1C598BB4-967E-1749-98FD-3227EDF638D7}" dt="2021-12-14T19:17:54.293" v="2852" actId="1076"/>
          <ac:spMkLst>
            <pc:docMk/>
            <pc:sldMk cId="3183653560" sldId="3318"/>
            <ac:spMk id="36" creationId="{9E799CE2-BA6E-6041-8311-DF3D5A78B866}"/>
          </ac:spMkLst>
        </pc:spChg>
        <pc:spChg chg="add mod">
          <ac:chgData name="Kate Burda" userId="44c1ea53-84f5-4c7e-8f48-bfeb434f1f02" providerId="ADAL" clId="{1C598BB4-967E-1749-98FD-3227EDF638D7}" dt="2021-12-14T23:02:53.302" v="3767" actId="1076"/>
          <ac:spMkLst>
            <pc:docMk/>
            <pc:sldMk cId="3183653560" sldId="3318"/>
            <ac:spMk id="38" creationId="{F08B6036-9011-4E41-A8C2-04F6023E54FF}"/>
          </ac:spMkLst>
        </pc:spChg>
        <pc:spChg chg="add mod">
          <ac:chgData name="Kate Burda" userId="44c1ea53-84f5-4c7e-8f48-bfeb434f1f02" providerId="ADAL" clId="{1C598BB4-967E-1749-98FD-3227EDF638D7}" dt="2021-12-14T23:03:46.080" v="3862" actId="207"/>
          <ac:spMkLst>
            <pc:docMk/>
            <pc:sldMk cId="3183653560" sldId="3318"/>
            <ac:spMk id="39" creationId="{54449EBB-2CDB-654B-B924-FEB550EA9760}"/>
          </ac:spMkLst>
        </pc:spChg>
        <pc:picChg chg="mod">
          <ac:chgData name="Kate Burda" userId="44c1ea53-84f5-4c7e-8f48-bfeb434f1f02" providerId="ADAL" clId="{1C598BB4-967E-1749-98FD-3227EDF638D7}" dt="2021-12-14T19:15:47.693" v="2785" actId="1076"/>
          <ac:picMkLst>
            <pc:docMk/>
            <pc:sldMk cId="3183653560" sldId="3318"/>
            <ac:picMk id="8" creationId="{DD9A5DEA-4555-7F46-9773-B31AA23DD01A}"/>
          </ac:picMkLst>
        </pc:picChg>
      </pc:sldChg>
      <pc:sldChg chg="modSp mod ord">
        <pc:chgData name="Kate Burda" userId="44c1ea53-84f5-4c7e-8f48-bfeb434f1f02" providerId="ADAL" clId="{1C598BB4-967E-1749-98FD-3227EDF638D7}" dt="2021-12-14T19:29:25.851" v="3143" actId="20578"/>
        <pc:sldMkLst>
          <pc:docMk/>
          <pc:sldMk cId="2916426032" sldId="3319"/>
        </pc:sldMkLst>
        <pc:spChg chg="mod">
          <ac:chgData name="Kate Burda" userId="44c1ea53-84f5-4c7e-8f48-bfeb434f1f02" providerId="ADAL" clId="{1C598BB4-967E-1749-98FD-3227EDF638D7}" dt="2021-12-14T19:14:38.997" v="2780" actId="113"/>
          <ac:spMkLst>
            <pc:docMk/>
            <pc:sldMk cId="2916426032" sldId="3319"/>
            <ac:spMk id="8" creationId="{3E2F55FE-4287-9841-8204-40AD4541039E}"/>
          </ac:spMkLst>
        </pc:spChg>
      </pc:sldChg>
      <pc:sldChg chg="addSp delSp modSp mod">
        <pc:chgData name="Kate Burda" userId="44c1ea53-84f5-4c7e-8f48-bfeb434f1f02" providerId="ADAL" clId="{1C598BB4-967E-1749-98FD-3227EDF638D7}" dt="2021-12-15T00:07:06.680" v="3914" actId="20577"/>
        <pc:sldMkLst>
          <pc:docMk/>
          <pc:sldMk cId="4143324583" sldId="3320"/>
        </pc:sldMkLst>
        <pc:spChg chg="mod">
          <ac:chgData name="Kate Burda" userId="44c1ea53-84f5-4c7e-8f48-bfeb434f1f02" providerId="ADAL" clId="{1C598BB4-967E-1749-98FD-3227EDF638D7}" dt="2021-12-15T00:07:06.680" v="3914" actId="20577"/>
          <ac:spMkLst>
            <pc:docMk/>
            <pc:sldMk cId="4143324583" sldId="3320"/>
            <ac:spMk id="4" creationId="{EF78957D-1957-AE4B-9BFF-6834891DEE78}"/>
          </ac:spMkLst>
        </pc:spChg>
        <pc:spChg chg="mod">
          <ac:chgData name="Kate Burda" userId="44c1ea53-84f5-4c7e-8f48-bfeb434f1f02" providerId="ADAL" clId="{1C598BB4-967E-1749-98FD-3227EDF638D7}" dt="2021-12-15T00:03:59.156" v="3896" actId="14100"/>
          <ac:spMkLst>
            <pc:docMk/>
            <pc:sldMk cId="4143324583" sldId="3320"/>
            <ac:spMk id="5" creationId="{F369F84D-F289-6545-B3F8-627A251B7EC5}"/>
          </ac:spMkLst>
        </pc:spChg>
        <pc:spChg chg="mod">
          <ac:chgData name="Kate Burda" userId="44c1ea53-84f5-4c7e-8f48-bfeb434f1f02" providerId="ADAL" clId="{1C598BB4-967E-1749-98FD-3227EDF638D7}" dt="2021-12-14T01:16:24.420" v="1921" actId="404"/>
          <ac:spMkLst>
            <pc:docMk/>
            <pc:sldMk cId="4143324583" sldId="3320"/>
            <ac:spMk id="6" creationId="{FA725D4F-2CFE-E04C-B07B-7A4BBA879ED2}"/>
          </ac:spMkLst>
        </pc:spChg>
        <pc:spChg chg="add del mod">
          <ac:chgData name="Kate Burda" userId="44c1ea53-84f5-4c7e-8f48-bfeb434f1f02" providerId="ADAL" clId="{1C598BB4-967E-1749-98FD-3227EDF638D7}" dt="2021-12-14T01:14:12.372" v="1791" actId="478"/>
          <ac:spMkLst>
            <pc:docMk/>
            <pc:sldMk cId="4143324583" sldId="3320"/>
            <ac:spMk id="7" creationId="{F3EBFFF1-F34F-E44A-89F3-B0E0D27956B4}"/>
          </ac:spMkLst>
        </pc:spChg>
        <pc:spChg chg="add mod">
          <ac:chgData name="Kate Burda" userId="44c1ea53-84f5-4c7e-8f48-bfeb434f1f02" providerId="ADAL" clId="{1C598BB4-967E-1749-98FD-3227EDF638D7}" dt="2021-12-15T00:04:03.589" v="3897" actId="1076"/>
          <ac:spMkLst>
            <pc:docMk/>
            <pc:sldMk cId="4143324583" sldId="3320"/>
            <ac:spMk id="8" creationId="{E92CA506-8BF0-7F4B-BC5E-88509DE79092}"/>
          </ac:spMkLst>
        </pc:spChg>
      </pc:sldChg>
      <pc:sldChg chg="addSp delSp modSp mod ord delAnim modAnim">
        <pc:chgData name="Kate Burda" userId="44c1ea53-84f5-4c7e-8f48-bfeb434f1f02" providerId="ADAL" clId="{1C598BB4-967E-1749-98FD-3227EDF638D7}" dt="2021-12-14T19:54:04.014" v="3545" actId="403"/>
        <pc:sldMkLst>
          <pc:docMk/>
          <pc:sldMk cId="555209064" sldId="3321"/>
        </pc:sldMkLst>
        <pc:spChg chg="mod">
          <ac:chgData name="Kate Burda" userId="44c1ea53-84f5-4c7e-8f48-bfeb434f1f02" providerId="ADAL" clId="{1C598BB4-967E-1749-98FD-3227EDF638D7}" dt="2021-12-14T19:31:52.212" v="3167" actId="20577"/>
          <ac:spMkLst>
            <pc:docMk/>
            <pc:sldMk cId="555209064" sldId="3321"/>
            <ac:spMk id="2" creationId="{A456EFFE-5880-2E42-A889-598D7AA612B2}"/>
          </ac:spMkLst>
        </pc:spChg>
        <pc:spChg chg="del mod">
          <ac:chgData name="Kate Burda" userId="44c1ea53-84f5-4c7e-8f48-bfeb434f1f02" providerId="ADAL" clId="{1C598BB4-967E-1749-98FD-3227EDF638D7}" dt="2021-12-14T00:48:07.671" v="224" actId="478"/>
          <ac:spMkLst>
            <pc:docMk/>
            <pc:sldMk cId="555209064" sldId="3321"/>
            <ac:spMk id="4" creationId="{95776E2C-3C87-5144-AFF8-F9AB5CCB09AC}"/>
          </ac:spMkLst>
        </pc:spChg>
        <pc:spChg chg="mod">
          <ac:chgData name="Kate Burda" userId="44c1ea53-84f5-4c7e-8f48-bfeb434f1f02" providerId="ADAL" clId="{1C598BB4-967E-1749-98FD-3227EDF638D7}" dt="2021-12-14T01:20:01.548" v="2136" actId="14100"/>
          <ac:spMkLst>
            <pc:docMk/>
            <pc:sldMk cId="555209064" sldId="3321"/>
            <ac:spMk id="5" creationId="{5D3DCAD1-7BB3-6240-A1AB-441D8FBA0368}"/>
          </ac:spMkLst>
        </pc:spChg>
        <pc:spChg chg="del mod">
          <ac:chgData name="Kate Burda" userId="44c1ea53-84f5-4c7e-8f48-bfeb434f1f02" providerId="ADAL" clId="{1C598BB4-967E-1749-98FD-3227EDF638D7}" dt="2021-12-14T01:08:41.819" v="1668" actId="478"/>
          <ac:spMkLst>
            <pc:docMk/>
            <pc:sldMk cId="555209064" sldId="3321"/>
            <ac:spMk id="6" creationId="{4E99B83D-ACDC-254A-8081-DB2C39350AB0}"/>
          </ac:spMkLst>
        </pc:spChg>
        <pc:spChg chg="add del mod">
          <ac:chgData name="Kate Burda" userId="44c1ea53-84f5-4c7e-8f48-bfeb434f1f02" providerId="ADAL" clId="{1C598BB4-967E-1749-98FD-3227EDF638D7}" dt="2021-12-14T00:45:03.622" v="187" actId="478"/>
          <ac:spMkLst>
            <pc:docMk/>
            <pc:sldMk cId="555209064" sldId="3321"/>
            <ac:spMk id="7" creationId="{38CBA4BB-DB49-6C42-BBC8-3978802AF3EB}"/>
          </ac:spMkLst>
        </pc:spChg>
        <pc:spChg chg="del mod">
          <ac:chgData name="Kate Burda" userId="44c1ea53-84f5-4c7e-8f48-bfeb434f1f02" providerId="ADAL" clId="{1C598BB4-967E-1749-98FD-3227EDF638D7}" dt="2021-12-14T00:45:16.862" v="188" actId="478"/>
          <ac:spMkLst>
            <pc:docMk/>
            <pc:sldMk cId="555209064" sldId="3321"/>
            <ac:spMk id="8" creationId="{6D746BFA-FB64-B54F-9ADB-92CA012B8353}"/>
          </ac:spMkLst>
        </pc:spChg>
        <pc:spChg chg="del">
          <ac:chgData name="Kate Burda" userId="44c1ea53-84f5-4c7e-8f48-bfeb434f1f02" providerId="ADAL" clId="{1C598BB4-967E-1749-98FD-3227EDF638D7}" dt="2021-12-14T00:39:53.825" v="20" actId="478"/>
          <ac:spMkLst>
            <pc:docMk/>
            <pc:sldMk cId="555209064" sldId="3321"/>
            <ac:spMk id="10" creationId="{B26638F2-DC14-9D46-B320-7B0F436F68A9}"/>
          </ac:spMkLst>
        </pc:spChg>
        <pc:spChg chg="mod">
          <ac:chgData name="Kate Burda" userId="44c1ea53-84f5-4c7e-8f48-bfeb434f1f02" providerId="ADAL" clId="{1C598BB4-967E-1749-98FD-3227EDF638D7}" dt="2021-12-14T19:53:58.848" v="3544" actId="403"/>
          <ac:spMkLst>
            <pc:docMk/>
            <pc:sldMk cId="555209064" sldId="3321"/>
            <ac:spMk id="13" creationId="{52683BDD-A3AE-8D41-B851-FFD63BEC6C04}"/>
          </ac:spMkLst>
        </pc:spChg>
        <pc:spChg chg="del mod">
          <ac:chgData name="Kate Burda" userId="44c1ea53-84f5-4c7e-8f48-bfeb434f1f02" providerId="ADAL" clId="{1C598BB4-967E-1749-98FD-3227EDF638D7}" dt="2021-12-14T00:45:16.862" v="188" actId="478"/>
          <ac:spMkLst>
            <pc:docMk/>
            <pc:sldMk cId="555209064" sldId="3321"/>
            <ac:spMk id="16" creationId="{E6F8F017-8F5F-0243-BE90-05F17F70E518}"/>
          </ac:spMkLst>
        </pc:spChg>
        <pc:spChg chg="mod">
          <ac:chgData name="Kate Burda" userId="44c1ea53-84f5-4c7e-8f48-bfeb434f1f02" providerId="ADAL" clId="{1C598BB4-967E-1749-98FD-3227EDF638D7}" dt="2021-12-14T19:54:04.014" v="3545" actId="403"/>
          <ac:spMkLst>
            <pc:docMk/>
            <pc:sldMk cId="555209064" sldId="3321"/>
            <ac:spMk id="17" creationId="{0B3E911F-EA82-A44E-B64D-A9823FB58E4A}"/>
          </ac:spMkLst>
        </pc:spChg>
        <pc:spChg chg="del">
          <ac:chgData name="Kate Burda" userId="44c1ea53-84f5-4c7e-8f48-bfeb434f1f02" providerId="ADAL" clId="{1C598BB4-967E-1749-98FD-3227EDF638D7}" dt="2021-12-14T00:39:57.157" v="21" actId="478"/>
          <ac:spMkLst>
            <pc:docMk/>
            <pc:sldMk cId="555209064" sldId="3321"/>
            <ac:spMk id="18" creationId="{6B02FCB3-71B8-F548-B8E8-1E9B892812F7}"/>
          </ac:spMkLst>
        </pc:spChg>
        <pc:spChg chg="add del mod">
          <ac:chgData name="Kate Burda" userId="44c1ea53-84f5-4c7e-8f48-bfeb434f1f02" providerId="ADAL" clId="{1C598BB4-967E-1749-98FD-3227EDF638D7}" dt="2021-12-14T00:45:16.862" v="188" actId="478"/>
          <ac:spMkLst>
            <pc:docMk/>
            <pc:sldMk cId="555209064" sldId="3321"/>
            <ac:spMk id="19" creationId="{68BA51E5-9C4C-E14A-A036-B4EE531A0F6F}"/>
          </ac:spMkLst>
        </pc:spChg>
        <pc:spChg chg="del">
          <ac:chgData name="Kate Burda" userId="44c1ea53-84f5-4c7e-8f48-bfeb434f1f02" providerId="ADAL" clId="{1C598BB4-967E-1749-98FD-3227EDF638D7}" dt="2021-12-14T00:45:28.987" v="192" actId="478"/>
          <ac:spMkLst>
            <pc:docMk/>
            <pc:sldMk cId="555209064" sldId="3321"/>
            <ac:spMk id="20" creationId="{80E5BA67-0AE2-934F-B043-BEF068D2EAAF}"/>
          </ac:spMkLst>
        </pc:spChg>
        <pc:spChg chg="del">
          <ac:chgData name="Kate Burda" userId="44c1ea53-84f5-4c7e-8f48-bfeb434f1f02" providerId="ADAL" clId="{1C598BB4-967E-1749-98FD-3227EDF638D7}" dt="2021-12-14T00:39:57.157" v="21" actId="478"/>
          <ac:spMkLst>
            <pc:docMk/>
            <pc:sldMk cId="555209064" sldId="3321"/>
            <ac:spMk id="21" creationId="{B8AF840D-B1D0-FD47-AD0D-9A95669B56E8}"/>
          </ac:spMkLst>
        </pc:spChg>
        <pc:spChg chg="del">
          <ac:chgData name="Kate Burda" userId="44c1ea53-84f5-4c7e-8f48-bfeb434f1f02" providerId="ADAL" clId="{1C598BB4-967E-1749-98FD-3227EDF638D7}" dt="2021-12-14T00:39:57.157" v="21" actId="478"/>
          <ac:spMkLst>
            <pc:docMk/>
            <pc:sldMk cId="555209064" sldId="3321"/>
            <ac:spMk id="22" creationId="{339AB698-A6A2-BA45-9FDE-D916EB54F79A}"/>
          </ac:spMkLst>
        </pc:spChg>
        <pc:picChg chg="del mod">
          <ac:chgData name="Kate Burda" userId="44c1ea53-84f5-4c7e-8f48-bfeb434f1f02" providerId="ADAL" clId="{1C598BB4-967E-1749-98FD-3227EDF638D7}" dt="2021-12-14T00:45:18.098" v="189" actId="478"/>
          <ac:picMkLst>
            <pc:docMk/>
            <pc:sldMk cId="555209064" sldId="3321"/>
            <ac:picMk id="3" creationId="{B8F8D20F-6874-7B4A-811B-6B82A1038A52}"/>
          </ac:picMkLst>
        </pc:picChg>
        <pc:picChg chg="mod">
          <ac:chgData name="Kate Burda" userId="44c1ea53-84f5-4c7e-8f48-bfeb434f1f02" providerId="ADAL" clId="{1C598BB4-967E-1749-98FD-3227EDF638D7}" dt="2021-12-14T00:51:10.920" v="308" actId="1076"/>
          <ac:picMkLst>
            <pc:docMk/>
            <pc:sldMk cId="555209064" sldId="3321"/>
            <ac:picMk id="9" creationId="{575D5561-F184-8240-8B1C-63AB82C505A6}"/>
          </ac:picMkLst>
        </pc:picChg>
        <pc:picChg chg="mod">
          <ac:chgData name="Kate Burda" userId="44c1ea53-84f5-4c7e-8f48-bfeb434f1f02" providerId="ADAL" clId="{1C598BB4-967E-1749-98FD-3227EDF638D7}" dt="2021-12-14T00:50:46.944" v="303" actId="1076"/>
          <ac:picMkLst>
            <pc:docMk/>
            <pc:sldMk cId="555209064" sldId="3321"/>
            <ac:picMk id="12" creationId="{A2E1ECA0-8B1D-6C48-9FE2-39D07FA7628D}"/>
          </ac:picMkLst>
        </pc:picChg>
        <pc:picChg chg="del">
          <ac:chgData name="Kate Burda" userId="44c1ea53-84f5-4c7e-8f48-bfeb434f1f02" providerId="ADAL" clId="{1C598BB4-967E-1749-98FD-3227EDF638D7}" dt="2021-12-14T00:39:57.157" v="21" actId="478"/>
          <ac:picMkLst>
            <pc:docMk/>
            <pc:sldMk cId="555209064" sldId="3321"/>
            <ac:picMk id="15" creationId="{D342A72F-7D4A-B04A-B44E-02D8CC5C716C}"/>
          </ac:picMkLst>
        </pc:picChg>
      </pc:sldChg>
      <pc:sldChg chg="addSp delSp modSp add mod modClrScheme chgLayout">
        <pc:chgData name="Kate Burda" userId="44c1ea53-84f5-4c7e-8f48-bfeb434f1f02" providerId="ADAL" clId="{1C598BB4-967E-1749-98FD-3227EDF638D7}" dt="2021-12-14T19:31:28.059" v="3163" actId="554"/>
        <pc:sldMkLst>
          <pc:docMk/>
          <pc:sldMk cId="2821551279" sldId="3355"/>
        </pc:sldMkLst>
        <pc:spChg chg="add del mod">
          <ac:chgData name="Kate Burda" userId="44c1ea53-84f5-4c7e-8f48-bfeb434f1f02" providerId="ADAL" clId="{1C598BB4-967E-1749-98FD-3227EDF638D7}" dt="2021-12-14T17:45:34.213" v="2443" actId="931"/>
          <ac:spMkLst>
            <pc:docMk/>
            <pc:sldMk cId="2821551279" sldId="3355"/>
            <ac:spMk id="3" creationId="{998167E4-62FA-3442-92C8-FFC7CB65AA13}"/>
          </ac:spMkLst>
        </pc:spChg>
        <pc:spChg chg="mod">
          <ac:chgData name="Kate Burda" userId="44c1ea53-84f5-4c7e-8f48-bfeb434f1f02" providerId="ADAL" clId="{1C598BB4-967E-1749-98FD-3227EDF638D7}" dt="2021-12-14T19:31:13.526" v="3162" actId="554"/>
          <ac:spMkLst>
            <pc:docMk/>
            <pc:sldMk cId="2821551279" sldId="3355"/>
            <ac:spMk id="8" creationId="{A62B5974-184A-0F42-ACAC-B27F7CD2C6B1}"/>
          </ac:spMkLst>
        </pc:spChg>
        <pc:spChg chg="mod">
          <ac:chgData name="Kate Burda" userId="44c1ea53-84f5-4c7e-8f48-bfeb434f1f02" providerId="ADAL" clId="{1C598BB4-967E-1749-98FD-3227EDF638D7}" dt="2021-12-14T19:31:13.526" v="3162" actId="554"/>
          <ac:spMkLst>
            <pc:docMk/>
            <pc:sldMk cId="2821551279" sldId="3355"/>
            <ac:spMk id="9" creationId="{8F5CF707-5998-0D4F-957D-AC47822309A0}"/>
          </ac:spMkLst>
        </pc:spChg>
        <pc:spChg chg="mod">
          <ac:chgData name="Kate Burda" userId="44c1ea53-84f5-4c7e-8f48-bfeb434f1f02" providerId="ADAL" clId="{1C598BB4-967E-1749-98FD-3227EDF638D7}" dt="2021-12-14T19:31:13.526" v="3162" actId="554"/>
          <ac:spMkLst>
            <pc:docMk/>
            <pc:sldMk cId="2821551279" sldId="3355"/>
            <ac:spMk id="10" creationId="{B3A3E237-5F1C-F343-AD3B-A6E44CE645B8}"/>
          </ac:spMkLst>
        </pc:spChg>
        <pc:spChg chg="mod">
          <ac:chgData name="Kate Burda" userId="44c1ea53-84f5-4c7e-8f48-bfeb434f1f02" providerId="ADAL" clId="{1C598BB4-967E-1749-98FD-3227EDF638D7}" dt="2021-12-14T19:31:13.526" v="3162" actId="554"/>
          <ac:spMkLst>
            <pc:docMk/>
            <pc:sldMk cId="2821551279" sldId="3355"/>
            <ac:spMk id="11" creationId="{2E6A4EFE-37E1-6A45-8E90-F93E94E0982C}"/>
          </ac:spMkLst>
        </pc:spChg>
        <pc:spChg chg="mod">
          <ac:chgData name="Kate Burda" userId="44c1ea53-84f5-4c7e-8f48-bfeb434f1f02" providerId="ADAL" clId="{1C598BB4-967E-1749-98FD-3227EDF638D7}" dt="2021-12-14T19:31:28.059" v="3163" actId="554"/>
          <ac:spMkLst>
            <pc:docMk/>
            <pc:sldMk cId="2821551279" sldId="3355"/>
            <ac:spMk id="12" creationId="{9BA586AE-EE05-8E4B-BE7E-CFD3B5049A1D}"/>
          </ac:spMkLst>
        </pc:spChg>
        <pc:spChg chg="del mod">
          <ac:chgData name="Kate Burda" userId="44c1ea53-84f5-4c7e-8f48-bfeb434f1f02" providerId="ADAL" clId="{1C598BB4-967E-1749-98FD-3227EDF638D7}" dt="2021-12-14T19:21:04.297" v="2991" actId="478"/>
          <ac:spMkLst>
            <pc:docMk/>
            <pc:sldMk cId="2821551279" sldId="3355"/>
            <ac:spMk id="13" creationId="{B4AD8CBC-664F-0944-9F12-9B05130C05CD}"/>
          </ac:spMkLst>
        </pc:spChg>
        <pc:spChg chg="del mod">
          <ac:chgData name="Kate Burda" userId="44c1ea53-84f5-4c7e-8f48-bfeb434f1f02" providerId="ADAL" clId="{1C598BB4-967E-1749-98FD-3227EDF638D7}" dt="2021-12-14T19:21:04.297" v="2991" actId="478"/>
          <ac:spMkLst>
            <pc:docMk/>
            <pc:sldMk cId="2821551279" sldId="3355"/>
            <ac:spMk id="14" creationId="{21F3C510-168E-2149-A827-45F2DEA04763}"/>
          </ac:spMkLst>
        </pc:spChg>
        <pc:spChg chg="del mod">
          <ac:chgData name="Kate Burda" userId="44c1ea53-84f5-4c7e-8f48-bfeb434f1f02" providerId="ADAL" clId="{1C598BB4-967E-1749-98FD-3227EDF638D7}" dt="2021-12-14T19:26:26.116" v="3082" actId="478"/>
          <ac:spMkLst>
            <pc:docMk/>
            <pc:sldMk cId="2821551279" sldId="3355"/>
            <ac:spMk id="16" creationId="{FBCF2C2B-7716-2C4D-9693-0BB887A3BF94}"/>
          </ac:spMkLst>
        </pc:spChg>
        <pc:spChg chg="mod">
          <ac:chgData name="Kate Burda" userId="44c1ea53-84f5-4c7e-8f48-bfeb434f1f02" providerId="ADAL" clId="{1C598BB4-967E-1749-98FD-3227EDF638D7}" dt="2021-12-14T19:27:56.219" v="3115" actId="1076"/>
          <ac:spMkLst>
            <pc:docMk/>
            <pc:sldMk cId="2821551279" sldId="3355"/>
            <ac:spMk id="17" creationId="{99542718-AA00-F54B-B875-2D92F6E422AF}"/>
          </ac:spMkLst>
        </pc:spChg>
        <pc:spChg chg="del mod">
          <ac:chgData name="Kate Burda" userId="44c1ea53-84f5-4c7e-8f48-bfeb434f1f02" providerId="ADAL" clId="{1C598BB4-967E-1749-98FD-3227EDF638D7}" dt="2021-12-14T19:26:12.254" v="3078" actId="478"/>
          <ac:spMkLst>
            <pc:docMk/>
            <pc:sldMk cId="2821551279" sldId="3355"/>
            <ac:spMk id="18" creationId="{7E1ACBB7-AE8F-1141-A0DA-FD2B714C438D}"/>
          </ac:spMkLst>
        </pc:spChg>
        <pc:spChg chg="add del mod">
          <ac:chgData name="Kate Burda" userId="44c1ea53-84f5-4c7e-8f48-bfeb434f1f02" providerId="ADAL" clId="{1C598BB4-967E-1749-98FD-3227EDF638D7}" dt="2021-12-14T17:45:43.088" v="2447" actId="478"/>
          <ac:spMkLst>
            <pc:docMk/>
            <pc:sldMk cId="2821551279" sldId="3355"/>
            <ac:spMk id="19" creationId="{A5D74B0B-9E14-CB4E-AF78-27DD09FC8620}"/>
          </ac:spMkLst>
        </pc:spChg>
        <pc:spChg chg="add mod">
          <ac:chgData name="Kate Burda" userId="44c1ea53-84f5-4c7e-8f48-bfeb434f1f02" providerId="ADAL" clId="{1C598BB4-967E-1749-98FD-3227EDF638D7}" dt="2021-12-14T19:31:28.059" v="3163" actId="554"/>
          <ac:spMkLst>
            <pc:docMk/>
            <pc:sldMk cId="2821551279" sldId="3355"/>
            <ac:spMk id="25" creationId="{80D8D37C-F8E6-8348-9D06-8499A63D1904}"/>
          </ac:spMkLst>
        </pc:spChg>
        <pc:spChg chg="add mod">
          <ac:chgData name="Kate Burda" userId="44c1ea53-84f5-4c7e-8f48-bfeb434f1f02" providerId="ADAL" clId="{1C598BB4-967E-1749-98FD-3227EDF638D7}" dt="2021-12-14T19:31:28.059" v="3163" actId="554"/>
          <ac:spMkLst>
            <pc:docMk/>
            <pc:sldMk cId="2821551279" sldId="3355"/>
            <ac:spMk id="26" creationId="{E8930E90-DF37-3747-B15A-AD84C93C415F}"/>
          </ac:spMkLst>
        </pc:spChg>
        <pc:spChg chg="add mod">
          <ac:chgData name="Kate Burda" userId="44c1ea53-84f5-4c7e-8f48-bfeb434f1f02" providerId="ADAL" clId="{1C598BB4-967E-1749-98FD-3227EDF638D7}" dt="2021-12-14T19:31:28.059" v="3163" actId="554"/>
          <ac:spMkLst>
            <pc:docMk/>
            <pc:sldMk cId="2821551279" sldId="3355"/>
            <ac:spMk id="27" creationId="{B286132C-D430-E140-99AD-0352CF6BE8D4}"/>
          </ac:spMkLst>
        </pc:spChg>
        <pc:spChg chg="add mod">
          <ac:chgData name="Kate Burda" userId="44c1ea53-84f5-4c7e-8f48-bfeb434f1f02" providerId="ADAL" clId="{1C598BB4-967E-1749-98FD-3227EDF638D7}" dt="2021-12-14T19:31:28.059" v="3163" actId="554"/>
          <ac:spMkLst>
            <pc:docMk/>
            <pc:sldMk cId="2821551279" sldId="3355"/>
            <ac:spMk id="28" creationId="{0545537C-7788-3644-BDF3-1C4E6FD03A96}"/>
          </ac:spMkLst>
        </pc:spChg>
        <pc:spChg chg="add mod">
          <ac:chgData name="Kate Burda" userId="44c1ea53-84f5-4c7e-8f48-bfeb434f1f02" providerId="ADAL" clId="{1C598BB4-967E-1749-98FD-3227EDF638D7}" dt="2021-12-14T19:31:28.059" v="3163" actId="554"/>
          <ac:spMkLst>
            <pc:docMk/>
            <pc:sldMk cId="2821551279" sldId="3355"/>
            <ac:spMk id="29" creationId="{511B25E7-1D98-5640-9220-55DB7ECDC137}"/>
          </ac:spMkLst>
        </pc:spChg>
        <pc:spChg chg="add mod">
          <ac:chgData name="Kate Burda" userId="44c1ea53-84f5-4c7e-8f48-bfeb434f1f02" providerId="ADAL" clId="{1C598BB4-967E-1749-98FD-3227EDF638D7}" dt="2021-12-14T19:27:56.219" v="3115" actId="1076"/>
          <ac:spMkLst>
            <pc:docMk/>
            <pc:sldMk cId="2821551279" sldId="3355"/>
            <ac:spMk id="30" creationId="{E0038A16-1184-9842-B40B-8011EF905DAD}"/>
          </ac:spMkLst>
        </pc:spChg>
        <pc:spChg chg="add mod">
          <ac:chgData name="Kate Burda" userId="44c1ea53-84f5-4c7e-8f48-bfeb434f1f02" providerId="ADAL" clId="{1C598BB4-967E-1749-98FD-3227EDF638D7}" dt="2021-12-14T19:27:56.219" v="3115" actId="1076"/>
          <ac:spMkLst>
            <pc:docMk/>
            <pc:sldMk cId="2821551279" sldId="3355"/>
            <ac:spMk id="31" creationId="{AE3E1F0C-5088-CC43-B5B5-42A640C3B1ED}"/>
          </ac:spMkLst>
        </pc:spChg>
        <pc:spChg chg="add mod">
          <ac:chgData name="Kate Burda" userId="44c1ea53-84f5-4c7e-8f48-bfeb434f1f02" providerId="ADAL" clId="{1C598BB4-967E-1749-98FD-3227EDF638D7}" dt="2021-12-14T19:29:16.423" v="3142" actId="20577"/>
          <ac:spMkLst>
            <pc:docMk/>
            <pc:sldMk cId="2821551279" sldId="3355"/>
            <ac:spMk id="32" creationId="{43914200-42CA-E44F-8226-36E2CEAA21CD}"/>
          </ac:spMkLst>
        </pc:spChg>
        <pc:spChg chg="del mod">
          <ac:chgData name="Kate Burda" userId="44c1ea53-84f5-4c7e-8f48-bfeb434f1f02" providerId="ADAL" clId="{1C598BB4-967E-1749-98FD-3227EDF638D7}" dt="2021-12-14T17:50:30.247" v="2498" actId="478"/>
          <ac:spMkLst>
            <pc:docMk/>
            <pc:sldMk cId="2821551279" sldId="3355"/>
            <ac:spMk id="33" creationId="{3CAB14A2-D5D6-1B44-8FD8-25D131C45E90}"/>
          </ac:spMkLst>
        </pc:spChg>
        <pc:spChg chg="del">
          <ac:chgData name="Kate Burda" userId="44c1ea53-84f5-4c7e-8f48-bfeb434f1f02" providerId="ADAL" clId="{1C598BB4-967E-1749-98FD-3227EDF638D7}" dt="2021-12-14T17:50:30.247" v="2498" actId="478"/>
          <ac:spMkLst>
            <pc:docMk/>
            <pc:sldMk cId="2821551279" sldId="3355"/>
            <ac:spMk id="34" creationId="{07578D5F-A8B8-6D40-BEDB-6E45F6838B1C}"/>
          </ac:spMkLst>
        </pc:spChg>
        <pc:spChg chg="add mod">
          <ac:chgData name="Kate Burda" userId="44c1ea53-84f5-4c7e-8f48-bfeb434f1f02" providerId="ADAL" clId="{1C598BB4-967E-1749-98FD-3227EDF638D7}" dt="2021-12-14T19:27:56.219" v="3115" actId="1076"/>
          <ac:spMkLst>
            <pc:docMk/>
            <pc:sldMk cId="2821551279" sldId="3355"/>
            <ac:spMk id="35" creationId="{77A30510-CB54-A44A-B198-3E79E0A61310}"/>
          </ac:spMkLst>
        </pc:spChg>
        <pc:spChg chg="del">
          <ac:chgData name="Kate Burda" userId="44c1ea53-84f5-4c7e-8f48-bfeb434f1f02" providerId="ADAL" clId="{1C598BB4-967E-1749-98FD-3227EDF638D7}" dt="2021-12-14T17:50:30.247" v="2498" actId="478"/>
          <ac:spMkLst>
            <pc:docMk/>
            <pc:sldMk cId="2821551279" sldId="3355"/>
            <ac:spMk id="36" creationId="{1980B16B-7E5C-BB4C-9409-9A4BC84D37CF}"/>
          </ac:spMkLst>
        </pc:spChg>
        <pc:spChg chg="del">
          <ac:chgData name="Kate Burda" userId="44c1ea53-84f5-4c7e-8f48-bfeb434f1f02" providerId="ADAL" clId="{1C598BB4-967E-1749-98FD-3227EDF638D7}" dt="2021-12-14T17:50:30.247" v="2498" actId="478"/>
          <ac:spMkLst>
            <pc:docMk/>
            <pc:sldMk cId="2821551279" sldId="3355"/>
            <ac:spMk id="37" creationId="{1A04DDBD-5A71-5B4E-AE62-E34F4EC82214}"/>
          </ac:spMkLst>
        </pc:spChg>
        <pc:spChg chg="add mod">
          <ac:chgData name="Kate Burda" userId="44c1ea53-84f5-4c7e-8f48-bfeb434f1f02" providerId="ADAL" clId="{1C598BB4-967E-1749-98FD-3227EDF638D7}" dt="2021-12-14T19:27:56.219" v="3115" actId="1076"/>
          <ac:spMkLst>
            <pc:docMk/>
            <pc:sldMk cId="2821551279" sldId="3355"/>
            <ac:spMk id="38" creationId="{B2B4708A-EBFF-D648-A7A1-CA417D1F5EBB}"/>
          </ac:spMkLst>
        </pc:spChg>
        <pc:spChg chg="del">
          <ac:chgData name="Kate Burda" userId="44c1ea53-84f5-4c7e-8f48-bfeb434f1f02" providerId="ADAL" clId="{1C598BB4-967E-1749-98FD-3227EDF638D7}" dt="2021-12-14T17:50:30.247" v="2498" actId="478"/>
          <ac:spMkLst>
            <pc:docMk/>
            <pc:sldMk cId="2821551279" sldId="3355"/>
            <ac:spMk id="39" creationId="{EF9FEC99-05EE-A24D-B800-B20C3EB28B89}"/>
          </ac:spMkLst>
        </pc:spChg>
        <pc:spChg chg="del">
          <ac:chgData name="Kate Burda" userId="44c1ea53-84f5-4c7e-8f48-bfeb434f1f02" providerId="ADAL" clId="{1C598BB4-967E-1749-98FD-3227EDF638D7}" dt="2021-12-14T17:50:30.247" v="2498" actId="478"/>
          <ac:spMkLst>
            <pc:docMk/>
            <pc:sldMk cId="2821551279" sldId="3355"/>
            <ac:spMk id="40" creationId="{EDA082FB-FA38-3A4B-BEAA-689CF82727E5}"/>
          </ac:spMkLst>
        </pc:spChg>
        <pc:spChg chg="add mod">
          <ac:chgData name="Kate Burda" userId="44c1ea53-84f5-4c7e-8f48-bfeb434f1f02" providerId="ADAL" clId="{1C598BB4-967E-1749-98FD-3227EDF638D7}" dt="2021-12-14T19:31:13.526" v="3162" actId="554"/>
          <ac:spMkLst>
            <pc:docMk/>
            <pc:sldMk cId="2821551279" sldId="3355"/>
            <ac:spMk id="41" creationId="{4185B0B2-ED8C-774C-85AB-09CF35E37216}"/>
          </ac:spMkLst>
        </pc:spChg>
        <pc:spChg chg="add del mod">
          <ac:chgData name="Kate Burda" userId="44c1ea53-84f5-4c7e-8f48-bfeb434f1f02" providerId="ADAL" clId="{1C598BB4-967E-1749-98FD-3227EDF638D7}" dt="2021-12-14T19:21:04.297" v="2991" actId="478"/>
          <ac:spMkLst>
            <pc:docMk/>
            <pc:sldMk cId="2821551279" sldId="3355"/>
            <ac:spMk id="42" creationId="{A51D6447-0460-AC47-B348-DEE2DF791819}"/>
          </ac:spMkLst>
        </pc:spChg>
        <pc:spChg chg="add mod">
          <ac:chgData name="Kate Burda" userId="44c1ea53-84f5-4c7e-8f48-bfeb434f1f02" providerId="ADAL" clId="{1C598BB4-967E-1749-98FD-3227EDF638D7}" dt="2021-12-14T19:31:13.526" v="3162" actId="554"/>
          <ac:spMkLst>
            <pc:docMk/>
            <pc:sldMk cId="2821551279" sldId="3355"/>
            <ac:spMk id="43" creationId="{55E55863-CECD-AB4D-9191-C8D96371668C}"/>
          </ac:spMkLst>
        </pc:spChg>
        <pc:spChg chg="del mod">
          <ac:chgData name="Kate Burda" userId="44c1ea53-84f5-4c7e-8f48-bfeb434f1f02" providerId="ADAL" clId="{1C598BB4-967E-1749-98FD-3227EDF638D7}" dt="2021-12-14T17:44:44.060" v="2441" actId="478"/>
          <ac:spMkLst>
            <pc:docMk/>
            <pc:sldMk cId="2821551279" sldId="3355"/>
            <ac:spMk id="45" creationId="{CCCFD0A8-C5D2-B34A-9F96-2B7A7A7C947D}"/>
          </ac:spMkLst>
        </pc:spChg>
        <pc:spChg chg="add del mod">
          <ac:chgData name="Kate Burda" userId="44c1ea53-84f5-4c7e-8f48-bfeb434f1f02" providerId="ADAL" clId="{1C598BB4-967E-1749-98FD-3227EDF638D7}" dt="2021-12-14T19:21:04.297" v="2991" actId="478"/>
          <ac:spMkLst>
            <pc:docMk/>
            <pc:sldMk cId="2821551279" sldId="3355"/>
            <ac:spMk id="46" creationId="{8CE38FBF-E4CE-7146-B498-36A264886EDF}"/>
          </ac:spMkLst>
        </pc:spChg>
        <pc:spChg chg="add del mod">
          <ac:chgData name="Kate Burda" userId="44c1ea53-84f5-4c7e-8f48-bfeb434f1f02" providerId="ADAL" clId="{1C598BB4-967E-1749-98FD-3227EDF638D7}" dt="2021-12-14T19:21:04.297" v="2991" actId="478"/>
          <ac:spMkLst>
            <pc:docMk/>
            <pc:sldMk cId="2821551279" sldId="3355"/>
            <ac:spMk id="47" creationId="{A013A836-AE21-144C-9992-8BB690C66EC2}"/>
          </ac:spMkLst>
        </pc:spChg>
        <pc:picChg chg="add del mod">
          <ac:chgData name="Kate Burda" userId="44c1ea53-84f5-4c7e-8f48-bfeb434f1f02" providerId="ADAL" clId="{1C598BB4-967E-1749-98FD-3227EDF638D7}" dt="2021-12-14T17:45:39" v="2445" actId="478"/>
          <ac:picMkLst>
            <pc:docMk/>
            <pc:sldMk cId="2821551279" sldId="3355"/>
            <ac:picMk id="5" creationId="{3B2E99D8-C10C-434C-8248-2401CA85C235}"/>
          </ac:picMkLst>
        </pc:picChg>
        <pc:picChg chg="add mod">
          <ac:chgData name="Kate Burda" userId="44c1ea53-84f5-4c7e-8f48-bfeb434f1f02" providerId="ADAL" clId="{1C598BB4-967E-1749-98FD-3227EDF638D7}" dt="2021-12-14T19:26:23.066" v="3081" actId="14100"/>
          <ac:picMkLst>
            <pc:docMk/>
            <pc:sldMk cId="2821551279" sldId="3355"/>
            <ac:picMk id="21" creationId="{04B7B64B-709C-3147-9FA9-621928EA9309}"/>
          </ac:picMkLst>
        </pc:picChg>
        <pc:picChg chg="del">
          <ac:chgData name="Kate Burda" userId="44c1ea53-84f5-4c7e-8f48-bfeb434f1f02" providerId="ADAL" clId="{1C598BB4-967E-1749-98FD-3227EDF638D7}" dt="2021-12-14T17:44:46.783" v="2442" actId="478"/>
          <ac:picMkLst>
            <pc:docMk/>
            <pc:sldMk cId="2821551279" sldId="3355"/>
            <ac:picMk id="44" creationId="{17587D1B-4629-4E4C-8DD3-806F2BC46332}"/>
          </ac:picMkLst>
        </pc:picChg>
      </pc:sldChg>
      <pc:sldChg chg="modSp mod">
        <pc:chgData name="Kate Burda" userId="44c1ea53-84f5-4c7e-8f48-bfeb434f1f02" providerId="ADAL" clId="{1C598BB4-967E-1749-98FD-3227EDF638D7}" dt="2021-12-14T19:32:58.285" v="3196" actId="20577"/>
        <pc:sldMkLst>
          <pc:docMk/>
          <pc:sldMk cId="673757262" sldId="3383"/>
        </pc:sldMkLst>
        <pc:spChg chg="mod">
          <ac:chgData name="Kate Burda" userId="44c1ea53-84f5-4c7e-8f48-bfeb434f1f02" providerId="ADAL" clId="{1C598BB4-967E-1749-98FD-3227EDF638D7}" dt="2021-12-14T01:27:56.284" v="2435" actId="207"/>
          <ac:spMkLst>
            <pc:docMk/>
            <pc:sldMk cId="673757262" sldId="3383"/>
            <ac:spMk id="45" creationId="{D4D80FA1-E83D-DD49-8323-22099FC41B7C}"/>
          </ac:spMkLst>
        </pc:spChg>
        <pc:spChg chg="mod">
          <ac:chgData name="Kate Burda" userId="44c1ea53-84f5-4c7e-8f48-bfeb434f1f02" providerId="ADAL" clId="{1C598BB4-967E-1749-98FD-3227EDF638D7}" dt="2021-12-14T19:32:58.285" v="3196" actId="20577"/>
          <ac:spMkLst>
            <pc:docMk/>
            <pc:sldMk cId="673757262" sldId="3383"/>
            <ac:spMk id="46" creationId="{90F33A03-C473-844E-99D4-EBD4D1A77443}"/>
          </ac:spMkLst>
        </pc:spChg>
        <pc:spChg chg="mod">
          <ac:chgData name="Kate Burda" userId="44c1ea53-84f5-4c7e-8f48-bfeb434f1f02" providerId="ADAL" clId="{1C598BB4-967E-1749-98FD-3227EDF638D7}" dt="2021-12-14T01:27:52.119" v="2434" actId="207"/>
          <ac:spMkLst>
            <pc:docMk/>
            <pc:sldMk cId="673757262" sldId="3383"/>
            <ac:spMk id="47" creationId="{02308F89-FA6A-C44F-84A0-306010E79F69}"/>
          </ac:spMkLst>
        </pc:spChg>
        <pc:spChg chg="mod">
          <ac:chgData name="Kate Burda" userId="44c1ea53-84f5-4c7e-8f48-bfeb434f1f02" providerId="ADAL" clId="{1C598BB4-967E-1749-98FD-3227EDF638D7}" dt="2021-12-14T19:13:50.492" v="2759" actId="20577"/>
          <ac:spMkLst>
            <pc:docMk/>
            <pc:sldMk cId="673757262" sldId="3383"/>
            <ac:spMk id="48" creationId="{F2EDDF3B-E404-4247-8869-4D0EDE68CCC3}"/>
          </ac:spMkLst>
        </pc:spChg>
        <pc:spChg chg="mod">
          <ac:chgData name="Kate Burda" userId="44c1ea53-84f5-4c7e-8f48-bfeb434f1f02" providerId="ADAL" clId="{1C598BB4-967E-1749-98FD-3227EDF638D7}" dt="2021-12-14T01:28:00.437" v="2436" actId="207"/>
          <ac:spMkLst>
            <pc:docMk/>
            <pc:sldMk cId="673757262" sldId="3383"/>
            <ac:spMk id="49" creationId="{14A2FE99-3D60-D04D-B1C2-FAB33756D673}"/>
          </ac:spMkLst>
        </pc:spChg>
      </pc:sldChg>
      <pc:sldChg chg="del">
        <pc:chgData name="Kate Burda" userId="44c1ea53-84f5-4c7e-8f48-bfeb434f1f02" providerId="ADAL" clId="{1C598BB4-967E-1749-98FD-3227EDF638D7}" dt="2021-12-14T01:06:46.730" v="1666" actId="2696"/>
        <pc:sldMkLst>
          <pc:docMk/>
          <pc:sldMk cId="3228793253" sldId="3402"/>
        </pc:sldMkLst>
      </pc:sldChg>
      <pc:sldChg chg="addSp modSp add mod modClrScheme chgLayout">
        <pc:chgData name="Kate Burda" userId="44c1ea53-84f5-4c7e-8f48-bfeb434f1f02" providerId="ADAL" clId="{1C598BB4-967E-1749-98FD-3227EDF638D7}" dt="2021-12-14T19:32:12.371" v="3169" actId="20577"/>
        <pc:sldMkLst>
          <pc:docMk/>
          <pc:sldMk cId="2724966439" sldId="4131"/>
        </pc:sldMkLst>
        <pc:spChg chg="mod">
          <ac:chgData name="Kate Burda" userId="44c1ea53-84f5-4c7e-8f48-bfeb434f1f02" providerId="ADAL" clId="{1C598BB4-967E-1749-98FD-3227EDF638D7}" dt="2021-12-14T19:11:19.902" v="2639" actId="1076"/>
          <ac:spMkLst>
            <pc:docMk/>
            <pc:sldMk cId="2724966439" sldId="4131"/>
            <ac:spMk id="2" creationId="{CA366D40-A860-8A42-9AC9-A97BBFC9FA63}"/>
          </ac:spMkLst>
        </pc:spChg>
        <pc:spChg chg="add mod">
          <ac:chgData name="Kate Burda" userId="44c1ea53-84f5-4c7e-8f48-bfeb434f1f02" providerId="ADAL" clId="{1C598BB4-967E-1749-98FD-3227EDF638D7}" dt="2021-12-14T19:14:15.978" v="2778" actId="1076"/>
          <ac:spMkLst>
            <pc:docMk/>
            <pc:sldMk cId="2724966439" sldId="4131"/>
            <ac:spMk id="3" creationId="{D380D5B3-9971-3842-9E95-04E9108FA777}"/>
          </ac:spMkLst>
        </pc:spChg>
        <pc:spChg chg="mod">
          <ac:chgData name="Kate Burda" userId="44c1ea53-84f5-4c7e-8f48-bfeb434f1f02" providerId="ADAL" clId="{1C598BB4-967E-1749-98FD-3227EDF638D7}" dt="2021-12-14T01:27:18.184" v="2430" actId="1076"/>
          <ac:spMkLst>
            <pc:docMk/>
            <pc:sldMk cId="2724966439" sldId="4131"/>
            <ac:spMk id="7" creationId="{C646FC86-6CEC-E444-B052-1023300BEB62}"/>
          </ac:spMkLst>
        </pc:spChg>
        <pc:spChg chg="mod ord">
          <ac:chgData name="Kate Burda" userId="44c1ea53-84f5-4c7e-8f48-bfeb434f1f02" providerId="ADAL" clId="{1C598BB4-967E-1749-98FD-3227EDF638D7}" dt="2021-12-14T19:32:12.371" v="3169" actId="20577"/>
          <ac:spMkLst>
            <pc:docMk/>
            <pc:sldMk cId="2724966439" sldId="4131"/>
            <ac:spMk id="9" creationId="{955913D0-856F-3F46-BF18-3F299D9422EA}"/>
          </ac:spMkLst>
        </pc:spChg>
        <pc:picChg chg="mod">
          <ac:chgData name="Kate Burda" userId="44c1ea53-84f5-4c7e-8f48-bfeb434f1f02" providerId="ADAL" clId="{1C598BB4-967E-1749-98FD-3227EDF638D7}" dt="2021-12-14T01:27:11.878" v="2429" actId="14100"/>
          <ac:picMkLst>
            <pc:docMk/>
            <pc:sldMk cId="2724966439" sldId="4131"/>
            <ac:picMk id="6" creationId="{46A42BF4-ECDB-7F4B-839E-5D71165F4DA1}"/>
          </ac:picMkLst>
        </pc:picChg>
      </pc:sldChg>
      <pc:sldChg chg="del">
        <pc:chgData name="Kate Burda" userId="44c1ea53-84f5-4c7e-8f48-bfeb434f1f02" providerId="ADAL" clId="{1C598BB4-967E-1749-98FD-3227EDF638D7}" dt="2021-12-14T01:07:09.488" v="1667" actId="2696"/>
        <pc:sldMkLst>
          <pc:docMk/>
          <pc:sldMk cId="3262936006" sldId="4134"/>
        </pc:sldMkLst>
      </pc:sldChg>
      <pc:sldChg chg="addSp delSp del mod">
        <pc:chgData name="Kate Burda" userId="44c1ea53-84f5-4c7e-8f48-bfeb434f1f02" providerId="ADAL" clId="{1C598BB4-967E-1749-98FD-3227EDF638D7}" dt="2021-12-14T23:00:08.176" v="3763" actId="2696"/>
        <pc:sldMkLst>
          <pc:docMk/>
          <pc:sldMk cId="2318344974" sldId="4135"/>
        </pc:sldMkLst>
        <pc:graphicFrameChg chg="add del">
          <ac:chgData name="Kate Burda" userId="44c1ea53-84f5-4c7e-8f48-bfeb434f1f02" providerId="ADAL" clId="{1C598BB4-967E-1749-98FD-3227EDF638D7}" dt="2021-12-14T22:58:51.113" v="3754" actId="478"/>
          <ac:graphicFrameMkLst>
            <pc:docMk/>
            <pc:sldMk cId="2318344974" sldId="4135"/>
            <ac:graphicFrameMk id="3" creationId="{920E0981-8AAD-E54B-8FAB-55919426D5F8}"/>
          </ac:graphicFrameMkLst>
        </pc:graphicFrameChg>
      </pc:sldChg>
      <pc:sldChg chg="addSp delSp modSp add mod delAnim">
        <pc:chgData name="Kate Burda" userId="44c1ea53-84f5-4c7e-8f48-bfeb434f1f02" providerId="ADAL" clId="{1C598BB4-967E-1749-98FD-3227EDF638D7}" dt="2021-12-14T19:31:46.153" v="3165" actId="20577"/>
        <pc:sldMkLst>
          <pc:docMk/>
          <pc:sldMk cId="1582186655" sldId="4137"/>
        </pc:sldMkLst>
        <pc:spChg chg="del mod">
          <ac:chgData name="Kate Burda" userId="44c1ea53-84f5-4c7e-8f48-bfeb434f1f02" providerId="ADAL" clId="{1C598BB4-967E-1749-98FD-3227EDF638D7}" dt="2021-12-14T00:52:02.009" v="330" actId="478"/>
          <ac:spMkLst>
            <pc:docMk/>
            <pc:sldMk cId="1582186655" sldId="4137"/>
            <ac:spMk id="2" creationId="{A456EFFE-5880-2E42-A889-598D7AA612B2}"/>
          </ac:spMkLst>
        </pc:spChg>
        <pc:spChg chg="del">
          <ac:chgData name="Kate Burda" userId="44c1ea53-84f5-4c7e-8f48-bfeb434f1f02" providerId="ADAL" clId="{1C598BB4-967E-1749-98FD-3227EDF638D7}" dt="2021-12-14T00:51:44.678" v="314" actId="478"/>
          <ac:spMkLst>
            <pc:docMk/>
            <pc:sldMk cId="1582186655" sldId="4137"/>
            <ac:spMk id="4" creationId="{95776E2C-3C87-5144-AFF8-F9AB5CCB09AC}"/>
          </ac:spMkLst>
        </pc:spChg>
        <pc:spChg chg="del">
          <ac:chgData name="Kate Burda" userId="44c1ea53-84f5-4c7e-8f48-bfeb434f1f02" providerId="ADAL" clId="{1C598BB4-967E-1749-98FD-3227EDF638D7}" dt="2021-12-14T00:51:46.546" v="315" actId="478"/>
          <ac:spMkLst>
            <pc:docMk/>
            <pc:sldMk cId="1582186655" sldId="4137"/>
            <ac:spMk id="5" creationId="{5D3DCAD1-7BB3-6240-A1AB-441D8FBA0368}"/>
          </ac:spMkLst>
        </pc:spChg>
        <pc:spChg chg="mod">
          <ac:chgData name="Kate Burda" userId="44c1ea53-84f5-4c7e-8f48-bfeb434f1f02" providerId="ADAL" clId="{1C598BB4-967E-1749-98FD-3227EDF638D7}" dt="2021-12-14T01:12:23.696" v="1679" actId="1076"/>
          <ac:spMkLst>
            <pc:docMk/>
            <pc:sldMk cId="1582186655" sldId="4137"/>
            <ac:spMk id="6" creationId="{4E99B83D-ACDC-254A-8081-DB2C39350AB0}"/>
          </ac:spMkLst>
        </pc:spChg>
        <pc:spChg chg="add del mod">
          <ac:chgData name="Kate Burda" userId="44c1ea53-84f5-4c7e-8f48-bfeb434f1f02" providerId="ADAL" clId="{1C598BB4-967E-1749-98FD-3227EDF638D7}" dt="2021-12-14T00:53:12.518" v="334"/>
          <ac:spMkLst>
            <pc:docMk/>
            <pc:sldMk cId="1582186655" sldId="4137"/>
            <ac:spMk id="7" creationId="{F28AD323-5F28-B846-9238-318D8F0B0ACD}"/>
          </ac:spMkLst>
        </pc:spChg>
        <pc:spChg chg="del mod">
          <ac:chgData name="Kate Burda" userId="44c1ea53-84f5-4c7e-8f48-bfeb434f1f02" providerId="ADAL" clId="{1C598BB4-967E-1749-98FD-3227EDF638D7}" dt="2021-12-14T00:55:21.910" v="548" actId="478"/>
          <ac:spMkLst>
            <pc:docMk/>
            <pc:sldMk cId="1582186655" sldId="4137"/>
            <ac:spMk id="8" creationId="{6D746BFA-FB64-B54F-9ADB-92CA012B8353}"/>
          </ac:spMkLst>
        </pc:spChg>
        <pc:spChg chg="del">
          <ac:chgData name="Kate Burda" userId="44c1ea53-84f5-4c7e-8f48-bfeb434f1f02" providerId="ADAL" clId="{1C598BB4-967E-1749-98FD-3227EDF638D7}" dt="2021-12-14T00:55:36.076" v="551" actId="478"/>
          <ac:spMkLst>
            <pc:docMk/>
            <pc:sldMk cId="1582186655" sldId="4137"/>
            <ac:spMk id="10" creationId="{B26638F2-DC14-9D46-B320-7B0F436F68A9}"/>
          </ac:spMkLst>
        </pc:spChg>
        <pc:spChg chg="del">
          <ac:chgData name="Kate Burda" userId="44c1ea53-84f5-4c7e-8f48-bfeb434f1f02" providerId="ADAL" clId="{1C598BB4-967E-1749-98FD-3227EDF638D7}" dt="2021-12-14T00:51:44.678" v="314" actId="478"/>
          <ac:spMkLst>
            <pc:docMk/>
            <pc:sldMk cId="1582186655" sldId="4137"/>
            <ac:spMk id="13" creationId="{52683BDD-A3AE-8D41-B851-FFD63BEC6C04}"/>
          </ac:spMkLst>
        </pc:spChg>
        <pc:spChg chg="mod">
          <ac:chgData name="Kate Burda" userId="44c1ea53-84f5-4c7e-8f48-bfeb434f1f02" providerId="ADAL" clId="{1C598BB4-967E-1749-98FD-3227EDF638D7}" dt="2021-12-14T00:58:02.387" v="759" actId="20577"/>
          <ac:spMkLst>
            <pc:docMk/>
            <pc:sldMk cId="1582186655" sldId="4137"/>
            <ac:spMk id="16" creationId="{E6F8F017-8F5F-0243-BE90-05F17F70E518}"/>
          </ac:spMkLst>
        </pc:spChg>
        <pc:spChg chg="del">
          <ac:chgData name="Kate Burda" userId="44c1ea53-84f5-4c7e-8f48-bfeb434f1f02" providerId="ADAL" clId="{1C598BB4-967E-1749-98FD-3227EDF638D7}" dt="2021-12-14T00:51:44.678" v="314" actId="478"/>
          <ac:spMkLst>
            <pc:docMk/>
            <pc:sldMk cId="1582186655" sldId="4137"/>
            <ac:spMk id="17" creationId="{0B3E911F-EA82-A44E-B64D-A9823FB58E4A}"/>
          </ac:spMkLst>
        </pc:spChg>
        <pc:spChg chg="del">
          <ac:chgData name="Kate Burda" userId="44c1ea53-84f5-4c7e-8f48-bfeb434f1f02" providerId="ADAL" clId="{1C598BB4-967E-1749-98FD-3227EDF638D7}" dt="2021-12-14T00:55:36.076" v="551" actId="478"/>
          <ac:spMkLst>
            <pc:docMk/>
            <pc:sldMk cId="1582186655" sldId="4137"/>
            <ac:spMk id="18" creationId="{6B02FCB3-71B8-F548-B8E8-1E9B892812F7}"/>
          </ac:spMkLst>
        </pc:spChg>
        <pc:spChg chg="del">
          <ac:chgData name="Kate Burda" userId="44c1ea53-84f5-4c7e-8f48-bfeb434f1f02" providerId="ADAL" clId="{1C598BB4-967E-1749-98FD-3227EDF638D7}" dt="2021-12-14T00:55:36.076" v="551" actId="478"/>
          <ac:spMkLst>
            <pc:docMk/>
            <pc:sldMk cId="1582186655" sldId="4137"/>
            <ac:spMk id="21" creationId="{B8AF840D-B1D0-FD47-AD0D-9A95669B56E8}"/>
          </ac:spMkLst>
        </pc:spChg>
        <pc:spChg chg="del">
          <ac:chgData name="Kate Burda" userId="44c1ea53-84f5-4c7e-8f48-bfeb434f1f02" providerId="ADAL" clId="{1C598BB4-967E-1749-98FD-3227EDF638D7}" dt="2021-12-14T00:55:36.076" v="551" actId="478"/>
          <ac:spMkLst>
            <pc:docMk/>
            <pc:sldMk cId="1582186655" sldId="4137"/>
            <ac:spMk id="22" creationId="{339AB698-A6A2-BA45-9FDE-D916EB54F79A}"/>
          </ac:spMkLst>
        </pc:spChg>
        <pc:spChg chg="add del mod">
          <ac:chgData name="Kate Burda" userId="44c1ea53-84f5-4c7e-8f48-bfeb434f1f02" providerId="ADAL" clId="{1C598BB4-967E-1749-98FD-3227EDF638D7}" dt="2021-12-14T00:56:12.642" v="561"/>
          <ac:spMkLst>
            <pc:docMk/>
            <pc:sldMk cId="1582186655" sldId="4137"/>
            <ac:spMk id="23" creationId="{B6B80D24-1F3D-4241-9B67-90C2CB46465D}"/>
          </ac:spMkLst>
        </pc:spChg>
        <pc:spChg chg="add mod">
          <ac:chgData name="Kate Burda" userId="44c1ea53-84f5-4c7e-8f48-bfeb434f1f02" providerId="ADAL" clId="{1C598BB4-967E-1749-98FD-3227EDF638D7}" dt="2021-12-14T19:31:46.153" v="3165" actId="20577"/>
          <ac:spMkLst>
            <pc:docMk/>
            <pc:sldMk cId="1582186655" sldId="4137"/>
            <ac:spMk id="24" creationId="{3E7B9BA8-938F-D649-A6B9-924320510DF1}"/>
          </ac:spMkLst>
        </pc:spChg>
        <pc:picChg chg="mod">
          <ac:chgData name="Kate Burda" userId="44c1ea53-84f5-4c7e-8f48-bfeb434f1f02" providerId="ADAL" clId="{1C598BB4-967E-1749-98FD-3227EDF638D7}" dt="2021-12-14T00:55:57.934" v="555" actId="1076"/>
          <ac:picMkLst>
            <pc:docMk/>
            <pc:sldMk cId="1582186655" sldId="4137"/>
            <ac:picMk id="3" creationId="{B8F8D20F-6874-7B4A-811B-6B82A1038A52}"/>
          </ac:picMkLst>
        </pc:picChg>
        <pc:picChg chg="del">
          <ac:chgData name="Kate Burda" userId="44c1ea53-84f5-4c7e-8f48-bfeb434f1f02" providerId="ADAL" clId="{1C598BB4-967E-1749-98FD-3227EDF638D7}" dt="2021-12-14T00:51:44.678" v="314" actId="478"/>
          <ac:picMkLst>
            <pc:docMk/>
            <pc:sldMk cId="1582186655" sldId="4137"/>
            <ac:picMk id="9" creationId="{575D5561-F184-8240-8B1C-63AB82C505A6}"/>
          </ac:picMkLst>
        </pc:picChg>
        <pc:picChg chg="del">
          <ac:chgData name="Kate Burda" userId="44c1ea53-84f5-4c7e-8f48-bfeb434f1f02" providerId="ADAL" clId="{1C598BB4-967E-1749-98FD-3227EDF638D7}" dt="2021-12-14T00:51:44.678" v="314" actId="478"/>
          <ac:picMkLst>
            <pc:docMk/>
            <pc:sldMk cId="1582186655" sldId="4137"/>
            <ac:picMk id="12" creationId="{A2E1ECA0-8B1D-6C48-9FE2-39D07FA7628D}"/>
          </ac:picMkLst>
        </pc:picChg>
        <pc:picChg chg="del">
          <ac:chgData name="Kate Burda" userId="44c1ea53-84f5-4c7e-8f48-bfeb434f1f02" providerId="ADAL" clId="{1C598BB4-967E-1749-98FD-3227EDF638D7}" dt="2021-12-14T00:55:36.076" v="551" actId="478"/>
          <ac:picMkLst>
            <pc:docMk/>
            <pc:sldMk cId="1582186655" sldId="4137"/>
            <ac:picMk id="15" creationId="{D342A72F-7D4A-B04A-B44E-02D8CC5C716C}"/>
          </ac:picMkLst>
        </pc:picChg>
      </pc:sldChg>
      <pc:sldChg chg="delSp modSp add del mod delAnim">
        <pc:chgData name="Kate Burda" userId="44c1ea53-84f5-4c7e-8f48-bfeb434f1f02" providerId="ADAL" clId="{1C598BB4-967E-1749-98FD-3227EDF638D7}" dt="2021-12-14T00:39:29.509" v="16" actId="2696"/>
        <pc:sldMkLst>
          <pc:docMk/>
          <pc:sldMk cId="860143923" sldId="4138"/>
        </pc:sldMkLst>
        <pc:spChg chg="mod">
          <ac:chgData name="Kate Burda" userId="44c1ea53-84f5-4c7e-8f48-bfeb434f1f02" providerId="ADAL" clId="{1C598BB4-967E-1749-98FD-3227EDF638D7}" dt="2021-12-14T00:39:07.147" v="12" actId="1076"/>
          <ac:spMkLst>
            <pc:docMk/>
            <pc:sldMk cId="860143923" sldId="4138"/>
            <ac:spMk id="2" creationId="{A456EFFE-5880-2E42-A889-598D7AA612B2}"/>
          </ac:spMkLst>
        </pc:spChg>
        <pc:spChg chg="mod">
          <ac:chgData name="Kate Burda" userId="44c1ea53-84f5-4c7e-8f48-bfeb434f1f02" providerId="ADAL" clId="{1C598BB4-967E-1749-98FD-3227EDF638D7}" dt="2021-12-14T00:38:35.762" v="5" actId="14100"/>
          <ac:spMkLst>
            <pc:docMk/>
            <pc:sldMk cId="860143923" sldId="4138"/>
            <ac:spMk id="5" creationId="{5D3DCAD1-7BB3-6240-A1AB-441D8FBA0368}"/>
          </ac:spMkLst>
        </pc:spChg>
        <pc:spChg chg="del">
          <ac:chgData name="Kate Burda" userId="44c1ea53-84f5-4c7e-8f48-bfeb434f1f02" providerId="ADAL" clId="{1C598BB4-967E-1749-98FD-3227EDF638D7}" dt="2021-12-14T00:38:17.468" v="2" actId="478"/>
          <ac:spMkLst>
            <pc:docMk/>
            <pc:sldMk cId="860143923" sldId="4138"/>
            <ac:spMk id="8" creationId="{6D746BFA-FB64-B54F-9ADB-92CA012B8353}"/>
          </ac:spMkLst>
        </pc:spChg>
        <pc:spChg chg="del">
          <ac:chgData name="Kate Burda" userId="44c1ea53-84f5-4c7e-8f48-bfeb434f1f02" providerId="ADAL" clId="{1C598BB4-967E-1749-98FD-3227EDF638D7}" dt="2021-12-14T00:38:28.165" v="3" actId="478"/>
          <ac:spMkLst>
            <pc:docMk/>
            <pc:sldMk cId="860143923" sldId="4138"/>
            <ac:spMk id="10" creationId="{B26638F2-DC14-9D46-B320-7B0F436F68A9}"/>
          </ac:spMkLst>
        </pc:spChg>
        <pc:spChg chg="mod">
          <ac:chgData name="Kate Burda" userId="44c1ea53-84f5-4c7e-8f48-bfeb434f1f02" providerId="ADAL" clId="{1C598BB4-967E-1749-98FD-3227EDF638D7}" dt="2021-12-14T00:39:17.366" v="14" actId="1076"/>
          <ac:spMkLst>
            <pc:docMk/>
            <pc:sldMk cId="860143923" sldId="4138"/>
            <ac:spMk id="13" creationId="{52683BDD-A3AE-8D41-B851-FFD63BEC6C04}"/>
          </ac:spMkLst>
        </pc:spChg>
        <pc:spChg chg="del">
          <ac:chgData name="Kate Burda" userId="44c1ea53-84f5-4c7e-8f48-bfeb434f1f02" providerId="ADAL" clId="{1C598BB4-967E-1749-98FD-3227EDF638D7}" dt="2021-12-14T00:38:31.987" v="4" actId="478"/>
          <ac:spMkLst>
            <pc:docMk/>
            <pc:sldMk cId="860143923" sldId="4138"/>
            <ac:spMk id="16" creationId="{E6F8F017-8F5F-0243-BE90-05F17F70E518}"/>
          </ac:spMkLst>
        </pc:spChg>
        <pc:spChg chg="mod">
          <ac:chgData name="Kate Burda" userId="44c1ea53-84f5-4c7e-8f48-bfeb434f1f02" providerId="ADAL" clId="{1C598BB4-967E-1749-98FD-3227EDF638D7}" dt="2021-12-14T00:39:01.007" v="10" actId="1076"/>
          <ac:spMkLst>
            <pc:docMk/>
            <pc:sldMk cId="860143923" sldId="4138"/>
            <ac:spMk id="17" creationId="{0B3E911F-EA82-A44E-B64D-A9823FB58E4A}"/>
          </ac:spMkLst>
        </pc:spChg>
        <pc:spChg chg="del">
          <ac:chgData name="Kate Burda" userId="44c1ea53-84f5-4c7e-8f48-bfeb434f1f02" providerId="ADAL" clId="{1C598BB4-967E-1749-98FD-3227EDF638D7}" dt="2021-12-14T00:38:28.165" v="3" actId="478"/>
          <ac:spMkLst>
            <pc:docMk/>
            <pc:sldMk cId="860143923" sldId="4138"/>
            <ac:spMk id="18" creationId="{6B02FCB3-71B8-F548-B8E8-1E9B892812F7}"/>
          </ac:spMkLst>
        </pc:spChg>
        <pc:spChg chg="del">
          <ac:chgData name="Kate Burda" userId="44c1ea53-84f5-4c7e-8f48-bfeb434f1f02" providerId="ADAL" clId="{1C598BB4-967E-1749-98FD-3227EDF638D7}" dt="2021-12-14T00:38:38.053" v="6" actId="478"/>
          <ac:spMkLst>
            <pc:docMk/>
            <pc:sldMk cId="860143923" sldId="4138"/>
            <ac:spMk id="20" creationId="{80E5BA67-0AE2-934F-B043-BEF068D2EAAF}"/>
          </ac:spMkLst>
        </pc:spChg>
        <pc:spChg chg="del">
          <ac:chgData name="Kate Burda" userId="44c1ea53-84f5-4c7e-8f48-bfeb434f1f02" providerId="ADAL" clId="{1C598BB4-967E-1749-98FD-3227EDF638D7}" dt="2021-12-14T00:38:28.165" v="3" actId="478"/>
          <ac:spMkLst>
            <pc:docMk/>
            <pc:sldMk cId="860143923" sldId="4138"/>
            <ac:spMk id="21" creationId="{B8AF840D-B1D0-FD47-AD0D-9A95669B56E8}"/>
          </ac:spMkLst>
        </pc:spChg>
        <pc:spChg chg="del">
          <ac:chgData name="Kate Burda" userId="44c1ea53-84f5-4c7e-8f48-bfeb434f1f02" providerId="ADAL" clId="{1C598BB4-967E-1749-98FD-3227EDF638D7}" dt="2021-12-14T00:38:28.165" v="3" actId="478"/>
          <ac:spMkLst>
            <pc:docMk/>
            <pc:sldMk cId="860143923" sldId="4138"/>
            <ac:spMk id="22" creationId="{339AB698-A6A2-BA45-9FDE-D916EB54F79A}"/>
          </ac:spMkLst>
        </pc:spChg>
        <pc:picChg chg="del">
          <ac:chgData name="Kate Burda" userId="44c1ea53-84f5-4c7e-8f48-bfeb434f1f02" providerId="ADAL" clId="{1C598BB4-967E-1749-98FD-3227EDF638D7}" dt="2021-12-14T00:38:31.987" v="4" actId="478"/>
          <ac:picMkLst>
            <pc:docMk/>
            <pc:sldMk cId="860143923" sldId="4138"/>
            <ac:picMk id="3" creationId="{B8F8D20F-6874-7B4A-811B-6B82A1038A52}"/>
          </ac:picMkLst>
        </pc:picChg>
        <pc:picChg chg="mod">
          <ac:chgData name="Kate Burda" userId="44c1ea53-84f5-4c7e-8f48-bfeb434f1f02" providerId="ADAL" clId="{1C598BB4-967E-1749-98FD-3227EDF638D7}" dt="2021-12-14T00:39:19.990" v="15" actId="1076"/>
          <ac:picMkLst>
            <pc:docMk/>
            <pc:sldMk cId="860143923" sldId="4138"/>
            <ac:picMk id="9" creationId="{575D5561-F184-8240-8B1C-63AB82C505A6}"/>
          </ac:picMkLst>
        </pc:picChg>
        <pc:picChg chg="mod">
          <ac:chgData name="Kate Burda" userId="44c1ea53-84f5-4c7e-8f48-bfeb434f1f02" providerId="ADAL" clId="{1C598BB4-967E-1749-98FD-3227EDF638D7}" dt="2021-12-14T00:39:13.919" v="13" actId="1076"/>
          <ac:picMkLst>
            <pc:docMk/>
            <pc:sldMk cId="860143923" sldId="4138"/>
            <ac:picMk id="12" creationId="{A2E1ECA0-8B1D-6C48-9FE2-39D07FA7628D}"/>
          </ac:picMkLst>
        </pc:picChg>
        <pc:picChg chg="del">
          <ac:chgData name="Kate Burda" userId="44c1ea53-84f5-4c7e-8f48-bfeb434f1f02" providerId="ADAL" clId="{1C598BB4-967E-1749-98FD-3227EDF638D7}" dt="2021-12-14T00:38:28.165" v="3" actId="478"/>
          <ac:picMkLst>
            <pc:docMk/>
            <pc:sldMk cId="860143923" sldId="4138"/>
            <ac:picMk id="15" creationId="{D342A72F-7D4A-B04A-B44E-02D8CC5C716C}"/>
          </ac:picMkLst>
        </pc:picChg>
      </pc:sldChg>
      <pc:sldChg chg="addSp delSp modSp add mod addAnim delAnim modAnim">
        <pc:chgData name="Kate Burda" userId="44c1ea53-84f5-4c7e-8f48-bfeb434f1f02" providerId="ADAL" clId="{1C598BB4-967E-1749-98FD-3227EDF638D7}" dt="2021-12-14T23:01:34.296" v="3765" actId="20577"/>
        <pc:sldMkLst>
          <pc:docMk/>
          <pc:sldMk cId="1561936295" sldId="4138"/>
        </pc:sldMkLst>
        <pc:spChg chg="mod">
          <ac:chgData name="Kate Burda" userId="44c1ea53-84f5-4c7e-8f48-bfeb434f1f02" providerId="ADAL" clId="{1C598BB4-967E-1749-98FD-3227EDF638D7}" dt="2021-12-14T23:01:34.296" v="3765" actId="20577"/>
          <ac:spMkLst>
            <pc:docMk/>
            <pc:sldMk cId="1561936295" sldId="4138"/>
            <ac:spMk id="2" creationId="{A456EFFE-5880-2E42-A889-598D7AA612B2}"/>
          </ac:spMkLst>
        </pc:spChg>
        <pc:spChg chg="del">
          <ac:chgData name="Kate Burda" userId="44c1ea53-84f5-4c7e-8f48-bfeb434f1f02" providerId="ADAL" clId="{1C598BB4-967E-1749-98FD-3227EDF638D7}" dt="2021-12-14T00:58:52.606" v="787" actId="478"/>
          <ac:spMkLst>
            <pc:docMk/>
            <pc:sldMk cId="1561936295" sldId="4138"/>
            <ac:spMk id="4" creationId="{95776E2C-3C87-5144-AFF8-F9AB5CCB09AC}"/>
          </ac:spMkLst>
        </pc:spChg>
        <pc:spChg chg="del">
          <ac:chgData name="Kate Burda" userId="44c1ea53-84f5-4c7e-8f48-bfeb434f1f02" providerId="ADAL" clId="{1C598BB4-967E-1749-98FD-3227EDF638D7}" dt="2021-12-14T00:58:54.168" v="788" actId="478"/>
          <ac:spMkLst>
            <pc:docMk/>
            <pc:sldMk cId="1561936295" sldId="4138"/>
            <ac:spMk id="5" creationId="{5D3DCAD1-7BB3-6240-A1AB-441D8FBA0368}"/>
          </ac:spMkLst>
        </pc:spChg>
        <pc:spChg chg="del">
          <ac:chgData name="Kate Burda" userId="44c1ea53-84f5-4c7e-8f48-bfeb434f1f02" providerId="ADAL" clId="{1C598BB4-967E-1749-98FD-3227EDF638D7}" dt="2021-12-14T01:11:20.306" v="1671" actId="478"/>
          <ac:spMkLst>
            <pc:docMk/>
            <pc:sldMk cId="1561936295" sldId="4138"/>
            <ac:spMk id="6" creationId="{4E99B83D-ACDC-254A-8081-DB2C39350AB0}"/>
          </ac:spMkLst>
        </pc:spChg>
        <pc:spChg chg="del">
          <ac:chgData name="Kate Burda" userId="44c1ea53-84f5-4c7e-8f48-bfeb434f1f02" providerId="ADAL" clId="{1C598BB4-967E-1749-98FD-3227EDF638D7}" dt="2021-12-14T00:58:52.606" v="787" actId="478"/>
          <ac:spMkLst>
            <pc:docMk/>
            <pc:sldMk cId="1561936295" sldId="4138"/>
            <ac:spMk id="8" creationId="{6D746BFA-FB64-B54F-9ADB-92CA012B8353}"/>
          </ac:spMkLst>
        </pc:spChg>
        <pc:spChg chg="add del mod">
          <ac:chgData name="Kate Burda" userId="44c1ea53-84f5-4c7e-8f48-bfeb434f1f02" providerId="ADAL" clId="{1C598BB4-967E-1749-98FD-3227EDF638D7}" dt="2021-12-14T01:11:52.227" v="1678" actId="14100"/>
          <ac:spMkLst>
            <pc:docMk/>
            <pc:sldMk cId="1561936295" sldId="4138"/>
            <ac:spMk id="10" creationId="{B26638F2-DC14-9D46-B320-7B0F436F68A9}"/>
          </ac:spMkLst>
        </pc:spChg>
        <pc:spChg chg="del">
          <ac:chgData name="Kate Burda" userId="44c1ea53-84f5-4c7e-8f48-bfeb434f1f02" providerId="ADAL" clId="{1C598BB4-967E-1749-98FD-3227EDF638D7}" dt="2021-12-14T00:58:52.606" v="787" actId="478"/>
          <ac:spMkLst>
            <pc:docMk/>
            <pc:sldMk cId="1561936295" sldId="4138"/>
            <ac:spMk id="13" creationId="{52683BDD-A3AE-8D41-B851-FFD63BEC6C04}"/>
          </ac:spMkLst>
        </pc:spChg>
        <pc:spChg chg="del">
          <ac:chgData name="Kate Burda" userId="44c1ea53-84f5-4c7e-8f48-bfeb434f1f02" providerId="ADAL" clId="{1C598BB4-967E-1749-98FD-3227EDF638D7}" dt="2021-12-14T00:58:52.606" v="787" actId="478"/>
          <ac:spMkLst>
            <pc:docMk/>
            <pc:sldMk cId="1561936295" sldId="4138"/>
            <ac:spMk id="16" creationId="{E6F8F017-8F5F-0243-BE90-05F17F70E518}"/>
          </ac:spMkLst>
        </pc:spChg>
        <pc:spChg chg="del">
          <ac:chgData name="Kate Burda" userId="44c1ea53-84f5-4c7e-8f48-bfeb434f1f02" providerId="ADAL" clId="{1C598BB4-967E-1749-98FD-3227EDF638D7}" dt="2021-12-14T00:58:52.606" v="787" actId="478"/>
          <ac:spMkLst>
            <pc:docMk/>
            <pc:sldMk cId="1561936295" sldId="4138"/>
            <ac:spMk id="17" creationId="{0B3E911F-EA82-A44E-B64D-A9823FB58E4A}"/>
          </ac:spMkLst>
        </pc:spChg>
        <pc:spChg chg="mod">
          <ac:chgData name="Kate Burda" userId="44c1ea53-84f5-4c7e-8f48-bfeb434f1f02" providerId="ADAL" clId="{1C598BB4-967E-1749-98FD-3227EDF638D7}" dt="2021-12-14T01:06:21.649" v="1661" actId="114"/>
          <ac:spMkLst>
            <pc:docMk/>
            <pc:sldMk cId="1561936295" sldId="4138"/>
            <ac:spMk id="18" creationId="{6B02FCB3-71B8-F548-B8E8-1E9B892812F7}"/>
          </ac:spMkLst>
        </pc:spChg>
        <pc:spChg chg="mod">
          <ac:chgData name="Kate Burda" userId="44c1ea53-84f5-4c7e-8f48-bfeb434f1f02" providerId="ADAL" clId="{1C598BB4-967E-1749-98FD-3227EDF638D7}" dt="2021-12-14T01:11:33.521" v="1675" actId="1076"/>
          <ac:spMkLst>
            <pc:docMk/>
            <pc:sldMk cId="1561936295" sldId="4138"/>
            <ac:spMk id="21" creationId="{B8AF840D-B1D0-FD47-AD0D-9A95669B56E8}"/>
          </ac:spMkLst>
        </pc:spChg>
        <pc:spChg chg="add del mod">
          <ac:chgData name="Kate Burda" userId="44c1ea53-84f5-4c7e-8f48-bfeb434f1f02" providerId="ADAL" clId="{1C598BB4-967E-1749-98FD-3227EDF638D7}" dt="2021-12-14T19:54:39.895" v="3558" actId="20577"/>
          <ac:spMkLst>
            <pc:docMk/>
            <pc:sldMk cId="1561936295" sldId="4138"/>
            <ac:spMk id="22" creationId="{339AB698-A6A2-BA45-9FDE-D916EB54F79A}"/>
          </ac:spMkLst>
        </pc:spChg>
        <pc:picChg chg="del">
          <ac:chgData name="Kate Burda" userId="44c1ea53-84f5-4c7e-8f48-bfeb434f1f02" providerId="ADAL" clId="{1C598BB4-967E-1749-98FD-3227EDF638D7}" dt="2021-12-14T00:58:52.606" v="787" actId="478"/>
          <ac:picMkLst>
            <pc:docMk/>
            <pc:sldMk cId="1561936295" sldId="4138"/>
            <ac:picMk id="3" creationId="{B8F8D20F-6874-7B4A-811B-6B82A1038A52}"/>
          </ac:picMkLst>
        </pc:picChg>
        <pc:picChg chg="del">
          <ac:chgData name="Kate Burda" userId="44c1ea53-84f5-4c7e-8f48-bfeb434f1f02" providerId="ADAL" clId="{1C598BB4-967E-1749-98FD-3227EDF638D7}" dt="2021-12-14T00:58:52.606" v="787" actId="478"/>
          <ac:picMkLst>
            <pc:docMk/>
            <pc:sldMk cId="1561936295" sldId="4138"/>
            <ac:picMk id="9" creationId="{575D5561-F184-8240-8B1C-63AB82C505A6}"/>
          </ac:picMkLst>
        </pc:picChg>
        <pc:picChg chg="del">
          <ac:chgData name="Kate Burda" userId="44c1ea53-84f5-4c7e-8f48-bfeb434f1f02" providerId="ADAL" clId="{1C598BB4-967E-1749-98FD-3227EDF638D7}" dt="2021-12-14T00:58:52.606" v="787" actId="478"/>
          <ac:picMkLst>
            <pc:docMk/>
            <pc:sldMk cId="1561936295" sldId="4138"/>
            <ac:picMk id="12" creationId="{A2E1ECA0-8B1D-6C48-9FE2-39D07FA7628D}"/>
          </ac:picMkLst>
        </pc:picChg>
        <pc:picChg chg="mod">
          <ac:chgData name="Kate Burda" userId="44c1ea53-84f5-4c7e-8f48-bfeb434f1f02" providerId="ADAL" clId="{1C598BB4-967E-1749-98FD-3227EDF638D7}" dt="2021-12-14T01:11:47.373" v="1677" actId="1076"/>
          <ac:picMkLst>
            <pc:docMk/>
            <pc:sldMk cId="1561936295" sldId="4138"/>
            <ac:picMk id="15" creationId="{D342A72F-7D4A-B04A-B44E-02D8CC5C716C}"/>
          </ac:picMkLst>
        </pc:picChg>
      </pc:sldChg>
      <pc:sldChg chg="addSp modSp new del mod">
        <pc:chgData name="Kate Burda" userId="44c1ea53-84f5-4c7e-8f48-bfeb434f1f02" providerId="ADAL" clId="{1C598BB4-967E-1749-98FD-3227EDF638D7}" dt="2021-12-14T19:10:04.692" v="2630" actId="2696"/>
        <pc:sldMkLst>
          <pc:docMk/>
          <pc:sldMk cId="721222423" sldId="4139"/>
        </pc:sldMkLst>
        <pc:graphicFrameChg chg="add modGraphic">
          <ac:chgData name="Kate Burda" userId="44c1ea53-84f5-4c7e-8f48-bfeb434f1f02" providerId="ADAL" clId="{1C598BB4-967E-1749-98FD-3227EDF638D7}" dt="2021-12-14T17:42:54.349" v="2438" actId="1032"/>
          <ac:graphicFrameMkLst>
            <pc:docMk/>
            <pc:sldMk cId="721222423" sldId="4139"/>
            <ac:graphicFrameMk id="3" creationId="{473BFBFA-34B7-7644-94D3-C7CCAA36ABED}"/>
          </ac:graphicFrameMkLst>
        </pc:graphicFrameChg>
      </pc:sldChg>
      <pc:sldChg chg="addSp delSp modSp new del mod modClrScheme chgLayout">
        <pc:chgData name="Kate Burda" userId="44c1ea53-84f5-4c7e-8f48-bfeb434f1f02" providerId="ADAL" clId="{1C598BB4-967E-1749-98FD-3227EDF638D7}" dt="2021-12-14T23:00:19.869" v="3764" actId="2696"/>
        <pc:sldMkLst>
          <pc:docMk/>
          <pc:sldMk cId="2338073461" sldId="4139"/>
        </pc:sldMkLst>
        <pc:spChg chg="mod ord">
          <ac:chgData name="Kate Burda" userId="44c1ea53-84f5-4c7e-8f48-bfeb434f1f02" providerId="ADAL" clId="{1C598BB4-967E-1749-98FD-3227EDF638D7}" dt="2021-12-14T20:14:40.203" v="3751" actId="20577"/>
          <ac:spMkLst>
            <pc:docMk/>
            <pc:sldMk cId="2338073461" sldId="4139"/>
            <ac:spMk id="2" creationId="{2E593FD1-B4D1-A546-828E-99267CDF771F}"/>
          </ac:spMkLst>
        </pc:spChg>
        <pc:spChg chg="add del mod">
          <ac:chgData name="Kate Burda" userId="44c1ea53-84f5-4c7e-8f48-bfeb434f1f02" providerId="ADAL" clId="{1C598BB4-967E-1749-98FD-3227EDF638D7}" dt="2021-12-14T20:14:45.755" v="3752" actId="478"/>
          <ac:spMkLst>
            <pc:docMk/>
            <pc:sldMk cId="2338073461" sldId="4139"/>
            <ac:spMk id="5" creationId="{11C09EC4-B794-C048-BE7E-249CDCA22F71}"/>
          </ac:spMkLst>
        </pc:spChg>
        <pc:cxnChg chg="add del mod">
          <ac:chgData name="Kate Burda" userId="44c1ea53-84f5-4c7e-8f48-bfeb434f1f02" providerId="ADAL" clId="{1C598BB4-967E-1749-98FD-3227EDF638D7}" dt="2021-12-14T20:04:45.711" v="3739" actId="478"/>
          <ac:cxnSpMkLst>
            <pc:docMk/>
            <pc:sldMk cId="2338073461" sldId="4139"/>
            <ac:cxnSpMk id="4" creationId="{8AD72503-4806-124E-9FAA-F10FC3B3F8A8}"/>
          </ac:cxnSpMkLst>
        </pc:cxnChg>
      </pc:sldChg>
      <pc:sldChg chg="modSp new del mod">
        <pc:chgData name="Kate Burda" userId="44c1ea53-84f5-4c7e-8f48-bfeb434f1f02" providerId="ADAL" clId="{1C598BB4-967E-1749-98FD-3227EDF638D7}" dt="2021-12-14T01:24:23.402" v="2342" actId="2696"/>
        <pc:sldMkLst>
          <pc:docMk/>
          <pc:sldMk cId="3941040884" sldId="4139"/>
        </pc:sldMkLst>
        <pc:spChg chg="mod">
          <ac:chgData name="Kate Burda" userId="44c1ea53-84f5-4c7e-8f48-bfeb434f1f02" providerId="ADAL" clId="{1C598BB4-967E-1749-98FD-3227EDF638D7}" dt="2021-12-14T01:21:52.441" v="2210" actId="20577"/>
          <ac:spMkLst>
            <pc:docMk/>
            <pc:sldMk cId="3941040884" sldId="4139"/>
            <ac:spMk id="2" creationId="{FCC83440-BB0C-604E-B7A0-AA4553220FFA}"/>
          </ac:spMkLst>
        </pc:spChg>
      </pc:sldChg>
      <pc:sldChg chg="addSp delSp modSp add mod">
        <pc:chgData name="Kate Burda" userId="44c1ea53-84f5-4c7e-8f48-bfeb434f1f02" providerId="ADAL" clId="{1C598BB4-967E-1749-98FD-3227EDF638D7}" dt="2021-12-14T22:59:58.347" v="3762" actId="1076"/>
        <pc:sldMkLst>
          <pc:docMk/>
          <pc:sldMk cId="3941705473" sldId="4140"/>
        </pc:sldMkLst>
        <pc:graphicFrameChg chg="del">
          <ac:chgData name="Kate Burda" userId="44c1ea53-84f5-4c7e-8f48-bfeb434f1f02" providerId="ADAL" clId="{1C598BB4-967E-1749-98FD-3227EDF638D7}" dt="2021-12-14T22:59:21.044" v="3756" actId="478"/>
          <ac:graphicFrameMkLst>
            <pc:docMk/>
            <pc:sldMk cId="3941705473" sldId="4140"/>
            <ac:graphicFrameMk id="3" creationId="{920E0981-8AAD-E54B-8FAB-55919426D5F8}"/>
          </ac:graphicFrameMkLst>
        </pc:graphicFrameChg>
        <pc:graphicFrameChg chg="add mod">
          <ac:chgData name="Kate Burda" userId="44c1ea53-84f5-4c7e-8f48-bfeb434f1f02" providerId="ADAL" clId="{1C598BB4-967E-1749-98FD-3227EDF638D7}" dt="2021-12-14T22:59:58.347" v="3762" actId="1076"/>
          <ac:graphicFrameMkLst>
            <pc:docMk/>
            <pc:sldMk cId="3941705473" sldId="4140"/>
            <ac:graphicFrameMk id="4" creationId="{920E0981-8AAD-E54B-8FAB-55919426D5F8}"/>
          </ac:graphicFrameMkLst>
        </pc:graphicFrameChg>
      </pc:sldChg>
      <pc:sldMasterChg chg="delSldLayout">
        <pc:chgData name="Kate Burda" userId="44c1ea53-84f5-4c7e-8f48-bfeb434f1f02" providerId="ADAL" clId="{1C598BB4-967E-1749-98FD-3227EDF638D7}" dt="2021-12-14T01:07:09.488" v="1667" actId="2696"/>
        <pc:sldMasterMkLst>
          <pc:docMk/>
          <pc:sldMasterMk cId="0" sldId="2147483648"/>
        </pc:sldMasterMkLst>
        <pc:sldLayoutChg chg="del">
          <pc:chgData name="Kate Burda" userId="44c1ea53-84f5-4c7e-8f48-bfeb434f1f02" providerId="ADAL" clId="{1C598BB4-967E-1749-98FD-3227EDF638D7}" dt="2021-12-14T01:07:09.488" v="1667" actId="2696"/>
          <pc:sldLayoutMkLst>
            <pc:docMk/>
            <pc:sldMasterMk cId="0" sldId="2147483648"/>
            <pc:sldLayoutMk cId="3714147395" sldId="2147483718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netorg703210.sharepoint.com/sites/KateBurdaCoSharepoint/Shared%20Documents/Ignite/Ignite%20Financial%20Architectur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'Ratios and Glance'!$C$5:$K$5</c:f>
              <c:numCache>
                <c:formatCode>General</c:formatCode>
                <c:ptCount val="9"/>
                <c:pt idx="0">
                  <c:v>2022</c:v>
                </c:pt>
                <c:pt idx="2">
                  <c:v>2023</c:v>
                </c:pt>
                <c:pt idx="4">
                  <c:v>2024</c:v>
                </c:pt>
                <c:pt idx="6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'Ratios and Glance'!$C$21:$K$21</c:f>
              <c:numCache>
                <c:formatCode>General</c:formatCode>
                <c:ptCount val="9"/>
                <c:pt idx="0" formatCode="_(&quot;$&quot;* #,##0_);_(&quot;$&quot;* \(#,##0\);_(&quot;$&quot;* &quot;-&quot;??_);_(@_)">
                  <c:v>1609700</c:v>
                </c:pt>
                <c:pt idx="2" formatCode="_(&quot;$&quot;* #,##0_);_(&quot;$&quot;* \(#,##0\);_(&quot;$&quot;* &quot;-&quot;?_);_(@_)">
                  <c:v>7754600</c:v>
                </c:pt>
                <c:pt idx="4" formatCode="_(&quot;$&quot;* #,##0_);_(&quot;$&quot;* \(#,##0\);_(&quot;$&quot;* &quot;-&quot;?_);_(@_)">
                  <c:v>11631900</c:v>
                </c:pt>
                <c:pt idx="6" formatCode="_(&quot;$&quot;* #,##0_);_(&quot;$&quot;* \(#,##0\);_(&quot;$&quot;* &quot;-&quot;?_);_(@_)">
                  <c:v>17447850</c:v>
                </c:pt>
                <c:pt idx="8" formatCode="_(&quot;$&quot;* #,##0_);_(&quot;$&quot;* \(#,##0\);_(&quot;$&quot;* &quot;-&quot;?_);_(@_)">
                  <c:v>19192635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8D-9A43-AF54-45581009D9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582989055"/>
        <c:axId val="655482095"/>
        <c:axId val="0"/>
      </c:bar3DChart>
      <c:catAx>
        <c:axId val="582989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482095"/>
        <c:crosses val="autoZero"/>
        <c:auto val="1"/>
        <c:lblAlgn val="ctr"/>
        <c:lblOffset val="100"/>
        <c:noMultiLvlLbl val="0"/>
      </c:catAx>
      <c:valAx>
        <c:axId val="655482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98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3358F-61C6-1B4F-B604-6507434D0F38}" type="datetimeFigureOut">
              <a:rPr lang="en-US" smtClean="0"/>
              <a:t>2/24/22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F7AA2-CD4B-B647-91DF-6F7A48C42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F7AA2-CD4B-B647-91DF-6F7A48C426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06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7F7AA2-CD4B-B647-91DF-6F7A48C426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Galyon" pitchFamily="2" charset="77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alyon" pitchFamily="2" charset="77"/>
              </a:defRPr>
            </a:lvl1pPr>
          </a:lstStyle>
          <a:p>
            <a:fld id="{1D8BD707-D9CF-40AE-B4C6-C98DA3205C09}" type="datetimeFigureOut">
              <a:rPr lang="en-US" smtClean="0"/>
              <a:pPr/>
              <a:t>2/24/22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AC62D2-A97F-5B4C-B54B-C2FE63E03F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827" y="4702629"/>
            <a:ext cx="317696" cy="3735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 algn="ctr">
              <a:defRPr sz="2700" b="0" i="0">
                <a:solidFill>
                  <a:schemeClr val="tx1"/>
                </a:solidFill>
                <a:latin typeface="Galyon" pitchFamily="2" charset="77"/>
                <a:cs typeface="Galyon" pitchFamily="2" charset="77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alyon" pitchFamily="2" charset="77"/>
                <a:cs typeface="Galyon" pitchFamily="2" charset="77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F5FFFB-9550-FC41-8C91-35EDC456B9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47" y="4690252"/>
            <a:ext cx="994905" cy="428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k object 29"/>
          <p:cNvSpPr/>
          <p:nvPr/>
        </p:nvSpPr>
        <p:spPr>
          <a:xfrm>
            <a:off x="0" y="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0" name="bk object 30"/>
          <p:cNvSpPr/>
          <p:nvPr/>
        </p:nvSpPr>
        <p:spPr>
          <a:xfrm>
            <a:off x="0" y="1"/>
            <a:ext cx="9143998" cy="495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2200" y="39901"/>
            <a:ext cx="4295749" cy="415498"/>
          </a:xfrm>
        </p:spPr>
        <p:txBody>
          <a:bodyPr lIns="0" tIns="0" rIns="0" bIns="0"/>
          <a:lstStyle>
            <a:lvl1pPr algn="ctr">
              <a:defRPr sz="2700" b="0" i="0">
                <a:solidFill>
                  <a:schemeClr val="tx1"/>
                </a:solidFill>
                <a:latin typeface="Galyon" pitchFamily="2" charset="77"/>
                <a:cs typeface="Galyon" pitchFamily="2" charset="77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8A837C-2C74-EB4F-A541-8DA331B31E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001" y="4603186"/>
            <a:ext cx="1153997" cy="495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90550"/>
            <a:ext cx="9144000" cy="4552950"/>
          </a:xfrm>
          <a:custGeom>
            <a:avLst/>
            <a:gdLst/>
            <a:ahLst/>
            <a:cxnLst/>
            <a:rect l="l" t="t" r="r" b="b"/>
            <a:pathLst>
              <a:path w="9144000" h="5943600">
                <a:moveTo>
                  <a:pt x="0" y="5943598"/>
                </a:moveTo>
                <a:lnTo>
                  <a:pt x="9143998" y="5943598"/>
                </a:lnTo>
                <a:lnTo>
                  <a:pt x="9143998" y="0"/>
                </a:lnTo>
                <a:lnTo>
                  <a:pt x="0" y="0"/>
                </a:lnTo>
                <a:lnTo>
                  <a:pt x="0" y="5943598"/>
                </a:lnTo>
                <a:close/>
              </a:path>
            </a:pathLst>
          </a:custGeom>
          <a:solidFill>
            <a:srgbClr val="D4D2D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0" y="108377"/>
            <a:ext cx="4295749" cy="415498"/>
          </a:xfrm>
        </p:spPr>
        <p:txBody>
          <a:bodyPr lIns="0" tIns="0" rIns="0" bIns="0"/>
          <a:lstStyle>
            <a:lvl1pPr algn="r">
              <a:defRPr sz="2700" b="0" i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FCF18E-25D4-9747-AFD2-377BFAEB6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34" y="108377"/>
            <a:ext cx="1580376" cy="41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7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90550"/>
            <a:ext cx="9144000" cy="4552950"/>
          </a:xfrm>
          <a:custGeom>
            <a:avLst/>
            <a:gdLst/>
            <a:ahLst/>
            <a:cxnLst/>
            <a:rect l="l" t="t" r="r" b="b"/>
            <a:pathLst>
              <a:path w="9144000" h="5943600">
                <a:moveTo>
                  <a:pt x="0" y="5943598"/>
                </a:moveTo>
                <a:lnTo>
                  <a:pt x="9143998" y="5943598"/>
                </a:lnTo>
                <a:lnTo>
                  <a:pt x="9143998" y="0"/>
                </a:lnTo>
                <a:lnTo>
                  <a:pt x="0" y="0"/>
                </a:lnTo>
                <a:lnTo>
                  <a:pt x="0" y="5943598"/>
                </a:lnTo>
                <a:close/>
              </a:path>
            </a:pathLst>
          </a:custGeom>
          <a:solidFill>
            <a:srgbClr val="D4D2D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0" y="108377"/>
            <a:ext cx="4295749" cy="415498"/>
          </a:xfrm>
        </p:spPr>
        <p:txBody>
          <a:bodyPr lIns="0" tIns="0" rIns="0" bIns="0"/>
          <a:lstStyle>
            <a:lvl1pPr algn="r">
              <a:defRPr sz="2700" b="0" i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11" name="Picture 10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984AC338-385B-E249-81F9-A69227642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1" y="-5699"/>
            <a:ext cx="1215246" cy="580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D470F7F4-CEE5-8D47-B2B8-35F6BFDC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419" y="4542874"/>
            <a:ext cx="481162" cy="4811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gauge, device, control panel&#10;&#10;Description automatically generated">
            <a:extLst>
              <a:ext uri="{FF2B5EF4-FFF2-40B4-BE49-F238E27FC236}">
                <a16:creationId xmlns:a16="http://schemas.microsoft.com/office/drawing/2014/main" id="{E8D79A70-42B8-484C-A2D4-714CA07340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2" y="0"/>
            <a:ext cx="9144000" cy="4722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2CC9A0-E276-614F-B406-BF0C19701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692497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GANTIC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B2CBD-417D-B943-80D8-7F3D24A75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696" y="4731616"/>
            <a:ext cx="9035542" cy="411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Galyon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866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90550"/>
            <a:ext cx="9144000" cy="4552950"/>
          </a:xfrm>
          <a:custGeom>
            <a:avLst/>
            <a:gdLst/>
            <a:ahLst/>
            <a:cxnLst/>
            <a:rect l="l" t="t" r="r" b="b"/>
            <a:pathLst>
              <a:path w="9144000" h="5943600">
                <a:moveTo>
                  <a:pt x="0" y="5943598"/>
                </a:moveTo>
                <a:lnTo>
                  <a:pt x="9143998" y="5943598"/>
                </a:lnTo>
                <a:lnTo>
                  <a:pt x="9143998" y="0"/>
                </a:lnTo>
                <a:lnTo>
                  <a:pt x="0" y="0"/>
                </a:lnTo>
                <a:lnTo>
                  <a:pt x="0" y="5943598"/>
                </a:lnTo>
                <a:close/>
              </a:path>
            </a:pathLst>
          </a:custGeom>
          <a:solidFill>
            <a:srgbClr val="D4D2D2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0" y="108377"/>
            <a:ext cx="4295749" cy="415498"/>
          </a:xfrm>
        </p:spPr>
        <p:txBody>
          <a:bodyPr lIns="0" tIns="0" rIns="0" bIns="0"/>
          <a:lstStyle>
            <a:lvl1pPr algn="r">
              <a:defRPr sz="2700" b="0" i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FCF18E-25D4-9747-AFD2-377BFAEB6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34" y="108377"/>
            <a:ext cx="1580376" cy="41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6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9132D6-0004-C34B-A570-7AECE00271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27699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 8"/>
          <p:cNvSpPr/>
          <p:nvPr userDrawn="1"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257305"/>
            <a:ext cx="7772400" cy="1246495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Insert Title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4000500"/>
            <a:ext cx="7772400" cy="285750"/>
          </a:xfrm>
        </p:spPr>
        <p:txBody>
          <a:bodyPr anchor="t">
            <a:normAutofit/>
          </a:bodyPr>
          <a:lstStyle>
            <a:lvl1pPr marL="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Additional Information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B09525-41DD-8741-BCFC-B6769083E5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31" y="177287"/>
            <a:ext cx="1259548" cy="33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5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4126" y="24764"/>
            <a:ext cx="4295749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2100" y="1268244"/>
            <a:ext cx="828103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Galyon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Galyon" pitchFamily="2" charset="77"/>
              </a:defRPr>
            </a:lvl1pPr>
          </a:lstStyle>
          <a:p>
            <a:fld id="{1D8BD707-D9CF-40AE-B4C6-C98DA3205C09}" type="datetimeFigureOut">
              <a:rPr lang="en-US" smtClean="0"/>
              <a:pPr/>
              <a:t>2/24/22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705" r:id="rId4"/>
    <p:sldLayoutId id="2147483664" r:id="rId5"/>
    <p:sldLayoutId id="2147483665" r:id="rId6"/>
    <p:sldLayoutId id="2147483708" r:id="rId7"/>
    <p:sldLayoutId id="2147483717" r:id="rId8"/>
    <p:sldLayoutId id="2147483718" r:id="rId9"/>
    <p:sldLayoutId id="2147483719" r:id="rId10"/>
  </p:sldLayoutIdLst>
  <p:txStyles>
    <p:titleStyle>
      <a:lvl1pPr>
        <a:defRPr>
          <a:latin typeface="Galyon" pitchFamily="2" charset="77"/>
          <a:ea typeface="+mj-ea"/>
          <a:cs typeface="+mj-cs"/>
        </a:defRPr>
      </a:lvl1pPr>
    </p:titleStyle>
    <p:bodyStyle>
      <a:lvl1pPr marL="0">
        <a:defRPr>
          <a:latin typeface="Galyon" pitchFamily="2" charset="77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28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6D153A-5864-B64B-9FF1-42DC25777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8284" cy="454152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5715" y="4541520"/>
            <a:ext cx="9138285" cy="711200"/>
          </a:xfrm>
          <a:custGeom>
            <a:avLst/>
            <a:gdLst/>
            <a:ahLst/>
            <a:cxnLst/>
            <a:rect l="l" t="t" r="r" b="b"/>
            <a:pathLst>
              <a:path w="9138285" h="854075">
                <a:moveTo>
                  <a:pt x="9138055" y="0"/>
                </a:moveTo>
                <a:lnTo>
                  <a:pt x="0" y="0"/>
                </a:lnTo>
                <a:lnTo>
                  <a:pt x="0" y="853529"/>
                </a:lnTo>
                <a:lnTo>
                  <a:pt x="9138055" y="853529"/>
                </a:lnTo>
                <a:lnTo>
                  <a:pt x="9138055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r>
              <a:rPr lang="en-US" sz="1600" dirty="0">
                <a:latin typeface="Franklin Gothic Book" panose="020B0503020102020204" pitchFamily="34" charset="0"/>
              </a:rPr>
              <a:t>   </a:t>
            </a:r>
            <a:endParaRPr lang="en-US" sz="1050" dirty="0">
              <a:latin typeface="Franklin Gothic Book" panose="020B0503020102020204" pitchFamily="34" charset="0"/>
            </a:endParaRPr>
          </a:p>
          <a:p>
            <a:pPr marL="233363" indent="-233363"/>
            <a:r>
              <a:rPr lang="en-US"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All </a:t>
            </a:r>
            <a:r>
              <a:rPr lang="en-US"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materials </a:t>
            </a:r>
            <a:r>
              <a:rPr lang="en-US"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lang="en-US"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methodologies are </a:t>
            </a:r>
            <a:r>
              <a:rPr lang="en-US"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copy </a:t>
            </a:r>
            <a:r>
              <a:rPr lang="en-US"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written </a:t>
            </a:r>
            <a:r>
              <a:rPr lang="en-US"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lang="en-US"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 Intellectual </a:t>
            </a:r>
            <a:r>
              <a:rPr lang="en-US"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Property </a:t>
            </a:r>
            <a:r>
              <a:rPr lang="en-US"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of </a:t>
            </a:r>
            <a:r>
              <a:rPr lang="en-US"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Kate </a:t>
            </a:r>
            <a:r>
              <a:rPr lang="en-US"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Burda </a:t>
            </a:r>
            <a:r>
              <a:rPr lang="en-US"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&amp; </a:t>
            </a:r>
            <a:r>
              <a:rPr lang="en-US" sz="800" spc="-3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Company </a:t>
            </a:r>
            <a:r>
              <a:rPr lang="en-US"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lang="en-US"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for </a:t>
            </a:r>
            <a:r>
              <a:rPr lang="en-US"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the </a:t>
            </a:r>
            <a:r>
              <a:rPr lang="en-US" sz="800" spc="-25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express </a:t>
            </a:r>
            <a:r>
              <a:rPr lang="en-US" sz="800" spc="-2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purpose</a:t>
            </a:r>
            <a:r>
              <a:rPr lang="en-US" sz="800" spc="-1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.</a:t>
            </a:r>
          </a:p>
          <a:p>
            <a:pPr marL="233363" indent="-233363"/>
            <a:r>
              <a:rPr lang="en-US" sz="800" spc="-2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Systems,  Methodology, </a:t>
            </a:r>
            <a:r>
              <a:rPr lang="en-US"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lang="en-US"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constructs are </a:t>
            </a:r>
            <a:r>
              <a:rPr lang="en-US"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not for </a:t>
            </a:r>
            <a:r>
              <a:rPr lang="en-US"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external </a:t>
            </a:r>
            <a:r>
              <a:rPr lang="en-US" sz="800" spc="-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distribution </a:t>
            </a:r>
            <a:r>
              <a:rPr lang="en-US" sz="800" spc="-2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and </a:t>
            </a:r>
            <a:r>
              <a:rPr lang="en-US" sz="800" spc="-1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are</a:t>
            </a:r>
            <a:r>
              <a:rPr lang="en-US" sz="800" spc="-55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 </a:t>
            </a:r>
            <a:r>
              <a:rPr lang="en-US" sz="800" spc="-10" dirty="0">
                <a:solidFill>
                  <a:srgbClr val="7F7F7F"/>
                </a:solidFill>
                <a:latin typeface="Franklin Gothic Book" panose="020B0503020102020204" pitchFamily="34" charset="0"/>
                <a:cs typeface="Arial"/>
              </a:rPr>
              <a:t>protected.</a:t>
            </a:r>
            <a:endParaRPr lang="en-US" sz="800" dirty="0">
              <a:latin typeface="Franklin Gothic Book" panose="020B0503020102020204" pitchFamily="34" charset="0"/>
              <a:cs typeface="Arial"/>
            </a:endParaRPr>
          </a:p>
          <a:p>
            <a:endParaRPr sz="1600" dirty="0">
              <a:latin typeface="Franklin Gothic Book" panose="020B05030201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5715" y="3936943"/>
            <a:ext cx="9144000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>
                <a:solidFill>
                  <a:srgbClr val="FFFFFF"/>
                </a:solidFill>
                <a:latin typeface="Galyon" pitchFamily="2" charset="77"/>
                <a:cs typeface="Shree Devanagari 714" panose="02000600000000000000" pitchFamily="2" charset="0"/>
              </a:rPr>
              <a:t>Do Less. Make it mean more.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sz="2800">
              <a:latin typeface="Galyon" pitchFamily="2" charset="77"/>
              <a:cs typeface="Shree Devanagari 714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8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48BD4A-F2AE-3C4F-8C1B-19494841AEC4}"/>
              </a:ext>
            </a:extLst>
          </p:cNvPr>
          <p:cNvSpPr txBox="1"/>
          <p:nvPr/>
        </p:nvSpPr>
        <p:spPr>
          <a:xfrm>
            <a:off x="3452152" y="229640"/>
            <a:ext cx="2239716" cy="4385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5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AGENDA SLIDE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D2EB0-BFB7-7F45-A9F2-C8F5DE21E96E}"/>
              </a:ext>
            </a:extLst>
          </p:cNvPr>
          <p:cNvSpPr txBox="1"/>
          <p:nvPr/>
        </p:nvSpPr>
        <p:spPr>
          <a:xfrm>
            <a:off x="3585223" y="590695"/>
            <a:ext cx="19735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spc="113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rPr>
              <a:t>WRITE YOUR SUBTITLE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542718-AA00-F54B-B875-2D92F6E422AF}"/>
              </a:ext>
            </a:extLst>
          </p:cNvPr>
          <p:cNvSpPr txBox="1"/>
          <p:nvPr/>
        </p:nvSpPr>
        <p:spPr>
          <a:xfrm>
            <a:off x="101586" y="4120273"/>
            <a:ext cx="1257075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The Problem</a:t>
            </a:r>
          </a:p>
        </p:txBody>
      </p:sp>
      <p:pic>
        <p:nvPicPr>
          <p:cNvPr id="21" name="Picture 20" descr="A picture containing dark, light, night&#10;&#10;Description automatically generated">
            <a:extLst>
              <a:ext uri="{FF2B5EF4-FFF2-40B4-BE49-F238E27FC236}">
                <a16:creationId xmlns:a16="http://schemas.microsoft.com/office/drawing/2014/main" id="{04B7B64B-709C-3147-9FA9-621928EA9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3075972"/>
          </a:xfrm>
          <a:prstGeom prst="rect">
            <a:avLst/>
          </a:prstGeom>
        </p:spPr>
      </p:pic>
      <p:sp>
        <p:nvSpPr>
          <p:cNvPr id="8" name="Triangle 7">
            <a:extLst>
              <a:ext uri="{FF2B5EF4-FFF2-40B4-BE49-F238E27FC236}">
                <a16:creationId xmlns:a16="http://schemas.microsoft.com/office/drawing/2014/main" id="{A62B5974-184A-0F42-ACAC-B27F7CD2C6B1}"/>
              </a:ext>
            </a:extLst>
          </p:cNvPr>
          <p:cNvSpPr/>
          <p:nvPr/>
        </p:nvSpPr>
        <p:spPr>
          <a:xfrm rot="10800000">
            <a:off x="105445" y="2862881"/>
            <a:ext cx="1114692" cy="1089023"/>
          </a:xfrm>
          <a:prstGeom prst="triangle">
            <a:avLst/>
          </a:pr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8F5CF707-5998-0D4F-957D-AC47822309A0}"/>
              </a:ext>
            </a:extLst>
          </p:cNvPr>
          <p:cNvSpPr/>
          <p:nvPr/>
        </p:nvSpPr>
        <p:spPr>
          <a:xfrm rot="10800000">
            <a:off x="1665234" y="2862881"/>
            <a:ext cx="1114692" cy="1089023"/>
          </a:xfrm>
          <a:prstGeom prst="triangle">
            <a:avLst/>
          </a:pr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B3A3E237-5F1C-F343-AD3B-A6E44CE645B8}"/>
              </a:ext>
            </a:extLst>
          </p:cNvPr>
          <p:cNvSpPr/>
          <p:nvPr/>
        </p:nvSpPr>
        <p:spPr>
          <a:xfrm rot="10800000">
            <a:off x="4784812" y="2862881"/>
            <a:ext cx="1114692" cy="1089023"/>
          </a:xfrm>
          <a:prstGeom prst="triangle">
            <a:avLst/>
          </a:pr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2E6A4EFE-37E1-6A45-8E90-F93E94E0982C}"/>
              </a:ext>
            </a:extLst>
          </p:cNvPr>
          <p:cNvSpPr/>
          <p:nvPr/>
        </p:nvSpPr>
        <p:spPr>
          <a:xfrm rot="10800000">
            <a:off x="6344601" y="2862881"/>
            <a:ext cx="1114692" cy="1089023"/>
          </a:xfrm>
          <a:prstGeom prst="triangle">
            <a:avLst/>
          </a:pr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A586AE-EE05-8E4B-BE7E-CFD3B5049A1D}"/>
              </a:ext>
            </a:extLst>
          </p:cNvPr>
          <p:cNvSpPr txBox="1"/>
          <p:nvPr/>
        </p:nvSpPr>
        <p:spPr>
          <a:xfrm>
            <a:off x="297605" y="2792452"/>
            <a:ext cx="814647" cy="7848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250" b="1" spc="300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Page</a:t>
            </a:r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 </a:t>
            </a:r>
          </a:p>
          <a:p>
            <a:pPr algn="ctr"/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2-5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038A16-1184-9842-B40B-8011EF905DAD}"/>
              </a:ext>
            </a:extLst>
          </p:cNvPr>
          <p:cNvSpPr txBox="1"/>
          <p:nvPr/>
        </p:nvSpPr>
        <p:spPr>
          <a:xfrm>
            <a:off x="1659771" y="4114699"/>
            <a:ext cx="1260281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The Solution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3E1F0C-5088-CC43-B5B5-42A640C3B1ED}"/>
              </a:ext>
            </a:extLst>
          </p:cNvPr>
          <p:cNvSpPr txBox="1"/>
          <p:nvPr/>
        </p:nvSpPr>
        <p:spPr>
          <a:xfrm>
            <a:off x="3274063" y="4120273"/>
            <a:ext cx="1151277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The Market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914200-42CA-E44F-8226-36E2CEAA21CD}"/>
              </a:ext>
            </a:extLst>
          </p:cNvPr>
          <p:cNvSpPr txBox="1"/>
          <p:nvPr/>
        </p:nvSpPr>
        <p:spPr>
          <a:xfrm>
            <a:off x="6303300" y="4107229"/>
            <a:ext cx="1300357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The Traction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A30510-CB54-A44A-B198-3E79E0A61310}"/>
              </a:ext>
            </a:extLst>
          </p:cNvPr>
          <p:cNvSpPr txBox="1"/>
          <p:nvPr/>
        </p:nvSpPr>
        <p:spPr>
          <a:xfrm>
            <a:off x="4934358" y="4114699"/>
            <a:ext cx="1031052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The Team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B4708A-EBFF-D648-A7A1-CA417D1F5EBB}"/>
              </a:ext>
            </a:extLst>
          </p:cNvPr>
          <p:cNvSpPr txBox="1"/>
          <p:nvPr/>
        </p:nvSpPr>
        <p:spPr>
          <a:xfrm>
            <a:off x="8072796" y="4107230"/>
            <a:ext cx="864339" cy="3077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400" b="1">
                <a:solidFill>
                  <a:schemeClr val="tx2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The Ask</a:t>
            </a:r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4185B0B2-ED8C-774C-85AB-09CF35E37216}"/>
              </a:ext>
            </a:extLst>
          </p:cNvPr>
          <p:cNvSpPr/>
          <p:nvPr/>
        </p:nvSpPr>
        <p:spPr>
          <a:xfrm rot="10800000">
            <a:off x="3225023" y="2862881"/>
            <a:ext cx="1114692" cy="1089023"/>
          </a:xfrm>
          <a:prstGeom prst="triangle">
            <a:avLst/>
          </a:pr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43" name="Triangle 42">
            <a:extLst>
              <a:ext uri="{FF2B5EF4-FFF2-40B4-BE49-F238E27FC236}">
                <a16:creationId xmlns:a16="http://schemas.microsoft.com/office/drawing/2014/main" id="{55E55863-CECD-AB4D-9191-C8D96371668C}"/>
              </a:ext>
            </a:extLst>
          </p:cNvPr>
          <p:cNvSpPr/>
          <p:nvPr/>
        </p:nvSpPr>
        <p:spPr>
          <a:xfrm rot="10800000">
            <a:off x="7904388" y="2862881"/>
            <a:ext cx="1114692" cy="1089023"/>
          </a:xfrm>
          <a:prstGeom prst="triangle">
            <a:avLst/>
          </a:pr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D8D37C-F8E6-8348-9D06-8499A63D1904}"/>
              </a:ext>
            </a:extLst>
          </p:cNvPr>
          <p:cNvSpPr txBox="1"/>
          <p:nvPr/>
        </p:nvSpPr>
        <p:spPr>
          <a:xfrm>
            <a:off x="1883635" y="2792452"/>
            <a:ext cx="742511" cy="7848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250" b="1" spc="300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Page</a:t>
            </a:r>
          </a:p>
          <a:p>
            <a:pPr algn="ctr"/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6-9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930E90-DF37-3747-B15A-AD84C93C415F}"/>
              </a:ext>
            </a:extLst>
          </p:cNvPr>
          <p:cNvSpPr txBox="1"/>
          <p:nvPr/>
        </p:nvSpPr>
        <p:spPr>
          <a:xfrm>
            <a:off x="4982925" y="2792452"/>
            <a:ext cx="814646" cy="7848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250" b="1" spc="300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Page</a:t>
            </a:r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 </a:t>
            </a:r>
          </a:p>
          <a:p>
            <a:pPr algn="ctr"/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11-12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6132C-D430-E140-99AD-0352CF6BE8D4}"/>
              </a:ext>
            </a:extLst>
          </p:cNvPr>
          <p:cNvSpPr txBox="1"/>
          <p:nvPr/>
        </p:nvSpPr>
        <p:spPr>
          <a:xfrm>
            <a:off x="3443424" y="2792452"/>
            <a:ext cx="742511" cy="7848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250" b="1" spc="300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Page</a:t>
            </a:r>
            <a:endParaRPr lang="en-US" sz="2250" b="1">
              <a:solidFill>
                <a:schemeClr val="bg1"/>
              </a:solidFill>
              <a:latin typeface="GANTIC" pitchFamily="2" charset="0"/>
              <a:ea typeface="League Spartan" charset="0"/>
              <a:cs typeface="Poppins" pitchFamily="2" charset="77"/>
            </a:endParaRPr>
          </a:p>
          <a:p>
            <a:pPr algn="ctr"/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9-10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45537C-7788-3644-BDF3-1C4E6FD03A96}"/>
              </a:ext>
            </a:extLst>
          </p:cNvPr>
          <p:cNvSpPr txBox="1"/>
          <p:nvPr/>
        </p:nvSpPr>
        <p:spPr>
          <a:xfrm>
            <a:off x="8117267" y="2792452"/>
            <a:ext cx="742511" cy="7848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250" b="1" spc="300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Page</a:t>
            </a:r>
            <a:endParaRPr lang="en-US" sz="2250" b="1">
              <a:solidFill>
                <a:schemeClr val="bg1"/>
              </a:solidFill>
              <a:latin typeface="GANTIC" pitchFamily="2" charset="0"/>
              <a:ea typeface="League Spartan" charset="0"/>
              <a:cs typeface="Poppins" pitchFamily="2" charset="77"/>
            </a:endParaRPr>
          </a:p>
          <a:p>
            <a:pPr algn="ctr"/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1B25E7-1D98-5640-9220-55DB7ECDC137}"/>
              </a:ext>
            </a:extLst>
          </p:cNvPr>
          <p:cNvSpPr txBox="1"/>
          <p:nvPr/>
        </p:nvSpPr>
        <p:spPr>
          <a:xfrm>
            <a:off x="6542714" y="2792452"/>
            <a:ext cx="742511" cy="78483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250" b="1" spc="300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Page</a:t>
            </a:r>
            <a:endParaRPr lang="en-US" sz="2250" b="1">
              <a:solidFill>
                <a:schemeClr val="bg1"/>
              </a:solidFill>
              <a:latin typeface="GANTIC" pitchFamily="2" charset="0"/>
              <a:ea typeface="League Spartan" charset="0"/>
              <a:cs typeface="Poppins" pitchFamily="2" charset="77"/>
            </a:endParaRPr>
          </a:p>
          <a:p>
            <a:pPr algn="ctr"/>
            <a:r>
              <a:rPr lang="en-US" sz="2250" b="1">
                <a:solidFill>
                  <a:schemeClr val="bg1"/>
                </a:solidFill>
                <a:latin typeface="GANTIC" pitchFamily="2" charset="0"/>
                <a:ea typeface="League Spartan" charset="0"/>
                <a:cs typeface="Poppins" pitchFamily="2" charset="77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2155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A7B57D7-6BC0-0048-A506-53980E3F3F6B}"/>
              </a:ext>
            </a:extLst>
          </p:cNvPr>
          <p:cNvSpPr/>
          <p:nvPr/>
        </p:nvSpPr>
        <p:spPr>
          <a:xfrm>
            <a:off x="1286934" y="2030352"/>
            <a:ext cx="1763720" cy="1570648"/>
          </a:xfrm>
          <a:prstGeom prst="ellipse">
            <a:avLst/>
          </a:prstGeom>
          <a:gradFill flip="none" rotWithShape="1">
            <a:gsLst>
              <a:gs pos="0">
                <a:srgbClr val="DB5E71">
                  <a:tint val="66000"/>
                  <a:satMod val="160000"/>
                </a:srgbClr>
              </a:gs>
              <a:gs pos="50000">
                <a:srgbClr val="DB5E71">
                  <a:tint val="44500"/>
                  <a:satMod val="160000"/>
                </a:srgbClr>
              </a:gs>
              <a:gs pos="100000">
                <a:srgbClr val="DB5E71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ANTIC" pitchFamily="2" charset="0"/>
              </a:rPr>
              <a:t>Financial Programs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89D710-996E-A746-A9BC-2FB2C69C4EAD}"/>
              </a:ext>
            </a:extLst>
          </p:cNvPr>
          <p:cNvSpPr/>
          <p:nvPr/>
        </p:nvSpPr>
        <p:spPr>
          <a:xfrm>
            <a:off x="6178079" y="1929952"/>
            <a:ext cx="1580073" cy="1562650"/>
          </a:xfrm>
          <a:prstGeom prst="ellipse">
            <a:avLst/>
          </a:prstGeom>
          <a:gradFill flip="none" rotWithShape="1">
            <a:gsLst>
              <a:gs pos="0">
                <a:srgbClr val="DB5E71">
                  <a:tint val="66000"/>
                  <a:satMod val="160000"/>
                </a:srgbClr>
              </a:gs>
              <a:gs pos="50000">
                <a:srgbClr val="DB5E71">
                  <a:tint val="44500"/>
                  <a:satMod val="160000"/>
                </a:srgbClr>
              </a:gs>
              <a:gs pos="100000">
                <a:srgbClr val="DB5E71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GANTIC" pitchFamily="2" charset="0"/>
              </a:rPr>
              <a:t>CRM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GANTIC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1211C6-8BA4-694E-AF50-50F932D3C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4338">
            <a:off x="3605854" y="1734683"/>
            <a:ext cx="1953187" cy="1953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3CC214-376B-FA4D-98DE-01E7A2016842}"/>
              </a:ext>
            </a:extLst>
          </p:cNvPr>
          <p:cNvSpPr txBox="1"/>
          <p:nvPr/>
        </p:nvSpPr>
        <p:spPr>
          <a:xfrm>
            <a:off x="5029357" y="0"/>
            <a:ext cx="3494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ANTIC" pitchFamily="2" charset="0"/>
              </a:rPr>
              <a:t>What’s the Problem?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436162-8710-2841-A7B9-4EDE1502A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732" y1="21469" x2="38732" y2="21469"/>
                        <a14:foregroundMark x1="38732" y1="21469" x2="38732" y2="21469"/>
                        <a14:foregroundMark x1="38732" y1="21469" x2="38732" y2="21469"/>
                        <a14:foregroundMark x1="38028" y1="35593" x2="38028" y2="35593"/>
                        <a14:foregroundMark x1="67958" y1="56497" x2="67958" y2="56497"/>
                        <a14:foregroundMark x1="67958" y1="56497" x2="67958" y2="564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1210" y="2102510"/>
            <a:ext cx="3063587" cy="18985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A049EE-BFCC-7849-A7FB-C039C85FF2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18" y="2203033"/>
            <a:ext cx="2976729" cy="1184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A664F-4534-954D-A34E-0A961E26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732" y1="21469" x2="38732" y2="21469"/>
                        <a14:foregroundMark x1="38732" y1="21469" x2="38732" y2="21469"/>
                        <a14:foregroundMark x1="38732" y1="21469" x2="38732" y2="21469"/>
                        <a14:foregroundMark x1="38028" y1="35593" x2="38028" y2="35593"/>
                        <a14:foregroundMark x1="67958" y1="56497" x2="67958" y2="56497"/>
                        <a14:foregroundMark x1="67958" y1="56497" x2="67958" y2="564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7389" y="917841"/>
            <a:ext cx="3063587" cy="18985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95F3A1-10DD-CB48-819E-0BAE46428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732" y1="21469" x2="38732" y2="21469"/>
                        <a14:foregroundMark x1="38732" y1="21469" x2="38732" y2="21469"/>
                        <a14:foregroundMark x1="38732" y1="21469" x2="38732" y2="21469"/>
                        <a14:foregroundMark x1="38028" y1="35593" x2="38028" y2="35593"/>
                        <a14:foregroundMark x1="67958" y1="56497" x2="67958" y2="56497"/>
                        <a14:foregroundMark x1="67958" y1="56497" x2="67958" y2="564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5553" y="1929952"/>
            <a:ext cx="3063587" cy="18985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BB6C59-ACDC-1244-9350-FEE8B2D1B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732" y1="21469" x2="38732" y2="21469"/>
                        <a14:foregroundMark x1="38732" y1="21469" x2="38732" y2="21469"/>
                        <a14:foregroundMark x1="38732" y1="21469" x2="38732" y2="21469"/>
                        <a14:foregroundMark x1="38028" y1="35593" x2="38028" y2="35593"/>
                        <a14:foregroundMark x1="67958" y1="56497" x2="67958" y2="56497"/>
                        <a14:foregroundMark x1="67958" y1="56497" x2="67958" y2="564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7563" y="2711496"/>
            <a:ext cx="3063587" cy="18985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473A2F-A135-9C44-B968-0B6E82CD4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732" y1="21469" x2="38732" y2="21469"/>
                        <a14:foregroundMark x1="38732" y1="21469" x2="38732" y2="21469"/>
                        <a14:foregroundMark x1="38732" y1="21469" x2="38732" y2="21469"/>
                        <a14:foregroundMark x1="38028" y1="35593" x2="38028" y2="35593"/>
                        <a14:foregroundMark x1="67958" y1="56497" x2="67958" y2="56497"/>
                        <a14:foregroundMark x1="67958" y1="56497" x2="67958" y2="564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1138" y="689556"/>
            <a:ext cx="3063587" cy="189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3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FB031-986E-3148-A6D2-708CDBCB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lyon" pitchFamily="2" charset="77"/>
              </a:rPr>
              <a:t>What we know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1AE389-7DD2-9D42-BDCB-EEE9661C5D15}"/>
              </a:ext>
            </a:extLst>
          </p:cNvPr>
          <p:cNvSpPr/>
          <p:nvPr/>
        </p:nvSpPr>
        <p:spPr>
          <a:xfrm>
            <a:off x="1191" y="1524485"/>
            <a:ext cx="9141619" cy="1326482"/>
          </a:xfrm>
          <a:prstGeom prst="rect">
            <a:avLst/>
          </a:prstGeom>
          <a:solidFill>
            <a:srgbClr val="1E2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2" name="Off-page Connector 11">
            <a:extLst>
              <a:ext uri="{FF2B5EF4-FFF2-40B4-BE49-F238E27FC236}">
                <a16:creationId xmlns:a16="http://schemas.microsoft.com/office/drawing/2014/main" id="{653D76E4-DEE0-6D43-B7DB-732547E1DA74}"/>
              </a:ext>
            </a:extLst>
          </p:cNvPr>
          <p:cNvSpPr/>
          <p:nvPr/>
        </p:nvSpPr>
        <p:spPr>
          <a:xfrm>
            <a:off x="571500" y="1298894"/>
            <a:ext cx="1290387" cy="2128823"/>
          </a:xfrm>
          <a:prstGeom prst="flowChartOffpageConnector">
            <a:avLst/>
          </a:prstGeom>
          <a:solidFill>
            <a:srgbClr val="8C8C8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rgbClr val="8B0E54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BA9B8AE3-7E2E-774C-9212-E45A9F2FA861}"/>
              </a:ext>
            </a:extLst>
          </p:cNvPr>
          <p:cNvSpPr/>
          <p:nvPr/>
        </p:nvSpPr>
        <p:spPr>
          <a:xfrm>
            <a:off x="1861887" y="1298894"/>
            <a:ext cx="117308" cy="225592"/>
          </a:xfrm>
          <a:prstGeom prst="rtTriangle">
            <a:avLst/>
          </a:prstGeom>
          <a:solidFill>
            <a:srgbClr val="8C8C8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4" name="Off-page Connector 13">
            <a:extLst>
              <a:ext uri="{FF2B5EF4-FFF2-40B4-BE49-F238E27FC236}">
                <a16:creationId xmlns:a16="http://schemas.microsoft.com/office/drawing/2014/main" id="{7509DB51-B5B8-A947-8525-05CAEE994A19}"/>
              </a:ext>
            </a:extLst>
          </p:cNvPr>
          <p:cNvSpPr/>
          <p:nvPr/>
        </p:nvSpPr>
        <p:spPr>
          <a:xfrm>
            <a:off x="2249153" y="1298894"/>
            <a:ext cx="1290387" cy="2128823"/>
          </a:xfrm>
          <a:prstGeom prst="flowChartOffpageConnector">
            <a:avLst/>
          </a:prstGeom>
          <a:solidFill>
            <a:srgbClr val="FF9088"/>
          </a:solidFill>
          <a:ln>
            <a:solidFill>
              <a:srgbClr val="DB5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B0A5A37F-566D-0540-96B3-2B8B06626706}"/>
              </a:ext>
            </a:extLst>
          </p:cNvPr>
          <p:cNvSpPr/>
          <p:nvPr/>
        </p:nvSpPr>
        <p:spPr>
          <a:xfrm>
            <a:off x="3557211" y="1298893"/>
            <a:ext cx="117308" cy="225592"/>
          </a:xfrm>
          <a:prstGeom prst="rtTriangle">
            <a:avLst/>
          </a:prstGeom>
          <a:solidFill>
            <a:srgbClr val="FF9088"/>
          </a:solidFill>
          <a:ln w="3175">
            <a:solidFill>
              <a:srgbClr val="DB5E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6" name="Off-page Connector 15">
            <a:extLst>
              <a:ext uri="{FF2B5EF4-FFF2-40B4-BE49-F238E27FC236}">
                <a16:creationId xmlns:a16="http://schemas.microsoft.com/office/drawing/2014/main" id="{A23818E0-85E9-2142-9388-4366335FD398}"/>
              </a:ext>
            </a:extLst>
          </p:cNvPr>
          <p:cNvSpPr/>
          <p:nvPr/>
        </p:nvSpPr>
        <p:spPr>
          <a:xfrm>
            <a:off x="3915904" y="1298894"/>
            <a:ext cx="1290387" cy="2128823"/>
          </a:xfrm>
          <a:prstGeom prst="flowChartOffpageConnector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986B0CB0-26A1-9E45-A938-5B95D01B59E0}"/>
              </a:ext>
            </a:extLst>
          </p:cNvPr>
          <p:cNvSpPr/>
          <p:nvPr/>
        </p:nvSpPr>
        <p:spPr>
          <a:xfrm>
            <a:off x="5217193" y="1298894"/>
            <a:ext cx="117308" cy="225592"/>
          </a:xfrm>
          <a:prstGeom prst="rtTriangle">
            <a:avLst/>
          </a:prstGeom>
          <a:solidFill>
            <a:srgbClr val="1E202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8" name="Off-page Connector 17">
            <a:extLst>
              <a:ext uri="{FF2B5EF4-FFF2-40B4-BE49-F238E27FC236}">
                <a16:creationId xmlns:a16="http://schemas.microsoft.com/office/drawing/2014/main" id="{D04F1BB8-745B-F342-BF9D-22CEB449EEC5}"/>
              </a:ext>
            </a:extLst>
          </p:cNvPr>
          <p:cNvSpPr/>
          <p:nvPr/>
        </p:nvSpPr>
        <p:spPr>
          <a:xfrm>
            <a:off x="5604460" y="1298894"/>
            <a:ext cx="1290387" cy="2128823"/>
          </a:xfrm>
          <a:prstGeom prst="flowChartOffpageConnector">
            <a:avLst/>
          </a:prstGeom>
          <a:solidFill>
            <a:srgbClr val="D8D2D2"/>
          </a:solidFill>
          <a:ln w="3175">
            <a:solidFill>
              <a:srgbClr val="8C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48497579-501F-F440-9BAE-452754A59D66}"/>
              </a:ext>
            </a:extLst>
          </p:cNvPr>
          <p:cNvSpPr/>
          <p:nvPr/>
        </p:nvSpPr>
        <p:spPr>
          <a:xfrm>
            <a:off x="6894847" y="1298894"/>
            <a:ext cx="117308" cy="225592"/>
          </a:xfrm>
          <a:prstGeom prst="rtTriangle">
            <a:avLst/>
          </a:prstGeom>
          <a:solidFill>
            <a:srgbClr val="D8D2D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0" name="Off-page Connector 19">
            <a:extLst>
              <a:ext uri="{FF2B5EF4-FFF2-40B4-BE49-F238E27FC236}">
                <a16:creationId xmlns:a16="http://schemas.microsoft.com/office/drawing/2014/main" id="{EC77AA48-951B-784D-8154-5E725170C355}"/>
              </a:ext>
            </a:extLst>
          </p:cNvPr>
          <p:cNvSpPr/>
          <p:nvPr/>
        </p:nvSpPr>
        <p:spPr>
          <a:xfrm>
            <a:off x="7282112" y="1298894"/>
            <a:ext cx="1290387" cy="2128823"/>
          </a:xfrm>
          <a:prstGeom prst="flowChartOffpageConnector">
            <a:avLst/>
          </a:prstGeom>
          <a:solidFill>
            <a:srgbClr val="DB5E71"/>
          </a:solidFill>
          <a:ln>
            <a:solidFill>
              <a:srgbClr val="FF90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23BE4CD1-0A79-1F40-8386-F2E32C8C46F5}"/>
              </a:ext>
            </a:extLst>
          </p:cNvPr>
          <p:cNvSpPr/>
          <p:nvPr/>
        </p:nvSpPr>
        <p:spPr>
          <a:xfrm>
            <a:off x="8572500" y="1298894"/>
            <a:ext cx="117308" cy="225592"/>
          </a:xfrm>
          <a:prstGeom prst="rtTriangle">
            <a:avLst/>
          </a:prstGeom>
          <a:solidFill>
            <a:srgbClr val="DB5E71"/>
          </a:solidFill>
          <a:ln>
            <a:solidFill>
              <a:srgbClr val="FF90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0940D1-B71F-0A48-89D3-6E44DF4B3853}"/>
              </a:ext>
            </a:extLst>
          </p:cNvPr>
          <p:cNvSpPr txBox="1"/>
          <p:nvPr/>
        </p:nvSpPr>
        <p:spPr>
          <a:xfrm>
            <a:off x="2040525" y="3467091"/>
            <a:ext cx="1707641" cy="1600438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60%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of organizations don’t link strategy to financial outcomes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Galyon Bold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5AB18F-33BC-4045-8D2F-BAF946F255A5}"/>
              </a:ext>
            </a:extLst>
          </p:cNvPr>
          <p:cNvSpPr txBox="1"/>
          <p:nvPr/>
        </p:nvSpPr>
        <p:spPr>
          <a:xfrm>
            <a:off x="826898" y="1485111"/>
            <a:ext cx="768159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Franklin Gothic Book" panose="020B0503020102020204" pitchFamily="34" charset="0"/>
                <a:cs typeface="Poppins" pitchFamily="2" charset="77"/>
              </a:rPr>
              <a:t>90%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E824B0-DE49-C84A-962C-B7C994D09C65}"/>
              </a:ext>
            </a:extLst>
          </p:cNvPr>
          <p:cNvSpPr txBox="1"/>
          <p:nvPr/>
        </p:nvSpPr>
        <p:spPr>
          <a:xfrm>
            <a:off x="2548505" y="1485111"/>
            <a:ext cx="756105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Franklin Gothic Book" panose="020B0503020102020204" pitchFamily="34" charset="0"/>
                <a:cs typeface="Poppins" pitchFamily="2" charset="77"/>
              </a:rPr>
              <a:t>61%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99B3F4-C856-D343-9758-4C068464270F}"/>
              </a:ext>
            </a:extLst>
          </p:cNvPr>
          <p:cNvSpPr txBox="1"/>
          <p:nvPr/>
        </p:nvSpPr>
        <p:spPr>
          <a:xfrm>
            <a:off x="4258058" y="1485111"/>
            <a:ext cx="76816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Franklin Gothic Book" panose="020B0503020102020204" pitchFamily="34" charset="0"/>
                <a:cs typeface="Poppins" pitchFamily="2" charset="77"/>
              </a:rPr>
              <a:t>90%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BFF2C9-B6AE-0946-82F1-E2FCB1A09F81}"/>
              </a:ext>
            </a:extLst>
          </p:cNvPr>
          <p:cNvSpPr txBox="1"/>
          <p:nvPr/>
        </p:nvSpPr>
        <p:spPr>
          <a:xfrm>
            <a:off x="5979666" y="1485111"/>
            <a:ext cx="587020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Franklin Gothic Book" panose="020B0503020102020204" pitchFamily="34" charset="0"/>
                <a:cs typeface="Poppins" pitchFamily="2" charset="77"/>
              </a:rPr>
              <a:t>5%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4C27A2-2424-8B43-A0CF-CBE5F10F0AAA}"/>
              </a:ext>
            </a:extLst>
          </p:cNvPr>
          <p:cNvSpPr txBox="1"/>
          <p:nvPr/>
        </p:nvSpPr>
        <p:spPr>
          <a:xfrm>
            <a:off x="7520135" y="1485111"/>
            <a:ext cx="802913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Franklin Gothic Book" panose="020B0503020102020204" pitchFamily="34" charset="0"/>
                <a:cs typeface="Poppins" pitchFamily="2" charset="77"/>
              </a:rPr>
              <a:t>$1.3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A74853-B045-834F-9141-4EDDF0FC44F6}"/>
              </a:ext>
            </a:extLst>
          </p:cNvPr>
          <p:cNvSpPr txBox="1"/>
          <p:nvPr/>
        </p:nvSpPr>
        <p:spPr>
          <a:xfrm>
            <a:off x="291566" y="3467091"/>
            <a:ext cx="1707641" cy="138499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90%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of organizations fail to execute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strategies successfully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Galyon Bold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9FEA31-8F0C-8945-9E36-BC0C27D9F08E}"/>
              </a:ext>
            </a:extLst>
          </p:cNvPr>
          <p:cNvSpPr txBox="1"/>
          <p:nvPr/>
        </p:nvSpPr>
        <p:spPr>
          <a:xfrm>
            <a:off x="3738600" y="3467091"/>
            <a:ext cx="1687732" cy="138499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90%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of tactics weren’t aligned with overall strategy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Galyon Bold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18F00B-8E80-0948-90B8-AA85DA8144E8}"/>
              </a:ext>
            </a:extLst>
          </p:cNvPr>
          <p:cNvSpPr txBox="1"/>
          <p:nvPr/>
        </p:nvSpPr>
        <p:spPr>
          <a:xfrm>
            <a:off x="5435898" y="3467091"/>
            <a:ext cx="1663285" cy="1600438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Only 5%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marketing initiatives were focused on most valuable customers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Galyon Bold" pitchFamily="2" charset="77"/>
              <a:ea typeface="League Spartan" charset="0"/>
              <a:cs typeface="Poppins" pitchFamily="2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EBBB21-3F03-D449-9EF4-A53933356180}"/>
              </a:ext>
            </a:extLst>
          </p:cNvPr>
          <p:cNvSpPr txBox="1"/>
          <p:nvPr/>
        </p:nvSpPr>
        <p:spPr>
          <a:xfrm>
            <a:off x="7109960" y="3467091"/>
            <a:ext cx="1807457" cy="1600438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$1.3 million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Galyon Bold" pitchFamily="2" charset="77"/>
                <a:ea typeface="League Spartan" charset="0"/>
                <a:cs typeface="Poppins" pitchFamily="2" charset="77"/>
              </a:rPr>
              <a:t>that was unaccounted for with traditional revenue strategies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Galyon Bold" pitchFamily="2" charset="77"/>
              <a:ea typeface="League Spartan" charset="0"/>
              <a:cs typeface="Poppi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50153-E492-1947-A3CB-DF6BAD8C2A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0098" y="2274493"/>
            <a:ext cx="1294918" cy="4616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F18C02-978E-E947-A77B-1305B02D07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331" y="2272860"/>
            <a:ext cx="929866" cy="46493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83BCD8E-E503-624B-B6DA-9EF87A5A2A5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80766" y="2116209"/>
            <a:ext cx="1081650" cy="77823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D451F8D-E4F6-F148-9180-57DC091D287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08828" y="2132993"/>
            <a:ext cx="1081650" cy="778234"/>
          </a:xfrm>
          <a:prstGeom prst="rect">
            <a:avLst/>
          </a:prstGeom>
        </p:spPr>
      </p:pic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DDD38A92-5A96-374F-B371-70A66AF88BF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" t="30891" r="21915" b="33034"/>
          <a:stretch/>
        </p:blipFill>
        <p:spPr>
          <a:xfrm>
            <a:off x="4053191" y="2022068"/>
            <a:ext cx="980958" cy="79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93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0E5BA67-0AE2-934F-B043-BEF068D2EAAF}"/>
              </a:ext>
            </a:extLst>
          </p:cNvPr>
          <p:cNvSpPr txBox="1"/>
          <p:nvPr/>
        </p:nvSpPr>
        <p:spPr>
          <a:xfrm>
            <a:off x="3645348" y="1736080"/>
            <a:ext cx="115608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EXECUTE- 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Post Funding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8D20F-6874-7B4A-811B-6B82A1038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4" y="633683"/>
            <a:ext cx="5558624" cy="3335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9B83D-ACDC-254A-8081-DB2C39350AB0}"/>
              </a:ext>
            </a:extLst>
          </p:cNvPr>
          <p:cNvSpPr txBox="1"/>
          <p:nvPr/>
        </p:nvSpPr>
        <p:spPr>
          <a:xfrm>
            <a:off x="1305092" y="4049300"/>
            <a:ext cx="3328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B5E71"/>
                </a:solidFill>
                <a:latin typeface="Galyon" pitchFamily="2" charset="77"/>
              </a:rPr>
              <a:t>Do Less. Make it Mean More.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F8F017-8F5F-0243-BE90-05F17F70E518}"/>
              </a:ext>
            </a:extLst>
          </p:cNvPr>
          <p:cNvSpPr txBox="1"/>
          <p:nvPr/>
        </p:nvSpPr>
        <p:spPr>
          <a:xfrm>
            <a:off x="6174494" y="830862"/>
            <a:ext cx="26099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ileron" pitchFamily="2" charset="77"/>
              </a:rPr>
              <a:t>90% of action plans or tactics didn’t connect to a strategy or revenue vision</a:t>
            </a:r>
          </a:p>
          <a:p>
            <a:pPr algn="ctr"/>
            <a:r>
              <a:rPr lang="en-US" sz="1400">
                <a:latin typeface="Aileron" pitchFamily="2" charset="77"/>
              </a:rPr>
              <a:t>-HBR</a:t>
            </a:r>
          </a:p>
          <a:p>
            <a:pPr algn="ctr"/>
            <a:endParaRPr lang="en-US" sz="1400">
              <a:latin typeface="Aileron" pitchFamily="2" charset="77"/>
            </a:endParaRPr>
          </a:p>
          <a:p>
            <a:pPr algn="ctr"/>
            <a:endParaRPr lang="en-US" sz="1400">
              <a:latin typeface="Aileron" pitchFamily="2" charset="77"/>
            </a:endParaRPr>
          </a:p>
          <a:p>
            <a:pPr algn="ctr"/>
            <a:r>
              <a:rPr lang="en-US" sz="1400">
                <a:latin typeface="Aileron" pitchFamily="2" charset="77"/>
              </a:rPr>
              <a:t>60% strategies don’t link to financial outcomes or goals</a:t>
            </a:r>
          </a:p>
          <a:p>
            <a:pPr algn="ctr"/>
            <a:r>
              <a:rPr lang="en-US" sz="1400">
                <a:latin typeface="Aileron" pitchFamily="2" charset="77"/>
              </a:rPr>
              <a:t>- </a:t>
            </a:r>
            <a:r>
              <a:rPr lang="en-US" sz="1400" err="1">
                <a:latin typeface="Aileron" pitchFamily="2" charset="77"/>
              </a:rPr>
              <a:t>Archpoint</a:t>
            </a:r>
            <a:endParaRPr lang="en-US" sz="1400">
              <a:latin typeface="Aileron" pitchFamily="2" charset="77"/>
            </a:endParaRPr>
          </a:p>
          <a:p>
            <a:pPr algn="ctr"/>
            <a:endParaRPr lang="en-US" sz="1400">
              <a:latin typeface="Aileron" pitchFamily="2" charset="77"/>
            </a:endParaRPr>
          </a:p>
          <a:p>
            <a:pPr algn="ctr"/>
            <a:endParaRPr lang="en-US" sz="1400">
              <a:latin typeface="Aileron" pitchFamily="2" charset="77"/>
            </a:endParaRPr>
          </a:p>
          <a:p>
            <a:pPr algn="ctr"/>
            <a:r>
              <a:rPr lang="en-US" sz="1400">
                <a:latin typeface="Aileron" pitchFamily="2" charset="77"/>
              </a:rPr>
              <a:t>Only 5% of marketing initiatives were focused on the most valuable customer</a:t>
            </a:r>
          </a:p>
          <a:p>
            <a:pPr algn="ctr"/>
            <a:r>
              <a:rPr lang="en-US" sz="1400">
                <a:latin typeface="Aileron" pitchFamily="2" charset="77"/>
              </a:rPr>
              <a:t>-KB &amp; Co</a:t>
            </a:r>
          </a:p>
          <a:p>
            <a:pPr algn="ctr"/>
            <a:endParaRPr lang="en-US" sz="1400">
              <a:latin typeface="Aileron" pitchFamily="2" charset="77"/>
            </a:endParaRPr>
          </a:p>
          <a:p>
            <a:pPr algn="ctr"/>
            <a:endParaRPr lang="en-US" sz="1400">
              <a:latin typeface="Aileron" pitchFamily="2" charset="77"/>
            </a:endParaRPr>
          </a:p>
          <a:p>
            <a:pPr algn="ctr"/>
            <a:endParaRPr lang="en-US" sz="1400">
              <a:latin typeface="Aileron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7B9BA8-938F-D649-A6B9-924320510DF1}"/>
              </a:ext>
            </a:extLst>
          </p:cNvPr>
          <p:cNvSpPr txBox="1"/>
          <p:nvPr/>
        </p:nvSpPr>
        <p:spPr>
          <a:xfrm>
            <a:off x="0" y="-93090"/>
            <a:ext cx="9144000" cy="646331"/>
          </a:xfrm>
          <a:prstGeom prst="rect">
            <a:avLst/>
          </a:prstGeom>
          <a:solidFill>
            <a:srgbClr val="D8D2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pc="30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Problem 1: Teams have difficulty building strategy in a volatile, complex, and ambiguous marketplace</a:t>
            </a:r>
            <a:endParaRPr lang="en-US" sz="1200" spc="300">
              <a:solidFill>
                <a:schemeClr val="tx1">
                  <a:lumMod val="85000"/>
                  <a:lumOff val="15000"/>
                </a:schemeClr>
              </a:solidFill>
              <a:latin typeface="Galyon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8218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3DCAD1-7BB3-6240-A1AB-441D8FBA0368}"/>
              </a:ext>
            </a:extLst>
          </p:cNvPr>
          <p:cNvSpPr/>
          <p:nvPr/>
        </p:nvSpPr>
        <p:spPr>
          <a:xfrm>
            <a:off x="0" y="560935"/>
            <a:ext cx="9144000" cy="40110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56EFFE-5880-2E42-A889-598D7AA612B2}"/>
              </a:ext>
            </a:extLst>
          </p:cNvPr>
          <p:cNvSpPr txBox="1"/>
          <p:nvPr/>
        </p:nvSpPr>
        <p:spPr>
          <a:xfrm>
            <a:off x="0" y="-93090"/>
            <a:ext cx="9144000" cy="646331"/>
          </a:xfrm>
          <a:prstGeom prst="rect">
            <a:avLst/>
          </a:prstGeom>
          <a:solidFill>
            <a:srgbClr val="D8D2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pc="30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Problem 2: The connection between strategy and execution </a:t>
            </a:r>
          </a:p>
          <a:p>
            <a:pPr algn="ctr"/>
            <a:r>
              <a:rPr lang="en-US" spc="30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is more critical than ever </a:t>
            </a:r>
            <a:endParaRPr lang="en-US" sz="1200" spc="300">
              <a:solidFill>
                <a:schemeClr val="tx1">
                  <a:lumMod val="85000"/>
                  <a:lumOff val="15000"/>
                </a:schemeClr>
              </a:solidFill>
              <a:latin typeface="Galyon" pitchFamily="2" charset="77"/>
              <a:cs typeface="Poppins" pitchFamily="2" charset="77"/>
            </a:endParaRPr>
          </a:p>
        </p:txBody>
      </p:sp>
      <p:pic>
        <p:nvPicPr>
          <p:cNvPr id="9" name="Picture 8" descr="A picture containing grass, outdoor, sky&#10;&#10;Description automatically generated">
            <a:extLst>
              <a:ext uri="{FF2B5EF4-FFF2-40B4-BE49-F238E27FC236}">
                <a16:creationId xmlns:a16="http://schemas.microsoft.com/office/drawing/2014/main" id="{575D5561-F184-8240-8B1C-63AB82C50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318" y="1381924"/>
            <a:ext cx="3958373" cy="2640409"/>
          </a:xfrm>
          <a:prstGeom prst="rect">
            <a:avLst/>
          </a:prstGeom>
        </p:spPr>
      </p:pic>
      <p:pic>
        <p:nvPicPr>
          <p:cNvPr id="12" name="Picture 11" descr="A close-up of a robot&#10;&#10;Description automatically generated with medium confidence">
            <a:extLst>
              <a:ext uri="{FF2B5EF4-FFF2-40B4-BE49-F238E27FC236}">
                <a16:creationId xmlns:a16="http://schemas.microsoft.com/office/drawing/2014/main" id="{A2E1ECA0-8B1D-6C48-9FE2-39D07FA76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6" y="851010"/>
            <a:ext cx="4111583" cy="23142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683BDD-A3AE-8D41-B851-FFD63BEC6C04}"/>
              </a:ext>
            </a:extLst>
          </p:cNvPr>
          <p:cNvSpPr txBox="1"/>
          <p:nvPr/>
        </p:nvSpPr>
        <p:spPr>
          <a:xfrm>
            <a:off x="379276" y="3352687"/>
            <a:ext cx="4111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DB5E71"/>
                </a:solidFill>
                <a:latin typeface="Aileron" pitchFamily="2" charset="77"/>
              </a:rPr>
              <a:t>A revenue roadmap built from data-driven decisions ensuring impact is what I want…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E911F-EA82-A44E-B64D-A9823FB58E4A}"/>
              </a:ext>
            </a:extLst>
          </p:cNvPr>
          <p:cNvSpPr txBox="1"/>
          <p:nvPr/>
        </p:nvSpPr>
        <p:spPr>
          <a:xfrm>
            <a:off x="4918318" y="709820"/>
            <a:ext cx="3958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DB5E71"/>
                </a:solidFill>
                <a:latin typeface="Aileron" pitchFamily="2" charset="77"/>
              </a:rPr>
              <a:t>…yet, what we have time, resources, and tools to achieve.</a:t>
            </a:r>
          </a:p>
        </p:txBody>
      </p:sp>
    </p:spTree>
    <p:extLst>
      <p:ext uri="{BB962C8B-B14F-4D97-AF65-F5344CB8AC3E}">
        <p14:creationId xmlns:p14="http://schemas.microsoft.com/office/powerpoint/2010/main" val="55520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6EFFE-5880-2E42-A889-598D7AA612B2}"/>
              </a:ext>
            </a:extLst>
          </p:cNvPr>
          <p:cNvSpPr txBox="1"/>
          <p:nvPr/>
        </p:nvSpPr>
        <p:spPr>
          <a:xfrm>
            <a:off x="0" y="-93090"/>
            <a:ext cx="9144000" cy="646331"/>
          </a:xfrm>
          <a:prstGeom prst="rect">
            <a:avLst/>
          </a:prstGeom>
          <a:solidFill>
            <a:srgbClr val="D8D2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Problem 3: There is little margin left in operational efficiencies.  Growth will come from the top line.</a:t>
            </a:r>
            <a:endParaRPr lang="en-US" sz="1200" spc="300" dirty="0">
              <a:solidFill>
                <a:schemeClr val="tx1">
                  <a:lumMod val="85000"/>
                  <a:lumOff val="15000"/>
                </a:schemeClr>
              </a:solidFill>
              <a:latin typeface="Galyon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5BA67-0AE2-934F-B043-BEF068D2EAAF}"/>
              </a:ext>
            </a:extLst>
          </p:cNvPr>
          <p:cNvSpPr txBox="1"/>
          <p:nvPr/>
        </p:nvSpPr>
        <p:spPr>
          <a:xfrm>
            <a:off x="3645348" y="1736080"/>
            <a:ext cx="115608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EXECUTE- 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Post Funding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6638F2-DC14-9D46-B320-7B0F436F68A9}"/>
              </a:ext>
            </a:extLst>
          </p:cNvPr>
          <p:cNvSpPr/>
          <p:nvPr/>
        </p:nvSpPr>
        <p:spPr>
          <a:xfrm>
            <a:off x="0" y="553241"/>
            <a:ext cx="9139613" cy="39621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AF840D-B1D0-FD47-AD0D-9A95669B56E8}"/>
              </a:ext>
            </a:extLst>
          </p:cNvPr>
          <p:cNvSpPr txBox="1"/>
          <p:nvPr/>
        </p:nvSpPr>
        <p:spPr>
          <a:xfrm>
            <a:off x="-122761" y="1736080"/>
            <a:ext cx="1798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9088"/>
                </a:solidFill>
                <a:latin typeface="Aileron Bold" pitchFamily="2" charset="77"/>
              </a:rPr>
              <a:t>#truth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AB698-A6A2-BA45-9FDE-D916EB54F79A}"/>
              </a:ext>
            </a:extLst>
          </p:cNvPr>
          <p:cNvSpPr txBox="1"/>
          <p:nvPr/>
        </p:nvSpPr>
        <p:spPr>
          <a:xfrm>
            <a:off x="6372519" y="897420"/>
            <a:ext cx="26300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Aileron" pitchFamily="2" charset="77"/>
              </a:rPr>
              <a:t>Covid  has forced companies to be come extremely efficient operationally.    </a:t>
            </a:r>
          </a:p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ileron" pitchFamily="2" charset="77"/>
            </a:endParaRPr>
          </a:p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Aileron" pitchFamily="2" charset="77"/>
              </a:rPr>
              <a:t>Growth will come from top-line revenue performance.</a:t>
            </a:r>
          </a:p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ileron" pitchFamily="2" charset="77"/>
            </a:endParaRPr>
          </a:p>
          <a:p>
            <a:pPr algn="ctr"/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Aileron" pitchFamily="2" charset="77"/>
              </a:rPr>
              <a:t>Yet, there is not a system that helps create the financial roadmap that drives that top-line performance and execution.</a:t>
            </a:r>
          </a:p>
        </p:txBody>
      </p:sp>
      <p:pic>
        <p:nvPicPr>
          <p:cNvPr id="15" name="Picture 14" descr="A close up of a dog&#10;&#10;Description automatically generated with low confidence">
            <a:extLst>
              <a:ext uri="{FF2B5EF4-FFF2-40B4-BE49-F238E27FC236}">
                <a16:creationId xmlns:a16="http://schemas.microsoft.com/office/drawing/2014/main" id="{D342A72F-7D4A-B04A-B44E-02D8CC5C7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07" y="897107"/>
            <a:ext cx="4660731" cy="31071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B02FCB3-71B8-F548-B8E8-1E9B892812F7}"/>
              </a:ext>
            </a:extLst>
          </p:cNvPr>
          <p:cNvSpPr txBox="1"/>
          <p:nvPr/>
        </p:nvSpPr>
        <p:spPr>
          <a:xfrm>
            <a:off x="6372519" y="3317419"/>
            <a:ext cx="2630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rgbClr val="DB5E71"/>
                </a:solidFill>
                <a:latin typeface="Aileron Bold" pitchFamily="2" charset="77"/>
              </a:rPr>
              <a:t>$1.3- $2 million in overlooked or unrealized revenue</a:t>
            </a:r>
          </a:p>
        </p:txBody>
      </p:sp>
    </p:spTree>
    <p:extLst>
      <p:ext uri="{BB962C8B-B14F-4D97-AF65-F5344CB8AC3E}">
        <p14:creationId xmlns:p14="http://schemas.microsoft.com/office/powerpoint/2010/main" val="156193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1" grpId="0"/>
      <p:bldP spid="22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, arrow&#10;&#10;Description automatically generated">
            <a:extLst>
              <a:ext uri="{FF2B5EF4-FFF2-40B4-BE49-F238E27FC236}">
                <a16:creationId xmlns:a16="http://schemas.microsoft.com/office/drawing/2014/main" id="{46A42BF4-ECDB-7F4B-839E-5D71165F4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320" y="1687398"/>
            <a:ext cx="5505359" cy="27430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366D40-A860-8A42-9AC9-A97BBFC9FA63}"/>
              </a:ext>
            </a:extLst>
          </p:cNvPr>
          <p:cNvSpPr txBox="1"/>
          <p:nvPr/>
        </p:nvSpPr>
        <p:spPr>
          <a:xfrm>
            <a:off x="0" y="2050307"/>
            <a:ext cx="19100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DB5E71"/>
                </a:solidFill>
                <a:latin typeface="Aileron" pitchFamily="2" charset="77"/>
              </a:rPr>
              <a:t>Creates the Revenue Roadmap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6FC86-6CEC-E444-B052-1023300BEB62}"/>
              </a:ext>
            </a:extLst>
          </p:cNvPr>
          <p:cNvSpPr txBox="1"/>
          <p:nvPr/>
        </p:nvSpPr>
        <p:spPr>
          <a:xfrm>
            <a:off x="7233919" y="1834864"/>
            <a:ext cx="1910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>
                <a:solidFill>
                  <a:srgbClr val="DB5E71"/>
                </a:solidFill>
                <a:latin typeface="Aileron" pitchFamily="2" charset="77"/>
              </a:rPr>
              <a:t>Enables, Elevates, and Ensures Execution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55913D0-856F-3F46-BF18-3F299D94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32" y="65867"/>
            <a:ext cx="8663232" cy="415498"/>
          </a:xfrm>
        </p:spPr>
        <p:txBody>
          <a:bodyPr/>
          <a:lstStyle/>
          <a:p>
            <a:r>
              <a:rPr lang="en-US"/>
              <a:t>The solution wasn’t out there.  So, we built it.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0D5B3-9971-3842-9E95-04E9108FA777}"/>
              </a:ext>
            </a:extLst>
          </p:cNvPr>
          <p:cNvSpPr txBox="1"/>
          <p:nvPr/>
        </p:nvSpPr>
        <p:spPr>
          <a:xfrm>
            <a:off x="1819320" y="938494"/>
            <a:ext cx="5326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alyon" pitchFamily="2" charset="77"/>
              </a:rPr>
              <a:t>A turbo-tax experience that:</a:t>
            </a:r>
          </a:p>
        </p:txBody>
      </p:sp>
    </p:spTree>
    <p:extLst>
      <p:ext uri="{BB962C8B-B14F-4D97-AF65-F5344CB8AC3E}">
        <p14:creationId xmlns:p14="http://schemas.microsoft.com/office/powerpoint/2010/main" val="272496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6EFFE-5880-2E42-A889-598D7AA612B2}"/>
              </a:ext>
            </a:extLst>
          </p:cNvPr>
          <p:cNvSpPr txBox="1"/>
          <p:nvPr/>
        </p:nvSpPr>
        <p:spPr>
          <a:xfrm>
            <a:off x="2162086" y="0"/>
            <a:ext cx="4921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Total Addressable Market</a:t>
            </a:r>
            <a:endParaRPr lang="en-US" sz="1600" spc="300" dirty="0">
              <a:solidFill>
                <a:schemeClr val="tx1">
                  <a:lumMod val="85000"/>
                  <a:lumOff val="15000"/>
                </a:schemeClr>
              </a:solidFill>
              <a:latin typeface="Galyon" pitchFamily="2" charset="77"/>
              <a:cs typeface="Poppi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66A99A-F12C-0B4E-9E41-0410DA13BA0D}"/>
              </a:ext>
            </a:extLst>
          </p:cNvPr>
          <p:cNvSpPr txBox="1"/>
          <p:nvPr/>
        </p:nvSpPr>
        <p:spPr>
          <a:xfrm>
            <a:off x="765514" y="1828413"/>
            <a:ext cx="1109599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Prep &amp; Prime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DB88C8-6258-0B44-9810-676DCB3D1547}"/>
              </a:ext>
            </a:extLst>
          </p:cNvPr>
          <p:cNvSpPr txBox="1"/>
          <p:nvPr/>
        </p:nvSpPr>
        <p:spPr>
          <a:xfrm>
            <a:off x="2228605" y="1736080"/>
            <a:ext cx="84029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Pitch &amp;</a:t>
            </a:r>
          </a:p>
          <a:p>
            <a:pPr algn="ctr"/>
            <a:r>
              <a:rPr lang="en-US" sz="1200" b="1" dirty="0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 Promote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F2824A-6262-B449-8B08-5189909E3F34}"/>
              </a:ext>
            </a:extLst>
          </p:cNvPr>
          <p:cNvSpPr/>
          <p:nvPr/>
        </p:nvSpPr>
        <p:spPr>
          <a:xfrm>
            <a:off x="1" y="482885"/>
            <a:ext cx="2907586" cy="46606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DB5E71"/>
                </a:solidFill>
                <a:latin typeface="Aileron Bold" pitchFamily="2" charset="77"/>
              </a:rPr>
              <a:t>17,000</a:t>
            </a:r>
            <a:r>
              <a:rPr lang="en-US" dirty="0">
                <a:solidFill>
                  <a:srgbClr val="DB5E71"/>
                </a:solidFill>
                <a:latin typeface="Aileron" pitchFamily="2" charset="77"/>
              </a:rPr>
              <a:t>+ Users</a:t>
            </a:r>
          </a:p>
          <a:p>
            <a:pPr algn="ctr"/>
            <a:endParaRPr lang="en-US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r>
              <a:rPr lang="en-US" sz="2400" dirty="0">
                <a:solidFill>
                  <a:srgbClr val="DB5E71"/>
                </a:solidFill>
                <a:latin typeface="Aileron" pitchFamily="2" charset="77"/>
              </a:rPr>
              <a:t>Oracle’s NetSuite</a:t>
            </a:r>
          </a:p>
          <a:p>
            <a:pPr algn="ctr"/>
            <a:endParaRPr lang="en-US" dirty="0">
              <a:latin typeface="Aileron" pitchFamily="2" charset="77"/>
            </a:endParaRPr>
          </a:p>
          <a:p>
            <a:pPr algn="ctr"/>
            <a:endParaRPr lang="en-US" dirty="0">
              <a:latin typeface="Aileron" pitchFamily="2" charset="77"/>
            </a:endParaRPr>
          </a:p>
          <a:p>
            <a:pPr algn="ctr"/>
            <a:endParaRPr lang="en-US" dirty="0">
              <a:latin typeface="Aileron" pitchFamily="2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CAB196-FACF-D04F-B63A-C6D185A12956}"/>
              </a:ext>
            </a:extLst>
          </p:cNvPr>
          <p:cNvSpPr/>
          <p:nvPr/>
        </p:nvSpPr>
        <p:spPr>
          <a:xfrm>
            <a:off x="6256964" y="482885"/>
            <a:ext cx="2907586" cy="46606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DB5E71"/>
                </a:solidFill>
                <a:latin typeface="Aileron Bold" pitchFamily="2" charset="77"/>
              </a:rPr>
              <a:t>15,000</a:t>
            </a:r>
            <a:r>
              <a:rPr lang="en-US" dirty="0">
                <a:solidFill>
                  <a:srgbClr val="DB5E71"/>
                </a:solidFill>
                <a:latin typeface="Aileron" pitchFamily="2" charset="77"/>
              </a:rPr>
              <a:t> Companies</a:t>
            </a:r>
          </a:p>
          <a:p>
            <a:pPr algn="ctr"/>
            <a:endParaRPr lang="en-US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r>
              <a:rPr lang="en-US" sz="2400" dirty="0" err="1">
                <a:solidFill>
                  <a:srgbClr val="DB5E71"/>
                </a:solidFill>
                <a:latin typeface="Aileron" pitchFamily="2" charset="77"/>
              </a:rPr>
              <a:t>SalesForce</a:t>
            </a:r>
            <a:endParaRPr lang="en-US" sz="2400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endParaRPr lang="en-US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endParaRPr lang="en-US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r>
              <a:rPr lang="en-US" b="1" dirty="0">
                <a:solidFill>
                  <a:srgbClr val="DB5E71"/>
                </a:solidFill>
                <a:latin typeface="Aileron Bold" pitchFamily="2" charset="77"/>
              </a:rPr>
              <a:t>7,000+</a:t>
            </a:r>
          </a:p>
          <a:p>
            <a:pPr algn="ctr"/>
            <a:endParaRPr lang="en-US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r>
              <a:rPr lang="en-US" sz="2400" dirty="0" err="1">
                <a:solidFill>
                  <a:srgbClr val="DB5E71"/>
                </a:solidFill>
                <a:latin typeface="Aileron" pitchFamily="2" charset="77"/>
              </a:rPr>
              <a:t>Hubspot</a:t>
            </a:r>
            <a:endParaRPr lang="en-US" sz="2400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endParaRPr lang="en-US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endParaRPr lang="en-US" dirty="0">
              <a:solidFill>
                <a:srgbClr val="DB5E71"/>
              </a:solidFill>
              <a:latin typeface="Aileron" pitchFamily="2" charset="77"/>
            </a:endParaRPr>
          </a:p>
          <a:p>
            <a:pPr algn="ctr"/>
            <a:endParaRPr lang="en-US" dirty="0">
              <a:latin typeface="Aileron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325F3-3B50-F841-B292-4D50DD9AB405}"/>
              </a:ext>
            </a:extLst>
          </p:cNvPr>
          <p:cNvSpPr txBox="1"/>
          <p:nvPr/>
        </p:nvSpPr>
        <p:spPr>
          <a:xfrm>
            <a:off x="3538926" y="1048256"/>
            <a:ext cx="216784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>
                <a:latin typeface="Aileron" pitchFamily="2" charset="77"/>
              </a:rPr>
              <a:t>If they are their customers, they are a customer for Ignite.</a:t>
            </a:r>
          </a:p>
        </p:txBody>
      </p:sp>
    </p:spTree>
    <p:extLst>
      <p:ext uri="{BB962C8B-B14F-4D97-AF65-F5344CB8AC3E}">
        <p14:creationId xmlns:p14="http://schemas.microsoft.com/office/powerpoint/2010/main" val="211923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6EFFE-5880-2E42-A889-598D7AA612B2}"/>
              </a:ext>
            </a:extLst>
          </p:cNvPr>
          <p:cNvSpPr txBox="1"/>
          <p:nvPr/>
        </p:nvSpPr>
        <p:spPr>
          <a:xfrm>
            <a:off x="1367698" y="0"/>
            <a:ext cx="6202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Specific Addressable Market</a:t>
            </a:r>
            <a:endParaRPr lang="en-US" spc="300" dirty="0">
              <a:solidFill>
                <a:schemeClr val="tx1">
                  <a:lumMod val="85000"/>
                  <a:lumOff val="15000"/>
                </a:schemeClr>
              </a:solidFill>
              <a:latin typeface="Galyon" pitchFamily="2" charset="77"/>
              <a:cs typeface="Poppi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66A99A-F12C-0B4E-9E41-0410DA13BA0D}"/>
              </a:ext>
            </a:extLst>
          </p:cNvPr>
          <p:cNvSpPr txBox="1"/>
          <p:nvPr/>
        </p:nvSpPr>
        <p:spPr>
          <a:xfrm>
            <a:off x="865688" y="1438085"/>
            <a:ext cx="769942" cy="2616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Travel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E5BA67-0AE2-934F-B043-BEF068D2EAAF}"/>
              </a:ext>
            </a:extLst>
          </p:cNvPr>
          <p:cNvSpPr txBox="1"/>
          <p:nvPr/>
        </p:nvSpPr>
        <p:spPr>
          <a:xfrm>
            <a:off x="3645348" y="1736080"/>
            <a:ext cx="115608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EXECUTE- </a:t>
            </a:r>
          </a:p>
          <a:p>
            <a:pPr algn="ctr"/>
            <a:r>
              <a:rPr lang="en-US" sz="1200" b="1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Post Funding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AC0F38-36A2-8542-8FF4-D87C9DB84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61" y="615130"/>
            <a:ext cx="516992" cy="6835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51D598-56C9-6C41-B4CE-1AD0061F7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089" y="661029"/>
            <a:ext cx="511759" cy="683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A8BFF-37C5-4944-A164-193E21723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116" y="855605"/>
            <a:ext cx="469958" cy="363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D45ED-0CEF-B249-AB42-4B6B41D3F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5626" y="551460"/>
            <a:ext cx="864771" cy="775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9A5DEA-4555-7F46-9773-B31AA23DD0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494" y="761495"/>
            <a:ext cx="1217488" cy="482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03047B-4236-BE4D-9741-2AE4B344B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4605" y="742414"/>
            <a:ext cx="913240" cy="4289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BAA73B-6042-2D47-9C1D-2365C66BF943}"/>
              </a:ext>
            </a:extLst>
          </p:cNvPr>
          <p:cNvSpPr txBox="1"/>
          <p:nvPr/>
        </p:nvSpPr>
        <p:spPr>
          <a:xfrm>
            <a:off x="5393663" y="1353447"/>
            <a:ext cx="1401766" cy="43088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Pharma and Life Sciences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96DC7-40CA-394C-920F-960F66D82C8B}"/>
              </a:ext>
            </a:extLst>
          </p:cNvPr>
          <p:cNvSpPr txBox="1"/>
          <p:nvPr/>
        </p:nvSpPr>
        <p:spPr>
          <a:xfrm>
            <a:off x="7346454" y="1353447"/>
            <a:ext cx="1528517" cy="43088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Small Business and Start Ups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D16C7-568A-9840-99A6-A701F209A757}"/>
              </a:ext>
            </a:extLst>
          </p:cNvPr>
          <p:cNvSpPr txBox="1"/>
          <p:nvPr/>
        </p:nvSpPr>
        <p:spPr>
          <a:xfrm>
            <a:off x="3801698" y="1353447"/>
            <a:ext cx="1217487" cy="43088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Professional Services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C033A8-B620-A34A-8F66-698828116A43}"/>
              </a:ext>
            </a:extLst>
          </p:cNvPr>
          <p:cNvSpPr txBox="1"/>
          <p:nvPr/>
        </p:nvSpPr>
        <p:spPr>
          <a:xfrm>
            <a:off x="2302247" y="1438085"/>
            <a:ext cx="1066881" cy="2616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1100" b="1">
                <a:solidFill>
                  <a:schemeClr val="tx1">
                    <a:lumMod val="65000"/>
                    <a:lumOff val="35000"/>
                  </a:schemeClr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Real Estate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B3E9AC-0035-0143-8EE9-7017A9F12DB2}"/>
              </a:ext>
            </a:extLst>
          </p:cNvPr>
          <p:cNvSpPr txBox="1"/>
          <p:nvPr/>
        </p:nvSpPr>
        <p:spPr>
          <a:xfrm rot="18956080">
            <a:off x="-49730" y="1968750"/>
            <a:ext cx="9196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rgbClr val="002060"/>
                </a:solidFill>
                <a:latin typeface="Aileron Bold" pitchFamily="2" charset="77"/>
              </a:rPr>
              <a:t>Marketplace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90DCFC-A340-C349-BC66-352554435AA9}"/>
              </a:ext>
            </a:extLst>
          </p:cNvPr>
          <p:cNvSpPr txBox="1"/>
          <p:nvPr/>
        </p:nvSpPr>
        <p:spPr>
          <a:xfrm rot="18867201">
            <a:off x="-15926" y="3181991"/>
            <a:ext cx="8005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rgbClr val="002060"/>
                </a:solidFill>
                <a:latin typeface="Aileron Bold" pitchFamily="2" charset="77"/>
              </a:rPr>
              <a:t>Resellers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06D684-C7F1-6A49-9A91-7D0115042993}"/>
              </a:ext>
            </a:extLst>
          </p:cNvPr>
          <p:cNvCxnSpPr>
            <a:cxnSpLocks/>
          </p:cNvCxnSpPr>
          <p:nvPr/>
        </p:nvCxnSpPr>
        <p:spPr>
          <a:xfrm>
            <a:off x="231169" y="2820256"/>
            <a:ext cx="8573784" cy="0"/>
          </a:xfrm>
          <a:prstGeom prst="line">
            <a:avLst/>
          </a:prstGeom>
          <a:ln>
            <a:solidFill>
              <a:srgbClr val="DB5E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F46D35-8527-2C44-A5BA-E23C8E27DFED}"/>
              </a:ext>
            </a:extLst>
          </p:cNvPr>
          <p:cNvCxnSpPr>
            <a:cxnSpLocks/>
          </p:cNvCxnSpPr>
          <p:nvPr/>
        </p:nvCxnSpPr>
        <p:spPr>
          <a:xfrm>
            <a:off x="231169" y="3887056"/>
            <a:ext cx="8573784" cy="0"/>
          </a:xfrm>
          <a:prstGeom prst="line">
            <a:avLst/>
          </a:prstGeom>
          <a:ln>
            <a:solidFill>
              <a:srgbClr val="DB5E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7836C91-39EC-D14C-AD4E-A2DD78DE275F}"/>
              </a:ext>
            </a:extLst>
          </p:cNvPr>
          <p:cNvSpPr txBox="1"/>
          <p:nvPr/>
        </p:nvSpPr>
        <p:spPr>
          <a:xfrm>
            <a:off x="695489" y="1925970"/>
            <a:ext cx="140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ileron" pitchFamily="2" charset="77"/>
              </a:rPr>
              <a:t>- Management Companies= 75+ </a:t>
            </a:r>
            <a:r>
              <a:rPr lang="en-US" sz="800" dirty="0" err="1">
                <a:latin typeface="Aileron" pitchFamily="2" charset="77"/>
              </a:rPr>
              <a:t>ww</a:t>
            </a:r>
            <a:r>
              <a:rPr lang="en-US" sz="800" dirty="0">
                <a:latin typeface="Aileron" pitchFamily="2" charset="77"/>
              </a:rPr>
              <a:t>, 10,000 rooms +</a:t>
            </a:r>
          </a:p>
          <a:p>
            <a:r>
              <a:rPr lang="en-US" sz="800" dirty="0">
                <a:latin typeface="Aileron" pitchFamily="2" charset="77"/>
              </a:rPr>
              <a:t>	</a:t>
            </a:r>
          </a:p>
          <a:p>
            <a:r>
              <a:rPr lang="en-US" sz="800" dirty="0">
                <a:latin typeface="Aileron" pitchFamily="2" charset="77"/>
              </a:rPr>
              <a:t>- Independent= 99,000 hotels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EB1037-3EFC-E24D-9605-B7B87720F074}"/>
              </a:ext>
            </a:extLst>
          </p:cNvPr>
          <p:cNvSpPr txBox="1"/>
          <p:nvPr/>
        </p:nvSpPr>
        <p:spPr>
          <a:xfrm>
            <a:off x="5449894" y="3969713"/>
            <a:ext cx="1402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rgbClr val="DB5E71"/>
                </a:solidFill>
                <a:latin typeface="Aileron" pitchFamily="2" charset="77"/>
              </a:rPr>
              <a:t>Pharm and Life Sciences Organizations spend over $7M in CRM systems.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BAAE98-FA3B-0641-8AA7-3984C6DFE56B}"/>
              </a:ext>
            </a:extLst>
          </p:cNvPr>
          <p:cNvSpPr txBox="1"/>
          <p:nvPr/>
        </p:nvSpPr>
        <p:spPr>
          <a:xfrm>
            <a:off x="3801698" y="1905357"/>
            <a:ext cx="1455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ileron" pitchFamily="2" charset="77"/>
              </a:rPr>
              <a:t>Law Firms in Texas: 34,929 Generating: $24B</a:t>
            </a:r>
          </a:p>
          <a:p>
            <a:endParaRPr lang="en-US" sz="800" dirty="0">
              <a:latin typeface="Aileron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C5A7C2-283A-5743-ADC7-CF360AFAE77C}"/>
              </a:ext>
            </a:extLst>
          </p:cNvPr>
          <p:cNvSpPr txBox="1"/>
          <p:nvPr/>
        </p:nvSpPr>
        <p:spPr>
          <a:xfrm>
            <a:off x="2166681" y="1904797"/>
            <a:ext cx="1402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rgbClr val="DB5E71"/>
                </a:solidFill>
                <a:latin typeface="Aileron" pitchFamily="2" charset="77"/>
              </a:rPr>
              <a:t>-Top Real Estate Firms do not have a BI system into top line revenue strategy.</a:t>
            </a:r>
          </a:p>
          <a:p>
            <a:r>
              <a:rPr lang="en-US" sz="800">
                <a:solidFill>
                  <a:srgbClr val="DB5E71"/>
                </a:solidFill>
                <a:latin typeface="Aileron" pitchFamily="2" charset="77"/>
              </a:rPr>
              <a:t>(CBRE, JLL, Cushman &amp; Wakefield)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CE4166-00B5-DD42-9D98-69A0A299CA32}"/>
              </a:ext>
            </a:extLst>
          </p:cNvPr>
          <p:cNvSpPr txBox="1"/>
          <p:nvPr/>
        </p:nvSpPr>
        <p:spPr>
          <a:xfrm>
            <a:off x="7440275" y="1895260"/>
            <a:ext cx="1402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Aileron" pitchFamily="2" charset="77"/>
              </a:rPr>
              <a:t>Management Companies= 75+ </a:t>
            </a:r>
            <a:r>
              <a:rPr lang="en-US" sz="800" err="1">
                <a:latin typeface="Aileron" pitchFamily="2" charset="77"/>
              </a:rPr>
              <a:t>ww</a:t>
            </a:r>
            <a:r>
              <a:rPr lang="en-US" sz="800">
                <a:latin typeface="Aileron" pitchFamily="2" charset="77"/>
              </a:rPr>
              <a:t>, 10,000 rooms +</a:t>
            </a:r>
          </a:p>
          <a:p>
            <a:r>
              <a:rPr lang="en-US" sz="800">
                <a:latin typeface="Aileron" pitchFamily="2" charset="77"/>
              </a:rPr>
              <a:t>	</a:t>
            </a:r>
          </a:p>
          <a:p>
            <a:r>
              <a:rPr lang="en-US" sz="800">
                <a:latin typeface="Aileron" pitchFamily="2" charset="77"/>
              </a:rPr>
              <a:t>Independent= 99,000 hotels </a:t>
            </a:r>
            <a:r>
              <a:rPr lang="en-US" sz="800" err="1">
                <a:latin typeface="Aileron" pitchFamily="2" charset="77"/>
              </a:rPr>
              <a:t>ww</a:t>
            </a:r>
            <a:endParaRPr lang="en-US" sz="800">
              <a:latin typeface="Aileron" pitchFamily="2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8F5CD3-214F-F649-9819-B96EA296DD5F}"/>
              </a:ext>
            </a:extLst>
          </p:cNvPr>
          <p:cNvSpPr txBox="1"/>
          <p:nvPr/>
        </p:nvSpPr>
        <p:spPr>
          <a:xfrm>
            <a:off x="605825" y="2912722"/>
            <a:ext cx="1402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800">
                <a:latin typeface="Aileron" pitchFamily="2" charset="77"/>
              </a:rPr>
              <a:t>771  hospitality technology company</a:t>
            </a:r>
          </a:p>
          <a:p>
            <a:pPr marL="171450" indent="-171450">
              <a:buFontTx/>
              <a:buChar char="-"/>
            </a:pPr>
            <a:endParaRPr lang="en-US" sz="800">
              <a:latin typeface="Aileron" pitchFamily="2" charset="77"/>
            </a:endParaRPr>
          </a:p>
          <a:p>
            <a:pPr marL="171450" indent="-171450">
              <a:buFontTx/>
              <a:buChar char="-"/>
            </a:pPr>
            <a:r>
              <a:rPr lang="en-US" sz="800">
                <a:latin typeface="Aileron" pitchFamily="2" charset="77"/>
              </a:rPr>
              <a:t> Core identified partners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>
                <a:latin typeface="Aileron" pitchFamily="2" charset="77"/>
              </a:rPr>
              <a:t>7,000 hotels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>
                <a:latin typeface="Aileron" pitchFamily="2" charset="77"/>
              </a:rPr>
              <a:t>8,000 hotels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699A9D-71AC-4D44-B3D4-7ADE82C2E776}"/>
              </a:ext>
            </a:extLst>
          </p:cNvPr>
          <p:cNvSpPr txBox="1"/>
          <p:nvPr/>
        </p:nvSpPr>
        <p:spPr>
          <a:xfrm>
            <a:off x="3801698" y="2989533"/>
            <a:ext cx="14026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ileron" pitchFamily="2" charset="77"/>
              </a:rPr>
              <a:t>Unidentified at this point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A35D9F-9B2A-8740-8EBF-801715DFB9AA}"/>
              </a:ext>
            </a:extLst>
          </p:cNvPr>
          <p:cNvSpPr txBox="1"/>
          <p:nvPr/>
        </p:nvSpPr>
        <p:spPr>
          <a:xfrm>
            <a:off x="2229982" y="2944505"/>
            <a:ext cx="140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rgbClr val="DB5E71"/>
                </a:solidFill>
                <a:latin typeface="Aileron" pitchFamily="2" charset="77"/>
              </a:rPr>
              <a:t>1- Targeted reseller manages $337B transactions in 2017</a:t>
            </a:r>
          </a:p>
          <a:p>
            <a:endParaRPr lang="en-US" sz="800">
              <a:solidFill>
                <a:srgbClr val="DB5E71"/>
              </a:solidFill>
              <a:latin typeface="Aileron" pitchFamily="2" charset="77"/>
            </a:endParaRPr>
          </a:p>
          <a:p>
            <a:r>
              <a:rPr lang="en-US" sz="800">
                <a:solidFill>
                  <a:srgbClr val="DB5E71"/>
                </a:solidFill>
                <a:latin typeface="Aileron" pitchFamily="2" charset="77"/>
              </a:rPr>
              <a:t>2- Another core focus reseller managed $252B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F0EAA7-2281-0D41-8B93-EC19DA0E4415}"/>
              </a:ext>
            </a:extLst>
          </p:cNvPr>
          <p:cNvSpPr txBox="1"/>
          <p:nvPr/>
        </p:nvSpPr>
        <p:spPr>
          <a:xfrm rot="18756614">
            <a:off x="-28937" y="4227014"/>
            <a:ext cx="8005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rgbClr val="002060"/>
                </a:solidFill>
                <a:latin typeface="Aileron Bold" pitchFamily="2" charset="77"/>
              </a:rPr>
              <a:t>Of note: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A95B46-CA14-4345-B1B4-65E811070899}"/>
              </a:ext>
            </a:extLst>
          </p:cNvPr>
          <p:cNvSpPr txBox="1"/>
          <p:nvPr/>
        </p:nvSpPr>
        <p:spPr>
          <a:xfrm>
            <a:off x="605825" y="4010167"/>
            <a:ext cx="1402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800">
                <a:latin typeface="Aileron" pitchFamily="2" charset="77"/>
              </a:rPr>
              <a:t>Industry is  of the top 5 vertical of CRM systems within Salesforce</a:t>
            </a:r>
          </a:p>
          <a:p>
            <a:pPr marL="171450" indent="-171450">
              <a:buFontTx/>
              <a:buChar char="-"/>
            </a:pPr>
            <a:r>
              <a:rPr lang="en-US" sz="800">
                <a:latin typeface="Aileron" pitchFamily="2" charset="77"/>
              </a:rPr>
              <a:t>Current systems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799CE2-BA6E-6041-8311-DF3D5A78B866}"/>
              </a:ext>
            </a:extLst>
          </p:cNvPr>
          <p:cNvSpPr txBox="1"/>
          <p:nvPr/>
        </p:nvSpPr>
        <p:spPr>
          <a:xfrm>
            <a:off x="3705220" y="3946797"/>
            <a:ext cx="1527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Aileron" pitchFamily="2" charset="77"/>
              </a:rPr>
              <a:t>4% growth in the last 10 years</a:t>
            </a:r>
          </a:p>
          <a:p>
            <a:endParaRPr lang="en-US" sz="800">
              <a:latin typeface="Aileron" pitchFamily="2" charset="77"/>
            </a:endParaRPr>
          </a:p>
          <a:p>
            <a:r>
              <a:rPr lang="en-US" sz="800">
                <a:latin typeface="Aileron" pitchFamily="2" charset="77"/>
              </a:rPr>
              <a:t>“We don’t have any idea who is our most profitable segment”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1A7DCC-CC60-1141-9DD0-DDCD5F995808}"/>
              </a:ext>
            </a:extLst>
          </p:cNvPr>
          <p:cNvSpPr txBox="1"/>
          <p:nvPr/>
        </p:nvSpPr>
        <p:spPr>
          <a:xfrm>
            <a:off x="2136717" y="4025736"/>
            <a:ext cx="1402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rgbClr val="DB5E71"/>
                </a:solidFill>
                <a:latin typeface="Aileron" pitchFamily="2" charset="77"/>
              </a:rPr>
              <a:t>Arms race within competitors to be more effective in creating value to customer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950121-BF52-E94F-8BA6-CAB597CED87F}"/>
              </a:ext>
            </a:extLst>
          </p:cNvPr>
          <p:cNvSpPr txBox="1"/>
          <p:nvPr/>
        </p:nvSpPr>
        <p:spPr>
          <a:xfrm>
            <a:off x="5449894" y="2921613"/>
            <a:ext cx="1402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DB5E71"/>
                </a:solidFill>
                <a:latin typeface="Aileron" pitchFamily="2" charset="77"/>
              </a:rPr>
              <a:t>2 smaller  tech firm serving pharma identified and conversations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8B6036-9011-4E41-A8C2-04F6023E54FF}"/>
              </a:ext>
            </a:extLst>
          </p:cNvPr>
          <p:cNvSpPr txBox="1"/>
          <p:nvPr/>
        </p:nvSpPr>
        <p:spPr>
          <a:xfrm>
            <a:off x="7428606" y="3045910"/>
            <a:ext cx="14026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ileron" pitchFamily="2" charset="77"/>
              </a:rPr>
              <a:t>Unidentified at this point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449EBB-2CDB-654B-B924-FEB550EA9760}"/>
              </a:ext>
            </a:extLst>
          </p:cNvPr>
          <p:cNvSpPr txBox="1"/>
          <p:nvPr/>
        </p:nvSpPr>
        <p:spPr>
          <a:xfrm>
            <a:off x="7402284" y="4025736"/>
            <a:ext cx="1402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ileron" pitchFamily="2" charset="77"/>
              </a:rPr>
              <a:t>Most start ups fail because they don’t have the right strategies in place.</a:t>
            </a:r>
          </a:p>
        </p:txBody>
      </p:sp>
    </p:spTree>
    <p:extLst>
      <p:ext uri="{BB962C8B-B14F-4D97-AF65-F5344CB8AC3E}">
        <p14:creationId xmlns:p14="http://schemas.microsoft.com/office/powerpoint/2010/main" val="318365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3" grpId="0"/>
      <p:bldP spid="14" grpId="0"/>
      <p:bldP spid="15" grpId="0"/>
      <p:bldP spid="16" grpId="0"/>
      <p:bldP spid="10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4" grpId="0"/>
      <p:bldP spid="35" grpId="0"/>
      <p:bldP spid="36" grpId="0"/>
      <p:bldP spid="37" grpId="0"/>
      <p:bldP spid="33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08F04-9A65-C545-9F21-386852B4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 the Team</a:t>
            </a:r>
          </a:p>
        </p:txBody>
      </p:sp>
      <p:pic>
        <p:nvPicPr>
          <p:cNvPr id="3" name="Picture 2" descr="A person sitting in a chair&#10;&#10;Description automatically generated with low confidence">
            <a:extLst>
              <a:ext uri="{FF2B5EF4-FFF2-40B4-BE49-F238E27FC236}">
                <a16:creationId xmlns:a16="http://schemas.microsoft.com/office/drawing/2014/main" id="{E9B4025A-5C99-8E43-AD6B-09A51675A7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75" r="17036"/>
          <a:stretch/>
        </p:blipFill>
        <p:spPr>
          <a:xfrm>
            <a:off x="3899540" y="2242255"/>
            <a:ext cx="1377812" cy="1371098"/>
          </a:xfrm>
          <a:prstGeom prst="rect">
            <a:avLst/>
          </a:prstGeom>
        </p:spPr>
      </p:pic>
      <p:pic>
        <p:nvPicPr>
          <p:cNvPr id="4" name="Picture 3" descr="A person smiling for the camera&#10;&#10;Description automatically generated with low confidence">
            <a:extLst>
              <a:ext uri="{FF2B5EF4-FFF2-40B4-BE49-F238E27FC236}">
                <a16:creationId xmlns:a16="http://schemas.microsoft.com/office/drawing/2014/main" id="{E0848894-2E07-7542-A342-4FD83752E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33" y="2688294"/>
            <a:ext cx="1133168" cy="1133168"/>
          </a:xfrm>
          <a:prstGeom prst="rect">
            <a:avLst/>
          </a:prstGeom>
        </p:spPr>
      </p:pic>
      <p:pic>
        <p:nvPicPr>
          <p:cNvPr id="5" name="Picture 4" descr="A close-up of a person smiling&#10;&#10;Description automatically generated">
            <a:extLst>
              <a:ext uri="{FF2B5EF4-FFF2-40B4-BE49-F238E27FC236}">
                <a16:creationId xmlns:a16="http://schemas.microsoft.com/office/drawing/2014/main" id="{EB470BDA-A866-CE4C-9B76-98622926C6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359" y="1671955"/>
            <a:ext cx="1099581" cy="1099581"/>
          </a:xfrm>
          <a:prstGeom prst="rect">
            <a:avLst/>
          </a:prstGeom>
        </p:spPr>
      </p:pic>
      <p:pic>
        <p:nvPicPr>
          <p:cNvPr id="6" name="Picture 5" descr="A person with a beard&#10;&#10;Description automatically generated with low confidence">
            <a:extLst>
              <a:ext uri="{FF2B5EF4-FFF2-40B4-BE49-F238E27FC236}">
                <a16:creationId xmlns:a16="http://schemas.microsoft.com/office/drawing/2014/main" id="{FCCEEB23-C771-3442-B578-E8156AA0E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95" y="2688294"/>
            <a:ext cx="1219329" cy="1219329"/>
          </a:xfrm>
          <a:prstGeom prst="rect">
            <a:avLst/>
          </a:prstGeom>
        </p:spPr>
      </p:pic>
      <p:pic>
        <p:nvPicPr>
          <p:cNvPr id="8" name="Picture 7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9DE49A36-2D03-1C49-B77A-19EA87E30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352" y="744596"/>
            <a:ext cx="1090558" cy="1165855"/>
          </a:xfrm>
          <a:prstGeom prst="rect">
            <a:avLst/>
          </a:prstGeom>
        </p:spPr>
      </p:pic>
      <p:pic>
        <p:nvPicPr>
          <p:cNvPr id="9" name="Picture 8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EAC70525-8B1B-EC41-A53F-37E1DB4EE3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312" y="770941"/>
            <a:ext cx="1152335" cy="11523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7990A0-BFBF-FE46-BD5F-9EFB81AEE6E0}"/>
              </a:ext>
            </a:extLst>
          </p:cNvPr>
          <p:cNvSpPr txBox="1"/>
          <p:nvPr/>
        </p:nvSpPr>
        <p:spPr>
          <a:xfrm>
            <a:off x="3959805" y="1734383"/>
            <a:ext cx="12478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ileron Bold" pitchFamily="2" charset="77"/>
              </a:rPr>
              <a:t>The Fire Starter and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EB41C-B172-0441-97B2-78C5B7A5BE72}"/>
              </a:ext>
            </a:extLst>
          </p:cNvPr>
          <p:cNvSpPr txBox="1"/>
          <p:nvPr/>
        </p:nvSpPr>
        <p:spPr>
          <a:xfrm>
            <a:off x="2674309" y="528200"/>
            <a:ext cx="1247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ileron Bold" pitchFamily="2" charset="77"/>
              </a:rPr>
              <a:t>The Deal Maker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228801-1467-4446-96E4-03B67BE262E2}"/>
              </a:ext>
            </a:extLst>
          </p:cNvPr>
          <p:cNvSpPr txBox="1"/>
          <p:nvPr/>
        </p:nvSpPr>
        <p:spPr>
          <a:xfrm>
            <a:off x="1436571" y="1446363"/>
            <a:ext cx="1247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ileron Bold" pitchFamily="2" charset="77"/>
              </a:rPr>
              <a:t>The Sage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ACE03-47B1-AE4D-A5AB-F902485D677D}"/>
              </a:ext>
            </a:extLst>
          </p:cNvPr>
          <p:cNvSpPr txBox="1"/>
          <p:nvPr/>
        </p:nvSpPr>
        <p:spPr>
          <a:xfrm>
            <a:off x="7777050" y="2321869"/>
            <a:ext cx="12478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ileron Bold" pitchFamily="2" charset="77"/>
              </a:rPr>
              <a:t>The Checks &amp;  Balances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85702C-0682-9649-B497-B78891E51326}"/>
              </a:ext>
            </a:extLst>
          </p:cNvPr>
          <p:cNvSpPr txBox="1"/>
          <p:nvPr/>
        </p:nvSpPr>
        <p:spPr>
          <a:xfrm>
            <a:off x="5198698" y="495416"/>
            <a:ext cx="1247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ileron Bold" pitchFamily="2" charset="77"/>
              </a:rPr>
              <a:t>The Architect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D0A32C-8247-1140-A2A8-AEA513D21D87}"/>
              </a:ext>
            </a:extLst>
          </p:cNvPr>
          <p:cNvSpPr txBox="1"/>
          <p:nvPr/>
        </p:nvSpPr>
        <p:spPr>
          <a:xfrm>
            <a:off x="179678" y="2455206"/>
            <a:ext cx="1247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ileron Bold" pitchFamily="2" charset="77"/>
              </a:rPr>
              <a:t>The Law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10EDA1-48E8-A34C-9A21-ABE737F46ECC}"/>
              </a:ext>
            </a:extLst>
          </p:cNvPr>
          <p:cNvSpPr txBox="1"/>
          <p:nvPr/>
        </p:nvSpPr>
        <p:spPr>
          <a:xfrm>
            <a:off x="3711137" y="3920908"/>
            <a:ext cx="1624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ileron" pitchFamily="2" charset="77"/>
              </a:rPr>
              <a:t>30+  leading multi- national teams in transformation, strategy and execution.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267FA-E9B7-4A4D-A28A-A81C67EE816C}"/>
              </a:ext>
            </a:extLst>
          </p:cNvPr>
          <p:cNvSpPr txBox="1"/>
          <p:nvPr/>
        </p:nvSpPr>
        <p:spPr>
          <a:xfrm>
            <a:off x="2659976" y="2335085"/>
            <a:ext cx="1276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Aileron" pitchFamily="2" charset="77"/>
              </a:rPr>
              <a:t>30+ years in leading sales and marketing teams in multi-national firms.</a:t>
            </a:r>
            <a:endParaRPr 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FD6188-5C57-E24F-8FCB-76795EC1DFC0}"/>
              </a:ext>
            </a:extLst>
          </p:cNvPr>
          <p:cNvSpPr txBox="1"/>
          <p:nvPr/>
        </p:nvSpPr>
        <p:spPr>
          <a:xfrm>
            <a:off x="194510" y="4127837"/>
            <a:ext cx="113316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ileron" pitchFamily="2" charset="77"/>
              </a:rPr>
              <a:t>Protector of the vision and the work.  Has developed and sold companies a few times over</a:t>
            </a:r>
            <a:r>
              <a:rPr lang="en-US" sz="1000" dirty="0">
                <a:latin typeface="Aileron" pitchFamily="2" charset="77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D20593-8C02-4943-A847-97B4680BC878}"/>
              </a:ext>
            </a:extLst>
          </p:cNvPr>
          <p:cNvSpPr txBox="1"/>
          <p:nvPr/>
        </p:nvSpPr>
        <p:spPr>
          <a:xfrm>
            <a:off x="7733987" y="4250948"/>
            <a:ext cx="137713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ileron" pitchFamily="2" charset="77"/>
              </a:rPr>
              <a:t>Morris takes brilliance of the work to the reality of ‘having it pencil’.   30+ years finance and strategy.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1D6709-1DF7-F84F-BC4D-CC0A0127E551}"/>
              </a:ext>
            </a:extLst>
          </p:cNvPr>
          <p:cNvSpPr txBox="1"/>
          <p:nvPr/>
        </p:nvSpPr>
        <p:spPr>
          <a:xfrm>
            <a:off x="1482841" y="3125212"/>
            <a:ext cx="1133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ileron" pitchFamily="2" charset="77"/>
              </a:rPr>
              <a:t>Entrepreneur, Strategic Advisor, Lifelong Learner.  PHD from School of Hard Knocks!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C3E8D3-E088-E840-802C-36D32472685E}"/>
              </a:ext>
            </a:extLst>
          </p:cNvPr>
          <p:cNvSpPr txBox="1"/>
          <p:nvPr/>
        </p:nvSpPr>
        <p:spPr>
          <a:xfrm>
            <a:off x="2712178" y="2042869"/>
            <a:ext cx="11730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DB5E71"/>
                </a:solidFill>
                <a:latin typeface="Aileron" pitchFamily="2" charset="77"/>
              </a:rPr>
              <a:t>Andrea Lofton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234D13-8B2D-D84B-A396-AB8694E01991}"/>
              </a:ext>
            </a:extLst>
          </p:cNvPr>
          <p:cNvSpPr txBox="1"/>
          <p:nvPr/>
        </p:nvSpPr>
        <p:spPr>
          <a:xfrm>
            <a:off x="7784520" y="3914879"/>
            <a:ext cx="1326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DB5E71"/>
                </a:solidFill>
                <a:latin typeface="Aileron" pitchFamily="2" charset="77"/>
              </a:rPr>
              <a:t>Morris Buchanan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A431C2-56EA-2242-96AC-520C9D257907}"/>
              </a:ext>
            </a:extLst>
          </p:cNvPr>
          <p:cNvSpPr txBox="1"/>
          <p:nvPr/>
        </p:nvSpPr>
        <p:spPr>
          <a:xfrm>
            <a:off x="1508244" y="2802225"/>
            <a:ext cx="10909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DB5E71"/>
                </a:solidFill>
                <a:latin typeface="Aileron" pitchFamily="2" charset="77"/>
              </a:rPr>
              <a:t>Diane Estner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0B65C0-6D4A-A544-80E2-CDD242FA3920}"/>
              </a:ext>
            </a:extLst>
          </p:cNvPr>
          <p:cNvSpPr txBox="1"/>
          <p:nvPr/>
        </p:nvSpPr>
        <p:spPr>
          <a:xfrm>
            <a:off x="4012647" y="3659298"/>
            <a:ext cx="10909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>
                <a:solidFill>
                  <a:srgbClr val="DB5E71"/>
                </a:solidFill>
                <a:latin typeface="Aileron" pitchFamily="2" charset="77"/>
              </a:rPr>
              <a:t>Kate Burda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B43435-CF50-2E42-9F85-F394B371FD32}"/>
              </a:ext>
            </a:extLst>
          </p:cNvPr>
          <p:cNvSpPr txBox="1"/>
          <p:nvPr/>
        </p:nvSpPr>
        <p:spPr>
          <a:xfrm>
            <a:off x="5253282" y="1979825"/>
            <a:ext cx="121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i="1" dirty="0">
                <a:solidFill>
                  <a:srgbClr val="DB5E71"/>
                </a:solidFill>
                <a:latin typeface="Aileron" pitchFamily="2" charset="77"/>
              </a:rPr>
              <a:t>Eddie Westerfield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F0150D-DA85-1B44-94B2-E47EB5017D98}"/>
              </a:ext>
            </a:extLst>
          </p:cNvPr>
          <p:cNvSpPr txBox="1"/>
          <p:nvPr/>
        </p:nvSpPr>
        <p:spPr>
          <a:xfrm>
            <a:off x="241115" y="3839546"/>
            <a:ext cx="10909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solidFill>
                  <a:srgbClr val="DB5E71"/>
                </a:solidFill>
                <a:latin typeface="Aileron" pitchFamily="2" charset="77"/>
              </a:rPr>
              <a:t>Dina Tarro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AAE9B0-2F08-C743-BA83-E0ABF9202F2E}"/>
              </a:ext>
            </a:extLst>
          </p:cNvPr>
          <p:cNvSpPr txBox="1"/>
          <p:nvPr/>
        </p:nvSpPr>
        <p:spPr>
          <a:xfrm>
            <a:off x="5318394" y="2250541"/>
            <a:ext cx="10951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latin typeface="Aileron" pitchFamily="2" charset="77"/>
              </a:rPr>
              <a:t>Product development and operational management. Eddie has built programs and companies.   We have the human equivalent to swiss army knife dedicated to Ignite. </a:t>
            </a:r>
          </a:p>
        </p:txBody>
      </p:sp>
    </p:spTree>
    <p:extLst>
      <p:ext uri="{BB962C8B-B14F-4D97-AF65-F5344CB8AC3E}">
        <p14:creationId xmlns:p14="http://schemas.microsoft.com/office/powerpoint/2010/main" val="135530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6EFFE-5880-2E42-A889-598D7AA612B2}"/>
              </a:ext>
            </a:extLst>
          </p:cNvPr>
          <p:cNvSpPr txBox="1"/>
          <p:nvPr/>
        </p:nvSpPr>
        <p:spPr>
          <a:xfrm>
            <a:off x="3499214" y="0"/>
            <a:ext cx="1949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spc="30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Traction</a:t>
            </a:r>
            <a:endParaRPr lang="en-US" spc="300">
              <a:solidFill>
                <a:schemeClr val="tx1">
                  <a:lumMod val="85000"/>
                  <a:lumOff val="15000"/>
                </a:schemeClr>
              </a:solidFill>
              <a:latin typeface="Galyon" pitchFamily="2" charset="77"/>
              <a:cs typeface="Poppi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66A99A-F12C-0B4E-9E41-0410DA13BA0D}"/>
              </a:ext>
            </a:extLst>
          </p:cNvPr>
          <p:cNvSpPr txBox="1"/>
          <p:nvPr/>
        </p:nvSpPr>
        <p:spPr>
          <a:xfrm>
            <a:off x="765514" y="1828413"/>
            <a:ext cx="1109599" cy="27699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ileron Bold" pitchFamily="2" charset="77"/>
                <a:ea typeface="League Spartan" charset="0"/>
                <a:cs typeface="Poppins" pitchFamily="2" charset="77"/>
              </a:rPr>
              <a:t>Prep &amp; Prime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57242-53D2-9240-BD46-9CDCBFBD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0" y="2089150"/>
            <a:ext cx="1270000" cy="1270000"/>
          </a:xfrm>
          <a:prstGeom prst="rect">
            <a:avLst/>
          </a:prstGeom>
        </p:spPr>
      </p:pic>
      <p:pic>
        <p:nvPicPr>
          <p:cNvPr id="7" name="Picture 6" descr="A picture containing durian, close&#10;&#10;Description automatically generated">
            <a:extLst>
              <a:ext uri="{FF2B5EF4-FFF2-40B4-BE49-F238E27FC236}">
                <a16:creationId xmlns:a16="http://schemas.microsoft.com/office/drawing/2014/main" id="{8DF6E256-221B-8148-8779-99968C0AD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38"/>
            <a:ext cx="5607719" cy="4145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2F55FE-4287-9841-8204-40AD4541039E}"/>
              </a:ext>
            </a:extLst>
          </p:cNvPr>
          <p:cNvSpPr txBox="1"/>
          <p:nvPr/>
        </p:nvSpPr>
        <p:spPr>
          <a:xfrm>
            <a:off x="4417888" y="914400"/>
            <a:ext cx="4196993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ileron" pitchFamily="2" charset="77"/>
              </a:rPr>
              <a:t>Since receiving it from developers </a:t>
            </a:r>
            <a:r>
              <a:rPr lang="en-US" b="1" i="1" dirty="0">
                <a:latin typeface="Aileron Bold" pitchFamily="2" charset="77"/>
              </a:rPr>
              <a:t>May 2021</a:t>
            </a:r>
            <a:r>
              <a:rPr lang="en-US" dirty="0">
                <a:latin typeface="Aileron" pitchFamily="2" charset="77"/>
              </a:rPr>
              <a:t>  we currently have as customers: </a:t>
            </a:r>
          </a:p>
          <a:p>
            <a:endParaRPr lang="en-US" sz="1000" dirty="0">
              <a:latin typeface="Aileron" pitchFamily="2" charset="77"/>
            </a:endParaRPr>
          </a:p>
          <a:p>
            <a:pPr lvl="1"/>
            <a:r>
              <a:rPr lang="en-US" dirty="0">
                <a:latin typeface="Aileron" pitchFamily="2" charset="77"/>
              </a:rPr>
              <a:t>A hotel management firm </a:t>
            </a:r>
          </a:p>
          <a:p>
            <a:pPr lvl="1"/>
            <a:endParaRPr lang="en-US" sz="1050" dirty="0">
              <a:latin typeface="Aileron" pitchFamily="2" charset="77"/>
            </a:endParaRPr>
          </a:p>
          <a:p>
            <a:pPr lvl="1"/>
            <a:r>
              <a:rPr lang="en-US" dirty="0">
                <a:latin typeface="Aileron" pitchFamily="2" charset="77"/>
              </a:rPr>
              <a:t>A wine distributor</a:t>
            </a:r>
          </a:p>
          <a:p>
            <a:pPr lvl="1"/>
            <a:endParaRPr lang="en-US" sz="1050" dirty="0">
              <a:latin typeface="Aileron" pitchFamily="2" charset="77"/>
            </a:endParaRPr>
          </a:p>
          <a:p>
            <a:pPr lvl="1"/>
            <a:r>
              <a:rPr lang="en-US" dirty="0">
                <a:latin typeface="Aileron" pitchFamily="2" charset="77"/>
              </a:rPr>
              <a:t>A destination management organization</a:t>
            </a:r>
          </a:p>
          <a:p>
            <a:pPr lvl="1"/>
            <a:endParaRPr lang="en-US" sz="1000" dirty="0">
              <a:latin typeface="Aileron" pitchFamily="2" charset="77"/>
            </a:endParaRPr>
          </a:p>
          <a:p>
            <a:pPr lvl="1"/>
            <a:r>
              <a:rPr lang="en-US" dirty="0">
                <a:latin typeface="Aileron" pitchFamily="2" charset="77"/>
              </a:rPr>
              <a:t>Multi-national asset management firm</a:t>
            </a:r>
          </a:p>
          <a:p>
            <a:endParaRPr lang="en-US" dirty="0">
              <a:latin typeface="Aileron" pitchFamily="2" charset="77"/>
            </a:endParaRPr>
          </a:p>
          <a:p>
            <a:r>
              <a:rPr lang="en-US" dirty="0">
                <a:latin typeface="Aileron" pitchFamily="2" charset="77"/>
              </a:rPr>
              <a:t>Total revenue:   $25,000</a:t>
            </a:r>
          </a:p>
        </p:txBody>
      </p:sp>
    </p:spTree>
    <p:extLst>
      <p:ext uri="{BB962C8B-B14F-4D97-AF65-F5344CB8AC3E}">
        <p14:creationId xmlns:p14="http://schemas.microsoft.com/office/powerpoint/2010/main" val="2916426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57E2-67BF-2947-90CD-5F8292DB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Revenue Projection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20E0981-8AAD-E54B-8FAB-55919426D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5246250"/>
              </p:ext>
            </p:extLst>
          </p:nvPr>
        </p:nvGraphicFramePr>
        <p:xfrm>
          <a:off x="952901" y="556745"/>
          <a:ext cx="7238198" cy="4030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41705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ark, light, night&#10;&#10;Description automatically generated">
            <a:extLst>
              <a:ext uri="{FF2B5EF4-FFF2-40B4-BE49-F238E27FC236}">
                <a16:creationId xmlns:a16="http://schemas.microsoft.com/office/drawing/2014/main" id="{56AD6B87-46CF-C249-89C3-5E4FFB44D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665"/>
            <a:ext cx="9157440" cy="30703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56EFFE-5880-2E42-A889-598D7AA612B2}"/>
              </a:ext>
            </a:extLst>
          </p:cNvPr>
          <p:cNvSpPr txBox="1"/>
          <p:nvPr/>
        </p:nvSpPr>
        <p:spPr>
          <a:xfrm>
            <a:off x="3650487" y="0"/>
            <a:ext cx="1648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300">
                <a:solidFill>
                  <a:schemeClr val="tx1">
                    <a:lumMod val="85000"/>
                    <a:lumOff val="15000"/>
                  </a:schemeClr>
                </a:solidFill>
                <a:latin typeface="Galyon" pitchFamily="2" charset="77"/>
                <a:cs typeface="Poppins" pitchFamily="2" charset="77"/>
              </a:rPr>
              <a:t>The Ask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F369F84D-F289-6545-B3F8-627A251B7EC5}"/>
              </a:ext>
            </a:extLst>
          </p:cNvPr>
          <p:cNvSpPr/>
          <p:nvPr/>
        </p:nvSpPr>
        <p:spPr>
          <a:xfrm rot="18868907">
            <a:off x="3728233" y="1924869"/>
            <a:ext cx="1476178" cy="1507754"/>
          </a:xfrm>
          <a:prstGeom prst="rtTriangle">
            <a:avLst/>
          </a:prstGeom>
          <a:solidFill>
            <a:srgbClr val="DB5E71"/>
          </a:solidFill>
          <a:ln>
            <a:solidFill>
              <a:srgbClr val="FF90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CA506-8BF0-7F4B-BC5E-88509DE79092}"/>
              </a:ext>
            </a:extLst>
          </p:cNvPr>
          <p:cNvSpPr txBox="1"/>
          <p:nvPr/>
        </p:nvSpPr>
        <p:spPr>
          <a:xfrm>
            <a:off x="3755757" y="2692764"/>
            <a:ext cx="148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alyon" pitchFamily="2" charset="77"/>
              </a:rPr>
              <a:t>How it will be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25D4F-2CFE-E04C-B07B-7A4BBA879ED2}"/>
              </a:ext>
            </a:extLst>
          </p:cNvPr>
          <p:cNvSpPr txBox="1"/>
          <p:nvPr/>
        </p:nvSpPr>
        <p:spPr>
          <a:xfrm>
            <a:off x="536898" y="3776907"/>
            <a:ext cx="235060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ileron" pitchFamily="2" charset="77"/>
              </a:rPr>
              <a:t>MVP to 1.0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Aileron" pitchFamily="2" charset="77"/>
              </a:rPr>
              <a:t>Scale the Product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Aileron" pitchFamily="2" charset="77"/>
              </a:rPr>
              <a:t>AI / ML</a:t>
            </a:r>
          </a:p>
          <a:p>
            <a:r>
              <a:rPr lang="en-US" sz="900" dirty="0">
                <a:latin typeface="Aileron" pitchFamily="2" charset="77"/>
              </a:rPr>
              <a:t> </a:t>
            </a:r>
            <a:endParaRPr lang="en-US" sz="800" dirty="0">
              <a:latin typeface="Aileron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C5394-8FFF-BC45-9508-87FA0F0293ED}"/>
              </a:ext>
            </a:extLst>
          </p:cNvPr>
          <p:cNvSpPr txBox="1"/>
          <p:nvPr/>
        </p:nvSpPr>
        <p:spPr>
          <a:xfrm>
            <a:off x="2171700" y="1040412"/>
            <a:ext cx="423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$500k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CE29E0-9F61-CB45-B1F1-887FB586401F}"/>
              </a:ext>
            </a:extLst>
          </p:cNvPr>
          <p:cNvSpPr txBox="1"/>
          <p:nvPr/>
        </p:nvSpPr>
        <p:spPr>
          <a:xfrm>
            <a:off x="3520837" y="3869944"/>
            <a:ext cx="2350601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ileron" pitchFamily="2" charset="77"/>
              </a:rPr>
              <a:t>Attract and Retain Talent</a:t>
            </a:r>
          </a:p>
          <a:p>
            <a:pPr algn="ctr"/>
            <a:r>
              <a:rPr lang="en-US" sz="900" dirty="0">
                <a:latin typeface="Aileron" pitchFamily="2" charset="77"/>
              </a:rPr>
              <a:t> </a:t>
            </a:r>
            <a:endParaRPr lang="en-US" sz="800" dirty="0">
              <a:latin typeface="Aileron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FCF418-A19A-DA4E-9C3C-FA2839C23D66}"/>
              </a:ext>
            </a:extLst>
          </p:cNvPr>
          <p:cNvSpPr txBox="1"/>
          <p:nvPr/>
        </p:nvSpPr>
        <p:spPr>
          <a:xfrm>
            <a:off x="6504776" y="3993054"/>
            <a:ext cx="23506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ileron" pitchFamily="2" charset="77"/>
              </a:rPr>
              <a:t>Go-To-Market Strategy</a:t>
            </a:r>
          </a:p>
          <a:p>
            <a:r>
              <a:rPr lang="en-US" sz="900" dirty="0">
                <a:latin typeface="Aileron" pitchFamily="2" charset="77"/>
              </a:rPr>
              <a:t> </a:t>
            </a:r>
            <a:endParaRPr lang="en-US" sz="800" dirty="0">
              <a:latin typeface="Ailero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43324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, letter&#10;&#10;Description automatically generated">
            <a:extLst>
              <a:ext uri="{FF2B5EF4-FFF2-40B4-BE49-F238E27FC236}">
                <a16:creationId xmlns:a16="http://schemas.microsoft.com/office/drawing/2014/main" id="{171BFCDF-F56D-E945-BB58-850B004783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6"/>
          <a:stretch/>
        </p:blipFill>
        <p:spPr>
          <a:xfrm>
            <a:off x="0" y="580490"/>
            <a:ext cx="9144000" cy="456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8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2CB2DE-9B6B-467A-B021-839AF2DFC0BD}">
  <ds:schemaRefs>
    <ds:schemaRef ds:uri="5f895480-74b7-4295-beb1-000abdb77711"/>
    <ds:schemaRef ds:uri="http://schemas.microsoft.com/office/infopath/2007/PartnerControls"/>
    <ds:schemaRef ds:uri="f9f3b592-2a1e-4fc9-8218-81ad9cd05aa6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3C96A26-059F-4CE9-9144-94B2EA7FB1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AABB91-BD62-4815-95FD-49B976C3D869}">
  <ds:schemaRefs>
    <ds:schemaRef ds:uri="5f895480-74b7-4295-beb1-000abdb77711"/>
    <ds:schemaRef ds:uri="f9f3b592-2a1e-4fc9-8218-81ad9cd05aa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3687</TotalTime>
  <Words>824</Words>
  <Application>Microsoft Macintosh PowerPoint</Application>
  <PresentationFormat>On-screen Show (16:9)</PresentationFormat>
  <Paragraphs>180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Aileron</vt:lpstr>
      <vt:lpstr>Aileron Bold</vt:lpstr>
      <vt:lpstr>Arial</vt:lpstr>
      <vt:lpstr>Calibri</vt:lpstr>
      <vt:lpstr>Franklin Gothic Book</vt:lpstr>
      <vt:lpstr>Galyon</vt:lpstr>
      <vt:lpstr>Galyon Bold</vt:lpstr>
      <vt:lpstr>GANTIC</vt:lpstr>
      <vt:lpstr>Poppins</vt:lpstr>
      <vt:lpstr>Poppins Light</vt:lpstr>
      <vt:lpstr>Office Theme</vt:lpstr>
      <vt:lpstr>PowerPoint Presentation</vt:lpstr>
      <vt:lpstr>PowerPoint Presentation</vt:lpstr>
      <vt:lpstr>PowerPoint Presentation</vt:lpstr>
      <vt:lpstr>What we know</vt:lpstr>
      <vt:lpstr>PowerPoint Presentation</vt:lpstr>
      <vt:lpstr>PowerPoint Presentation</vt:lpstr>
      <vt:lpstr>PowerPoint Presentation</vt:lpstr>
      <vt:lpstr>The solution wasn’t out there.  So, we built it.</vt:lpstr>
      <vt:lpstr>PowerPoint Presentation</vt:lpstr>
      <vt:lpstr>PowerPoint Presentation</vt:lpstr>
      <vt:lpstr>Meet the Team</vt:lpstr>
      <vt:lpstr>PowerPoint Presentation</vt:lpstr>
      <vt:lpstr>The Revenue Projection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5</cp:revision>
  <cp:lastPrinted>2020-04-27T21:38:29Z</cp:lastPrinted>
  <dcterms:created xsi:type="dcterms:W3CDTF">2020-04-27T16:06:42Z</dcterms:created>
  <dcterms:modified xsi:type="dcterms:W3CDTF">2022-02-25T14:34:42Z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