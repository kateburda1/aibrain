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/>
    <p:restoredTop sz="94694"/>
  </p:normalViewPr>
  <p:slideViewPr>
    <p:cSldViewPr snapToGrid="0">
      <p:cViewPr varScale="1">
        <p:scale>
          <a:sx n="117" d="100"/>
          <a:sy n="117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6AB4E-D3C4-9C46-BBF6-C4393C79A8CF}" type="datetimeFigureOut">
              <a:rPr lang="en-US" smtClean="0"/>
              <a:t>8/17/24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B9C73-78EA-4145-8A73-3F31F1D7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5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B9C73-78EA-4145-8A73-3F31F1D7D9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E32E-136D-B96A-A0BE-DADFCD4E0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6AB78-0654-D981-BBA2-AB1EBFEF9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9002-3C2E-0448-1D02-67DAF7AF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65E65-EEC7-758B-8AC7-35DD67F2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B4731-0DDA-1307-6C75-7C10333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6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E9B5-D6A1-E214-E170-D8F69DDD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238F-B139-9F76-B1F3-3DE1FADAE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B6C57-DD86-AE1E-2168-0071A852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7EAFB-85B9-6B3A-320D-8933E268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F306-CB1E-56AA-7F5A-7EC9F832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5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A486-2EAA-FDCD-E136-60039B5D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5A2BA-A858-6E82-D7F8-071BAE08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95373-E5CC-3C2A-CE33-3C193DFB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8718F-57B1-A657-D9E2-E76D1AA0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7C8F8-3054-C581-DF05-208FF8AE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1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C716-DEDA-1208-3867-8B7CA74E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F56A-8F90-5956-A582-61E03D5B6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D6EFE-435E-5588-43BF-736C2A64C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B068C-FB46-BB85-D95E-1F6C25C4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3F130-FD44-A9E3-132E-1254487B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4609C-EBEA-095C-41DE-D1B7B59D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9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ABED-ED6A-3E59-036F-47C5FD20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3781A-B1E0-5E1C-07BB-0A77CAC4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3CE07-2018-1EC6-4043-77822C8AC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BD091-5AB8-0923-1758-2036DBE2F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3E3B1-02A7-A296-B5A1-EA3055787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11C0E-7852-205C-B424-D899CFC1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883A9-CF48-864B-5E1F-25707EEB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DBFF3-9136-57D7-FE13-4A6E309D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5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C56E-259A-6757-DC2B-9D804443A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AA95F-66B6-D113-9F9C-278393E1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1BB18-B885-B96A-8318-D7097DBC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71C08-BB84-B218-60B1-C5770154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2C523-876B-8E35-C13F-FEEA7B4E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9C107-5D4D-0507-14CB-B7402B2F7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E1A19-22B3-1FA5-E15B-831AD975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2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F968-9D1F-DC9D-5F8F-BE11A8B2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EF49-E195-8AFE-0C64-763EDE12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DB497-425A-CF95-7528-2114DB3EC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EA340-CF28-1BE0-2840-D737B3A4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A9AA1-D07C-C6F4-7A68-D77F95A3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4A603-B566-46A8-86A6-86B2F3183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0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A318-03A7-828B-24D4-30B56BDE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D2558-DF35-6BCE-7D0B-B043B214A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535CC-A1FC-965A-7F91-65EDC5431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54C2F-4FF5-4941-4E68-15EB7731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F264E-4CFA-961B-08C2-A35C34BC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3B7C6-77D1-7C5C-D247-EB43A787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9C7F-E8D6-D61E-4CF8-C7D6D516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C78A3-02B3-0998-9DFD-59002E5FB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61A46-71BA-C9E2-1A7A-7E7B1E90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E1BE-E757-7DEF-CC1A-23E9BADFA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1B98-B005-ABA8-AE40-4E66B1A4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9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7FE9F-E018-731F-6229-283F3369A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9FEF6-BDBB-C37F-E2B7-180DC47DC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3F489-2817-8556-D833-395CF686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FDB58-33C0-5319-5879-81FBCF3D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D9CD-8A65-A26F-F766-F6B1532C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5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CBC1B-E34B-AE8D-FCEB-2A5B052F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F8567-1ABF-24A6-412E-B08826E3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6064C-9238-97AF-B460-4880B3413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23DB6-8812-5F48-B7ED-9B79031D919D}" type="datetimeFigureOut">
              <a:rPr lang="en-US" smtClean="0"/>
              <a:t>8/17/24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B0DAF-A214-7254-5D45-88E0FCED2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E5DE2-FA8F-5A43-B152-CB23996F4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2D944-0402-974E-A8A5-438D4D9CB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1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D4FCDA-E3AF-1DD7-F0C8-5B4702FFD929}"/>
              </a:ext>
            </a:extLst>
          </p:cNvPr>
          <p:cNvSpPr/>
          <p:nvPr/>
        </p:nvSpPr>
        <p:spPr>
          <a:xfrm>
            <a:off x="137961" y="178967"/>
            <a:ext cx="3798846" cy="1612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B568E-8664-82DA-C2B1-3BB6BDDFC500}"/>
              </a:ext>
            </a:extLst>
          </p:cNvPr>
          <p:cNvSpPr txBox="1"/>
          <p:nvPr/>
        </p:nvSpPr>
        <p:spPr>
          <a:xfrm>
            <a:off x="4129082" y="1870283"/>
            <a:ext cx="1082348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dirty="0"/>
              <a:t>Revenue Forecast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E94699-752E-4C78-53BA-A19BE0E82DBF}"/>
              </a:ext>
            </a:extLst>
          </p:cNvPr>
          <p:cNvSpPr/>
          <p:nvPr/>
        </p:nvSpPr>
        <p:spPr>
          <a:xfrm>
            <a:off x="4015943" y="1870283"/>
            <a:ext cx="6639260" cy="16124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1AAC5A-29CC-A945-6EF4-3A9BDB7430DD}"/>
              </a:ext>
            </a:extLst>
          </p:cNvPr>
          <p:cNvSpPr/>
          <p:nvPr/>
        </p:nvSpPr>
        <p:spPr>
          <a:xfrm>
            <a:off x="137960" y="3567273"/>
            <a:ext cx="3798846" cy="17969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C01039-421C-1821-DA76-923BA20BB7CF}"/>
              </a:ext>
            </a:extLst>
          </p:cNvPr>
          <p:cNvSpPr/>
          <p:nvPr/>
        </p:nvSpPr>
        <p:spPr>
          <a:xfrm>
            <a:off x="137960" y="1873120"/>
            <a:ext cx="3798846" cy="1612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76F01-50F6-AA1C-0BBA-4AFB372DC431}"/>
              </a:ext>
            </a:extLst>
          </p:cNvPr>
          <p:cNvSpPr/>
          <p:nvPr/>
        </p:nvSpPr>
        <p:spPr>
          <a:xfrm>
            <a:off x="4015943" y="3568229"/>
            <a:ext cx="3170125" cy="17969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2AD1D-00C2-7723-DAE0-28A55F55D519}"/>
              </a:ext>
            </a:extLst>
          </p:cNvPr>
          <p:cNvSpPr/>
          <p:nvPr/>
        </p:nvSpPr>
        <p:spPr>
          <a:xfrm>
            <a:off x="7304728" y="3575759"/>
            <a:ext cx="3350475" cy="1789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C389E-1DB3-952B-1B92-0F0BEEE02A4A}"/>
              </a:ext>
            </a:extLst>
          </p:cNvPr>
          <p:cNvSpPr txBox="1"/>
          <p:nvPr/>
        </p:nvSpPr>
        <p:spPr>
          <a:xfrm>
            <a:off x="7268275" y="3550291"/>
            <a:ext cx="1200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Market Indicators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F7933F-63FC-7A82-F278-C294CC9F4827}"/>
              </a:ext>
            </a:extLst>
          </p:cNvPr>
          <p:cNvSpPr txBox="1"/>
          <p:nvPr/>
        </p:nvSpPr>
        <p:spPr>
          <a:xfrm>
            <a:off x="217097" y="141496"/>
            <a:ext cx="8274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Sales Funnel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71DDF9-D358-F120-0B67-7CC10A421AC6}"/>
              </a:ext>
            </a:extLst>
          </p:cNvPr>
          <p:cNvSpPr/>
          <p:nvPr/>
        </p:nvSpPr>
        <p:spPr>
          <a:xfrm>
            <a:off x="10826217" y="178967"/>
            <a:ext cx="1291328" cy="657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460B7B-0BC0-F438-F0CC-9414233134BC}"/>
              </a:ext>
            </a:extLst>
          </p:cNvPr>
          <p:cNvSpPr txBox="1"/>
          <p:nvPr/>
        </p:nvSpPr>
        <p:spPr>
          <a:xfrm>
            <a:off x="10892555" y="178967"/>
            <a:ext cx="696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Task List: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6BF51-8340-8EA1-46AB-5B74175C0AEC}"/>
              </a:ext>
            </a:extLst>
          </p:cNvPr>
          <p:cNvSpPr txBox="1"/>
          <p:nvPr/>
        </p:nvSpPr>
        <p:spPr>
          <a:xfrm>
            <a:off x="4144709" y="3538804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MV Indicators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D990D4-76C4-FAC9-643F-E6A8C4A57B50}"/>
              </a:ext>
            </a:extLst>
          </p:cNvPr>
          <p:cNvSpPr txBox="1"/>
          <p:nvPr/>
        </p:nvSpPr>
        <p:spPr>
          <a:xfrm>
            <a:off x="151958" y="3567273"/>
            <a:ext cx="4796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Cvent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65B727-2B25-EB6F-8F1D-749C4F9265EF}"/>
              </a:ext>
            </a:extLst>
          </p:cNvPr>
          <p:cNvSpPr txBox="1"/>
          <p:nvPr/>
        </p:nvSpPr>
        <p:spPr>
          <a:xfrm>
            <a:off x="146820" y="1907472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Account Performance</a:t>
            </a:r>
            <a:endParaRPr lang="en-US" sz="9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DEAF2B-7239-15F9-86AC-023E3AAEA248}"/>
              </a:ext>
            </a:extLst>
          </p:cNvPr>
          <p:cNvSpPr/>
          <p:nvPr/>
        </p:nvSpPr>
        <p:spPr>
          <a:xfrm>
            <a:off x="4015943" y="190275"/>
            <a:ext cx="6619482" cy="1612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 descr="A screenshot of a graph&#10;&#10;Description automatically generated">
            <a:extLst>
              <a:ext uri="{FF2B5EF4-FFF2-40B4-BE49-F238E27FC236}">
                <a16:creationId xmlns:a16="http://schemas.microsoft.com/office/drawing/2014/main" id="{BC951D8A-3609-3AF0-61A7-D1ED7AF53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617" y="3792720"/>
            <a:ext cx="2163018" cy="1535547"/>
          </a:xfrm>
          <a:prstGeom prst="rect">
            <a:avLst/>
          </a:prstGeom>
        </p:spPr>
      </p:pic>
      <p:pic>
        <p:nvPicPr>
          <p:cNvPr id="29" name="Picture 28" descr="A screenshot of a computer&#10;&#10;Description automatically generated">
            <a:extLst>
              <a:ext uri="{FF2B5EF4-FFF2-40B4-BE49-F238E27FC236}">
                <a16:creationId xmlns:a16="http://schemas.microsoft.com/office/drawing/2014/main" id="{73610A5E-8B4F-1B32-D668-80A77F28A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20" y="3738840"/>
            <a:ext cx="2931676" cy="14930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5629CD2-5744-90C0-A1E5-00ED6DA56B0C}"/>
              </a:ext>
            </a:extLst>
          </p:cNvPr>
          <p:cNvSpPr txBox="1"/>
          <p:nvPr/>
        </p:nvSpPr>
        <p:spPr>
          <a:xfrm>
            <a:off x="4107978" y="215922"/>
            <a:ext cx="10823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Ignition Indicators</a:t>
            </a:r>
          </a:p>
        </p:txBody>
      </p:sp>
      <p:pic>
        <p:nvPicPr>
          <p:cNvPr id="32" name="Picture 31" descr="A screenshot of a phone&#10;&#10;Description automatically generated">
            <a:extLst>
              <a:ext uri="{FF2B5EF4-FFF2-40B4-BE49-F238E27FC236}">
                <a16:creationId xmlns:a16="http://schemas.microsoft.com/office/drawing/2014/main" id="{E78553B8-ABC5-0392-E375-BBD5F8B04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709" y="2313834"/>
            <a:ext cx="6490716" cy="1077252"/>
          </a:xfrm>
          <a:prstGeom prst="rect">
            <a:avLst/>
          </a:prstGeom>
        </p:spPr>
      </p:pic>
      <p:pic>
        <p:nvPicPr>
          <p:cNvPr id="34" name="Picture 33" descr="A screen shot of a progress bar&#10;&#10;Description automatically generated">
            <a:extLst>
              <a:ext uri="{FF2B5EF4-FFF2-40B4-BE49-F238E27FC236}">
                <a16:creationId xmlns:a16="http://schemas.microsoft.com/office/drawing/2014/main" id="{1C2AD4FB-1E42-975C-065C-46FBC384A1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343" r="12159"/>
          <a:stretch/>
        </p:blipFill>
        <p:spPr>
          <a:xfrm>
            <a:off x="10940031" y="446754"/>
            <a:ext cx="1015802" cy="929597"/>
          </a:xfrm>
          <a:prstGeom prst="rect">
            <a:avLst/>
          </a:prstGeom>
        </p:spPr>
      </p:pic>
      <p:pic>
        <p:nvPicPr>
          <p:cNvPr id="37" name="Picture 36" descr="A screenshot of a phone&#10;&#10;Description automatically generated">
            <a:extLst>
              <a:ext uri="{FF2B5EF4-FFF2-40B4-BE49-F238E27FC236}">
                <a16:creationId xmlns:a16="http://schemas.microsoft.com/office/drawing/2014/main" id="{4CF5A3BE-5108-EA3E-13FD-BB84BCAE91B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7617" r="26956" b="3778"/>
          <a:stretch/>
        </p:blipFill>
        <p:spPr>
          <a:xfrm>
            <a:off x="10963979" y="1413306"/>
            <a:ext cx="967905" cy="90099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CB095CF-2A60-68CA-F306-ECFA13812675}"/>
              </a:ext>
            </a:extLst>
          </p:cNvPr>
          <p:cNvSpPr txBox="1"/>
          <p:nvPr/>
        </p:nvSpPr>
        <p:spPr>
          <a:xfrm>
            <a:off x="10892555" y="2404467"/>
            <a:ext cx="12168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ZoomInfo account look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Etc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Etc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Call Chad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Proposal to Emerson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D94E007-CBF8-1F5F-DB33-F9BFD4872547}"/>
              </a:ext>
            </a:extLst>
          </p:cNvPr>
          <p:cNvCxnSpPr>
            <a:cxnSpLocks/>
          </p:cNvCxnSpPr>
          <p:nvPr/>
        </p:nvCxnSpPr>
        <p:spPr>
          <a:xfrm>
            <a:off x="3978842" y="141496"/>
            <a:ext cx="0" cy="5282435"/>
          </a:xfrm>
          <a:prstGeom prst="line">
            <a:avLst/>
          </a:prstGeom>
          <a:ln>
            <a:solidFill>
              <a:srgbClr val="FF9088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5213A3-A3FE-C0CB-6A29-46A35B30CFDF}"/>
              </a:ext>
            </a:extLst>
          </p:cNvPr>
          <p:cNvCxnSpPr>
            <a:cxnSpLocks/>
          </p:cNvCxnSpPr>
          <p:nvPr/>
        </p:nvCxnSpPr>
        <p:spPr>
          <a:xfrm flipV="1">
            <a:off x="137960" y="5407396"/>
            <a:ext cx="10625613" cy="16535"/>
          </a:xfrm>
          <a:prstGeom prst="line">
            <a:avLst/>
          </a:prstGeom>
          <a:ln>
            <a:solidFill>
              <a:srgbClr val="FF9088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9" name="Picture 48" descr="A graph with numbers and a number&#10;&#10;Description automatically generated with medium confidence">
            <a:extLst>
              <a:ext uri="{FF2B5EF4-FFF2-40B4-BE49-F238E27FC236}">
                <a16:creationId xmlns:a16="http://schemas.microsoft.com/office/drawing/2014/main" id="{3233D6D6-814D-1227-6CD7-7075EBB35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588" y="4038061"/>
            <a:ext cx="2704455" cy="1044863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8F706FD-3758-9042-451E-F103A7E14613}"/>
              </a:ext>
            </a:extLst>
          </p:cNvPr>
          <p:cNvSpPr/>
          <p:nvPr/>
        </p:nvSpPr>
        <p:spPr>
          <a:xfrm>
            <a:off x="137960" y="5491522"/>
            <a:ext cx="2547154" cy="12652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7C2792-5911-6B14-D79C-BFD9EA4F81A8}"/>
              </a:ext>
            </a:extLst>
          </p:cNvPr>
          <p:cNvSpPr/>
          <p:nvPr/>
        </p:nvSpPr>
        <p:spPr>
          <a:xfrm>
            <a:off x="2770621" y="5499773"/>
            <a:ext cx="4000229" cy="1265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8481DA-F3C5-8F6C-4610-1C494BDB9646}"/>
              </a:ext>
            </a:extLst>
          </p:cNvPr>
          <p:cNvSpPr/>
          <p:nvPr/>
        </p:nvSpPr>
        <p:spPr>
          <a:xfrm>
            <a:off x="6856357" y="5499773"/>
            <a:ext cx="3798846" cy="1262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4" name="Picture 53" descr="A graph with a black square on it&#10;&#10;Description automatically generated">
            <a:extLst>
              <a:ext uri="{FF2B5EF4-FFF2-40B4-BE49-F238E27FC236}">
                <a16:creationId xmlns:a16="http://schemas.microsoft.com/office/drawing/2014/main" id="{C1EF5027-BAD8-B9D5-A767-68200315FC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643" y="2080850"/>
            <a:ext cx="3619960" cy="1397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F82028E-CA21-BDC5-D244-0A3387C90B3B}"/>
              </a:ext>
            </a:extLst>
          </p:cNvPr>
          <p:cNvSpPr txBox="1"/>
          <p:nvPr/>
        </p:nvSpPr>
        <p:spPr>
          <a:xfrm>
            <a:off x="113132" y="5482443"/>
            <a:ext cx="13740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Marketing Initiatives </a:t>
            </a:r>
          </a:p>
        </p:txBody>
      </p:sp>
      <p:pic>
        <p:nvPicPr>
          <p:cNvPr id="58" name="Picture 57" descr="A diagram of marketing strategy&#10;&#10;Description automatically generated">
            <a:extLst>
              <a:ext uri="{FF2B5EF4-FFF2-40B4-BE49-F238E27FC236}">
                <a16:creationId xmlns:a16="http://schemas.microsoft.com/office/drawing/2014/main" id="{55F425BC-18C7-8447-2DBA-39A223C141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131" y="5751228"/>
            <a:ext cx="1110811" cy="931488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F9186A66-7D78-D8D2-B060-A822F4B04C6A}"/>
              </a:ext>
            </a:extLst>
          </p:cNvPr>
          <p:cNvSpPr txBox="1"/>
          <p:nvPr/>
        </p:nvSpPr>
        <p:spPr>
          <a:xfrm>
            <a:off x="4058040" y="5488895"/>
            <a:ext cx="14253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Performance Metrics 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E546625-FA8D-1F0C-3756-836EE28AC3D8}"/>
              </a:ext>
            </a:extLst>
          </p:cNvPr>
          <p:cNvCxnSpPr>
            <a:cxnSpLocks/>
          </p:cNvCxnSpPr>
          <p:nvPr/>
        </p:nvCxnSpPr>
        <p:spPr>
          <a:xfrm>
            <a:off x="4807948" y="5751228"/>
            <a:ext cx="1" cy="998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14DB694-4E31-9F7C-5266-10D3F92EA4B7}"/>
              </a:ext>
            </a:extLst>
          </p:cNvPr>
          <p:cNvSpPr txBox="1"/>
          <p:nvPr/>
        </p:nvSpPr>
        <p:spPr>
          <a:xfrm>
            <a:off x="3004835" y="6521547"/>
            <a:ext cx="16257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OmniChannel</a:t>
            </a:r>
            <a:r>
              <a:rPr lang="en-US" sz="1050" dirty="0"/>
              <a:t> Marketing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9FFD73-F170-5A63-7FFA-614A7905B626}"/>
              </a:ext>
            </a:extLst>
          </p:cNvPr>
          <p:cNvSpPr txBox="1"/>
          <p:nvPr/>
        </p:nvSpPr>
        <p:spPr>
          <a:xfrm>
            <a:off x="5127670" y="6531598"/>
            <a:ext cx="13468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Marketing Initiatives</a:t>
            </a:r>
          </a:p>
        </p:txBody>
      </p:sp>
      <p:pic>
        <p:nvPicPr>
          <p:cNvPr id="67" name="Picture 66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EF08853D-B3B3-EC03-3A52-7C2CD4A581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7079" y="5742811"/>
            <a:ext cx="817213" cy="387101"/>
          </a:xfrm>
          <a:prstGeom prst="rect">
            <a:avLst/>
          </a:prstGeom>
        </p:spPr>
      </p:pic>
      <p:pic>
        <p:nvPicPr>
          <p:cNvPr id="69" name="Picture 68" descr="A close-up of a number&#10;&#10;Description automatically generated">
            <a:extLst>
              <a:ext uri="{FF2B5EF4-FFF2-40B4-BE49-F238E27FC236}">
                <a16:creationId xmlns:a16="http://schemas.microsoft.com/office/drawing/2014/main" id="{AA7A8360-2FAF-4A77-EEA8-6B9155C9CB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1993" y="5722385"/>
            <a:ext cx="847603" cy="411410"/>
          </a:xfrm>
          <a:prstGeom prst="rect">
            <a:avLst/>
          </a:prstGeom>
        </p:spPr>
      </p:pic>
      <p:pic>
        <p:nvPicPr>
          <p:cNvPr id="71" name="Picture 70" descr="A number of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FBCE76FA-9D38-7962-5803-886E72655C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9636" y="6139234"/>
            <a:ext cx="840334" cy="407736"/>
          </a:xfrm>
          <a:prstGeom prst="rect">
            <a:avLst/>
          </a:prstGeom>
        </p:spPr>
      </p:pic>
      <p:pic>
        <p:nvPicPr>
          <p:cNvPr id="73" name="Picture 72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0772088D-3697-8F9E-434A-237B6C2622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2657" y="6157752"/>
            <a:ext cx="809001" cy="390054"/>
          </a:xfrm>
          <a:prstGeom prst="rect">
            <a:avLst/>
          </a:prstGeom>
        </p:spPr>
      </p:pic>
      <p:pic>
        <p:nvPicPr>
          <p:cNvPr id="77" name="Picture 76" descr="A diagram of a triangle&#10;&#10;Description automatically generated">
            <a:extLst>
              <a:ext uri="{FF2B5EF4-FFF2-40B4-BE49-F238E27FC236}">
                <a16:creationId xmlns:a16="http://schemas.microsoft.com/office/drawing/2014/main" id="{8F253C1D-3F0C-6167-FC32-E637D8BC0A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3160" y="353702"/>
            <a:ext cx="2870200" cy="1397000"/>
          </a:xfrm>
          <a:prstGeom prst="rect">
            <a:avLst/>
          </a:prstGeom>
        </p:spPr>
      </p:pic>
      <p:pic>
        <p:nvPicPr>
          <p:cNvPr id="79" name="Picture 78" descr="A graph with a line&#10;&#10;Description automatically generated">
            <a:extLst>
              <a:ext uri="{FF2B5EF4-FFF2-40B4-BE49-F238E27FC236}">
                <a16:creationId xmlns:a16="http://schemas.microsoft.com/office/drawing/2014/main" id="{EC2E6D8B-BB53-AFB7-3B57-98514E2F4A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3133" y="5733554"/>
            <a:ext cx="1689774" cy="811360"/>
          </a:xfrm>
          <a:prstGeom prst="rect">
            <a:avLst/>
          </a:prstGeom>
        </p:spPr>
      </p:pic>
      <p:pic>
        <p:nvPicPr>
          <p:cNvPr id="81" name="Picture 80" descr="A graph with green and blue bars&#10;&#10;Description automatically generated">
            <a:extLst>
              <a:ext uri="{FF2B5EF4-FFF2-40B4-BE49-F238E27FC236}">
                <a16:creationId xmlns:a16="http://schemas.microsoft.com/office/drawing/2014/main" id="{4BF45327-D9D0-D159-B0F7-F556088D907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6689" y="5512164"/>
            <a:ext cx="2798181" cy="120401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4EE4BB8-E353-0653-4E6D-60952BF91434}"/>
              </a:ext>
            </a:extLst>
          </p:cNvPr>
          <p:cNvSpPr txBox="1"/>
          <p:nvPr/>
        </p:nvSpPr>
        <p:spPr>
          <a:xfrm>
            <a:off x="6899237" y="5512164"/>
            <a:ext cx="920445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ROAS for MV</a:t>
            </a:r>
          </a:p>
        </p:txBody>
      </p:sp>
    </p:spTree>
    <p:extLst>
      <p:ext uri="{BB962C8B-B14F-4D97-AF65-F5344CB8AC3E}">
        <p14:creationId xmlns:p14="http://schemas.microsoft.com/office/powerpoint/2010/main" val="115357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39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Burda</dc:creator>
  <cp:lastModifiedBy>Kate Burda</cp:lastModifiedBy>
  <cp:revision>2</cp:revision>
  <dcterms:created xsi:type="dcterms:W3CDTF">2024-08-13T14:52:11Z</dcterms:created>
  <dcterms:modified xsi:type="dcterms:W3CDTF">2024-08-17T14:47:35Z</dcterms:modified>
</cp:coreProperties>
</file>