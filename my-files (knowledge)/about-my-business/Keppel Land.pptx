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4"/>
  </p:notesMasterIdLst>
  <p:sldIdLst>
    <p:sldId id="4068" r:id="rId5"/>
    <p:sldId id="399" r:id="rId6"/>
    <p:sldId id="258" r:id="rId7"/>
    <p:sldId id="4076" r:id="rId8"/>
    <p:sldId id="4158" r:id="rId9"/>
    <p:sldId id="4134" r:id="rId10"/>
    <p:sldId id="4148" r:id="rId11"/>
    <p:sldId id="4110" r:id="rId12"/>
    <p:sldId id="4156" r:id="rId13"/>
    <p:sldId id="4157" r:id="rId14"/>
    <p:sldId id="4159" r:id="rId15"/>
    <p:sldId id="269" r:id="rId16"/>
    <p:sldId id="2182" r:id="rId17"/>
    <p:sldId id="2184" r:id="rId18"/>
    <p:sldId id="4151" r:id="rId19"/>
    <p:sldId id="4150" r:id="rId20"/>
    <p:sldId id="4153" r:id="rId21"/>
    <p:sldId id="637" r:id="rId22"/>
    <p:sldId id="636" r:id="rId23"/>
    <p:sldId id="275" r:id="rId24"/>
    <p:sldId id="4160" r:id="rId25"/>
    <p:sldId id="4161" r:id="rId26"/>
    <p:sldId id="4162" r:id="rId27"/>
    <p:sldId id="4163" r:id="rId28"/>
    <p:sldId id="4164" r:id="rId29"/>
    <p:sldId id="4165" r:id="rId30"/>
    <p:sldId id="4166" r:id="rId31"/>
    <p:sldId id="4167" r:id="rId32"/>
    <p:sldId id="4168" r:id="rId33"/>
    <p:sldId id="4169" r:id="rId34"/>
    <p:sldId id="4170" r:id="rId35"/>
    <p:sldId id="4171" r:id="rId36"/>
    <p:sldId id="4172" r:id="rId37"/>
    <p:sldId id="4173" r:id="rId38"/>
    <p:sldId id="4174" r:id="rId39"/>
    <p:sldId id="4175" r:id="rId40"/>
    <p:sldId id="4176" r:id="rId41"/>
    <p:sldId id="4177" r:id="rId42"/>
    <p:sldId id="4178" r:id="rId4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istan Carty" initials="TC" lastIdx="15" clrIdx="0">
    <p:extLst>
      <p:ext uri="{19B8F6BF-5375-455C-9EA6-DF929625EA0E}">
        <p15:presenceInfo xmlns:p15="http://schemas.microsoft.com/office/powerpoint/2012/main" userId="Tristan Carty" providerId="None"/>
      </p:ext>
    </p:extLst>
  </p:cmAuthor>
  <p:cmAuthor id="2" name="Kate Burda" initials="KB" lastIdx="5" clrIdx="1">
    <p:extLst>
      <p:ext uri="{19B8F6BF-5375-455C-9EA6-DF929625EA0E}">
        <p15:presenceInfo xmlns:p15="http://schemas.microsoft.com/office/powerpoint/2012/main" userId="S::kate@kateburda.com::44c1ea53-84f5-4c7e-8f48-bfeb434f1f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  <a:srgbClr val="D510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A9CC9-A9FD-8548-8853-9864BD4294D5}" v="3859" dt="2022-08-17T14:54:28.20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/>
    <p:restoredTop sz="94762"/>
  </p:normalViewPr>
  <p:slideViewPr>
    <p:cSldViewPr snapToGrid="0">
      <p:cViewPr varScale="1">
        <p:scale>
          <a:sx n="156" d="100"/>
          <a:sy n="156" d="100"/>
        </p:scale>
        <p:origin x="1080" y="16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353A9CC9-A9FD-8548-8853-9864BD4294D5}"/>
    <pc:docChg chg="undo custSel addSld delSld modSld sldOrd">
      <pc:chgData name="Kate Burda" userId="44c1ea53-84f5-4c7e-8f48-bfeb434f1f02" providerId="ADAL" clId="{353A9CC9-A9FD-8548-8853-9864BD4294D5}" dt="2022-08-17T14:54:28.197" v="8810"/>
      <pc:docMkLst>
        <pc:docMk/>
      </pc:docMkLst>
      <pc:sldChg chg="modSp mod">
        <pc:chgData name="Kate Burda" userId="44c1ea53-84f5-4c7e-8f48-bfeb434f1f02" providerId="ADAL" clId="{353A9CC9-A9FD-8548-8853-9864BD4294D5}" dt="2022-08-03T23:00:41.452" v="5657" actId="404"/>
        <pc:sldMkLst>
          <pc:docMk/>
          <pc:sldMk cId="1436512022" sldId="269"/>
        </pc:sldMkLst>
        <pc:spChg chg="mod">
          <ac:chgData name="Kate Burda" userId="44c1ea53-84f5-4c7e-8f48-bfeb434f1f02" providerId="ADAL" clId="{353A9CC9-A9FD-8548-8853-9864BD4294D5}" dt="2022-08-03T23:00:41.452" v="5657" actId="404"/>
          <ac:spMkLst>
            <pc:docMk/>
            <pc:sldMk cId="1436512022" sldId="269"/>
            <ac:spMk id="3" creationId="{188D3389-671F-C040-A885-F9CA1AF70569}"/>
          </ac:spMkLst>
        </pc:spChg>
      </pc:sldChg>
      <pc:sldChg chg="modSp mod modAnim">
        <pc:chgData name="Kate Burda" userId="44c1ea53-84f5-4c7e-8f48-bfeb434f1f02" providerId="ADAL" clId="{353A9CC9-A9FD-8548-8853-9864BD4294D5}" dt="2022-08-06T20:06:30.538" v="7780" actId="403"/>
        <pc:sldMkLst>
          <pc:docMk/>
          <pc:sldMk cId="492905647" sldId="399"/>
        </pc:sldMkLst>
        <pc:spChg chg="mod">
          <ac:chgData name="Kate Burda" userId="44c1ea53-84f5-4c7e-8f48-bfeb434f1f02" providerId="ADAL" clId="{353A9CC9-A9FD-8548-8853-9864BD4294D5}" dt="2022-08-06T20:06:30.538" v="7780" actId="403"/>
          <ac:spMkLst>
            <pc:docMk/>
            <pc:sldMk cId="492905647" sldId="399"/>
            <ac:spMk id="2" creationId="{00000000-0000-0000-0000-000000000000}"/>
          </ac:spMkLst>
        </pc:spChg>
        <pc:spChg chg="mod">
          <ac:chgData name="Kate Burda" userId="44c1ea53-84f5-4c7e-8f48-bfeb434f1f02" providerId="ADAL" clId="{353A9CC9-A9FD-8548-8853-9864BD4294D5}" dt="2022-08-06T19:37:16.176" v="7775" actId="404"/>
          <ac:spMkLst>
            <pc:docMk/>
            <pc:sldMk cId="492905647" sldId="399"/>
            <ac:spMk id="4" creationId="{00000000-0000-0000-0000-000000000000}"/>
          </ac:spMkLst>
        </pc:spChg>
        <pc:spChg chg="mod">
          <ac:chgData name="Kate Burda" userId="44c1ea53-84f5-4c7e-8f48-bfeb434f1f02" providerId="ADAL" clId="{353A9CC9-A9FD-8548-8853-9864BD4294D5}" dt="2022-08-06T19:12:26.788" v="7216" actId="20577"/>
          <ac:spMkLst>
            <pc:docMk/>
            <pc:sldMk cId="492905647" sldId="399"/>
            <ac:spMk id="5" creationId="{00000000-0000-0000-0000-000000000000}"/>
          </ac:spMkLst>
        </pc:spChg>
      </pc:sldChg>
      <pc:sldChg chg="delSp modSp add del mod">
        <pc:chgData name="Kate Burda" userId="44c1ea53-84f5-4c7e-8f48-bfeb434f1f02" providerId="ADAL" clId="{353A9CC9-A9FD-8548-8853-9864BD4294D5}" dt="2022-08-03T20:16:25.712" v="3151" actId="2696"/>
        <pc:sldMkLst>
          <pc:docMk/>
          <pc:sldMk cId="386313639" sldId="613"/>
        </pc:sldMkLst>
        <pc:spChg chg="mod">
          <ac:chgData name="Kate Burda" userId="44c1ea53-84f5-4c7e-8f48-bfeb434f1f02" providerId="ADAL" clId="{353A9CC9-A9FD-8548-8853-9864BD4294D5}" dt="2022-08-03T17:37:40.723" v="44" actId="20577"/>
          <ac:spMkLst>
            <pc:docMk/>
            <pc:sldMk cId="386313639" sldId="613"/>
            <ac:spMk id="2" creationId="{00000000-0000-0000-0000-000000000000}"/>
          </ac:spMkLst>
        </pc:spChg>
        <pc:spChg chg="mod">
          <ac:chgData name="Kate Burda" userId="44c1ea53-84f5-4c7e-8f48-bfeb434f1f02" providerId="ADAL" clId="{353A9CC9-A9FD-8548-8853-9864BD4294D5}" dt="2022-08-03T17:38:37.578" v="51" actId="20577"/>
          <ac:spMkLst>
            <pc:docMk/>
            <pc:sldMk cId="386313639" sldId="613"/>
            <ac:spMk id="67" creationId="{58496D5B-A4A6-49B7-A8D6-BCB358376FED}"/>
          </ac:spMkLst>
        </pc:spChg>
        <pc:spChg chg="mod">
          <ac:chgData name="Kate Burda" userId="44c1ea53-84f5-4c7e-8f48-bfeb434f1f02" providerId="ADAL" clId="{353A9CC9-A9FD-8548-8853-9864BD4294D5}" dt="2022-08-03T20:15:10.425" v="3145" actId="20577"/>
          <ac:spMkLst>
            <pc:docMk/>
            <pc:sldMk cId="386313639" sldId="613"/>
            <ac:spMk id="69" creationId="{58496D5B-A4A6-49B7-A8D6-BCB358376FED}"/>
          </ac:spMkLst>
        </pc:spChg>
        <pc:spChg chg="mod">
          <ac:chgData name="Kate Burda" userId="44c1ea53-84f5-4c7e-8f48-bfeb434f1f02" providerId="ADAL" clId="{353A9CC9-A9FD-8548-8853-9864BD4294D5}" dt="2022-08-03T20:14:11.418" v="3139" actId="404"/>
          <ac:spMkLst>
            <pc:docMk/>
            <pc:sldMk cId="386313639" sldId="613"/>
            <ac:spMk id="73" creationId="{58496D5B-A4A6-49B7-A8D6-BCB358376FED}"/>
          </ac:spMkLst>
        </pc:spChg>
        <pc:spChg chg="del">
          <ac:chgData name="Kate Burda" userId="44c1ea53-84f5-4c7e-8f48-bfeb434f1f02" providerId="ADAL" clId="{353A9CC9-A9FD-8548-8853-9864BD4294D5}" dt="2022-08-03T20:15:44.542" v="3147" actId="478"/>
          <ac:spMkLst>
            <pc:docMk/>
            <pc:sldMk cId="386313639" sldId="613"/>
            <ac:spMk id="111" creationId="{C11D0EE1-3537-49B9-9049-EC281BAD5C1A}"/>
          </ac:spMkLst>
        </pc:spChg>
        <pc:spChg chg="del mod">
          <ac:chgData name="Kate Burda" userId="44c1ea53-84f5-4c7e-8f48-bfeb434f1f02" providerId="ADAL" clId="{353A9CC9-A9FD-8548-8853-9864BD4294D5}" dt="2022-08-03T20:15:49.223" v="3149" actId="478"/>
          <ac:spMkLst>
            <pc:docMk/>
            <pc:sldMk cId="386313639" sldId="613"/>
            <ac:spMk id="112" creationId="{58496D5B-A4A6-49B7-A8D6-BCB358376FED}"/>
          </ac:spMkLst>
        </pc:spChg>
        <pc:spChg chg="del">
          <ac:chgData name="Kate Burda" userId="44c1ea53-84f5-4c7e-8f48-bfeb434f1f02" providerId="ADAL" clId="{353A9CC9-A9FD-8548-8853-9864BD4294D5}" dt="2022-08-03T20:15:42.102" v="3146" actId="478"/>
          <ac:spMkLst>
            <pc:docMk/>
            <pc:sldMk cId="386313639" sldId="613"/>
            <ac:spMk id="113" creationId="{58496D5B-A4A6-49B7-A8D6-BCB358376FED}"/>
          </ac:spMkLst>
        </pc:spChg>
        <pc:spChg chg="del">
          <ac:chgData name="Kate Burda" userId="44c1ea53-84f5-4c7e-8f48-bfeb434f1f02" providerId="ADAL" clId="{353A9CC9-A9FD-8548-8853-9864BD4294D5}" dt="2022-08-03T20:15:51.294" v="3150" actId="478"/>
          <ac:spMkLst>
            <pc:docMk/>
            <pc:sldMk cId="386313639" sldId="613"/>
            <ac:spMk id="114" creationId="{58496D5B-A4A6-49B7-A8D6-BCB358376FED}"/>
          </ac:spMkLst>
        </pc:spChg>
      </pc:sldChg>
      <pc:sldChg chg="modSp add mod">
        <pc:chgData name="Kate Burda" userId="44c1ea53-84f5-4c7e-8f48-bfeb434f1f02" providerId="ADAL" clId="{353A9CC9-A9FD-8548-8853-9864BD4294D5}" dt="2022-08-03T23:42:42.224" v="6144" actId="20577"/>
        <pc:sldMkLst>
          <pc:docMk/>
          <pc:sldMk cId="2000472207" sldId="636"/>
        </pc:sldMkLst>
        <pc:spChg chg="mod">
          <ac:chgData name="Kate Burda" userId="44c1ea53-84f5-4c7e-8f48-bfeb434f1f02" providerId="ADAL" clId="{353A9CC9-A9FD-8548-8853-9864BD4294D5}" dt="2022-08-03T17:38:03.425" v="46" actId="20577"/>
          <ac:spMkLst>
            <pc:docMk/>
            <pc:sldMk cId="2000472207" sldId="636"/>
            <ac:spMk id="2" creationId="{00000000-0000-0000-0000-000000000000}"/>
          </ac:spMkLst>
        </pc:spChg>
        <pc:spChg chg="mod">
          <ac:chgData name="Kate Burda" userId="44c1ea53-84f5-4c7e-8f48-bfeb434f1f02" providerId="ADAL" clId="{353A9CC9-A9FD-8548-8853-9864BD4294D5}" dt="2022-08-03T17:39:09.217" v="57" actId="14100"/>
          <ac:spMkLst>
            <pc:docMk/>
            <pc:sldMk cId="2000472207" sldId="636"/>
            <ac:spMk id="80" creationId="{58496D5B-A4A6-49B7-A8D6-BCB358376FED}"/>
          </ac:spMkLst>
        </pc:spChg>
        <pc:spChg chg="mod">
          <ac:chgData name="Kate Burda" userId="44c1ea53-84f5-4c7e-8f48-bfeb434f1f02" providerId="ADAL" clId="{353A9CC9-A9FD-8548-8853-9864BD4294D5}" dt="2022-08-03T23:42:42.224" v="6144" actId="20577"/>
          <ac:spMkLst>
            <pc:docMk/>
            <pc:sldMk cId="2000472207" sldId="636"/>
            <ac:spMk id="89" creationId="{58496D5B-A4A6-49B7-A8D6-BCB358376FED}"/>
          </ac:spMkLst>
        </pc:spChg>
        <pc:spChg chg="mod">
          <ac:chgData name="Kate Burda" userId="44c1ea53-84f5-4c7e-8f48-bfeb434f1f02" providerId="ADAL" clId="{353A9CC9-A9FD-8548-8853-9864BD4294D5}" dt="2022-08-03T23:03:46.539" v="5677" actId="20577"/>
          <ac:spMkLst>
            <pc:docMk/>
            <pc:sldMk cId="2000472207" sldId="636"/>
            <ac:spMk id="108" creationId="{58496D5B-A4A6-49B7-A8D6-BCB358376FED}"/>
          </ac:spMkLst>
        </pc:spChg>
        <pc:spChg chg="mod">
          <ac:chgData name="Kate Burda" userId="44c1ea53-84f5-4c7e-8f48-bfeb434f1f02" providerId="ADAL" clId="{353A9CC9-A9FD-8548-8853-9864BD4294D5}" dt="2022-08-03T17:38:08.734" v="47" actId="20577"/>
          <ac:spMkLst>
            <pc:docMk/>
            <pc:sldMk cId="2000472207" sldId="636"/>
            <ac:spMk id="109" creationId="{187627B2-FECD-4457-8EA5-A283D4FA24FA}"/>
          </ac:spMkLst>
        </pc:spChg>
        <pc:spChg chg="mod">
          <ac:chgData name="Kate Burda" userId="44c1ea53-84f5-4c7e-8f48-bfeb434f1f02" providerId="ADAL" clId="{353A9CC9-A9FD-8548-8853-9864BD4294D5}" dt="2022-08-03T17:38:51.610" v="55" actId="20577"/>
          <ac:spMkLst>
            <pc:docMk/>
            <pc:sldMk cId="2000472207" sldId="636"/>
            <ac:spMk id="153" creationId="{58496D5B-A4A6-49B7-A8D6-BCB358376FED}"/>
          </ac:spMkLst>
        </pc:spChg>
      </pc:sldChg>
      <pc:sldChg chg="modSp add mod">
        <pc:chgData name="Kate Burda" userId="44c1ea53-84f5-4c7e-8f48-bfeb434f1f02" providerId="ADAL" clId="{353A9CC9-A9FD-8548-8853-9864BD4294D5}" dt="2022-08-03T23:44:17.221" v="6151" actId="313"/>
        <pc:sldMkLst>
          <pc:docMk/>
          <pc:sldMk cId="233781657" sldId="637"/>
        </pc:sldMkLst>
        <pc:spChg chg="mod">
          <ac:chgData name="Kate Burda" userId="44c1ea53-84f5-4c7e-8f48-bfeb434f1f02" providerId="ADAL" clId="{353A9CC9-A9FD-8548-8853-9864BD4294D5}" dt="2022-08-03T23:03:29.633" v="5676" actId="14100"/>
          <ac:spMkLst>
            <pc:docMk/>
            <pc:sldMk cId="233781657" sldId="637"/>
            <ac:spMk id="2" creationId="{00000000-0000-0000-0000-000000000000}"/>
          </ac:spMkLst>
        </pc:spChg>
        <pc:spChg chg="mod">
          <ac:chgData name="Kate Burda" userId="44c1ea53-84f5-4c7e-8f48-bfeb434f1f02" providerId="ADAL" clId="{353A9CC9-A9FD-8548-8853-9864BD4294D5}" dt="2022-08-03T23:43:52.626" v="6149" actId="20577"/>
          <ac:spMkLst>
            <pc:docMk/>
            <pc:sldMk cId="233781657" sldId="637"/>
            <ac:spMk id="130" creationId="{00000000-0000-0000-0000-000000000000}"/>
          </ac:spMkLst>
        </pc:spChg>
        <pc:spChg chg="mod">
          <ac:chgData name="Kate Burda" userId="44c1ea53-84f5-4c7e-8f48-bfeb434f1f02" providerId="ADAL" clId="{353A9CC9-A9FD-8548-8853-9864BD4294D5}" dt="2022-08-03T20:14:28.360" v="3140" actId="20577"/>
          <ac:spMkLst>
            <pc:docMk/>
            <pc:sldMk cId="233781657" sldId="637"/>
            <ac:spMk id="132" creationId="{00000000-0000-0000-0000-000000000000}"/>
          </ac:spMkLst>
        </pc:spChg>
        <pc:spChg chg="mod">
          <ac:chgData name="Kate Burda" userId="44c1ea53-84f5-4c7e-8f48-bfeb434f1f02" providerId="ADAL" clId="{353A9CC9-A9FD-8548-8853-9864BD4294D5}" dt="2022-08-03T23:44:14.691" v="6150" actId="313"/>
          <ac:spMkLst>
            <pc:docMk/>
            <pc:sldMk cId="233781657" sldId="637"/>
            <ac:spMk id="148" creationId="{00000000-0000-0000-0000-000000000000}"/>
          </ac:spMkLst>
        </pc:spChg>
        <pc:spChg chg="mod">
          <ac:chgData name="Kate Burda" userId="44c1ea53-84f5-4c7e-8f48-bfeb434f1f02" providerId="ADAL" clId="{353A9CC9-A9FD-8548-8853-9864BD4294D5}" dt="2022-08-03T23:44:17.221" v="6151" actId="313"/>
          <ac:spMkLst>
            <pc:docMk/>
            <pc:sldMk cId="233781657" sldId="637"/>
            <ac:spMk id="185" creationId="{00000000-0000-0000-0000-000000000000}"/>
          </ac:spMkLst>
        </pc:spChg>
        <pc:spChg chg="mod">
          <ac:chgData name="Kate Burda" userId="44c1ea53-84f5-4c7e-8f48-bfeb434f1f02" providerId="ADAL" clId="{353A9CC9-A9FD-8548-8853-9864BD4294D5}" dt="2022-08-03T23:43:29.845" v="6145" actId="20577"/>
          <ac:spMkLst>
            <pc:docMk/>
            <pc:sldMk cId="233781657" sldId="637"/>
            <ac:spMk id="190" creationId="{00000000-0000-0000-0000-000000000000}"/>
          </ac:spMkLst>
        </pc:spChg>
      </pc:sldChg>
      <pc:sldChg chg="modSp mod">
        <pc:chgData name="Kate Burda" userId="44c1ea53-84f5-4c7e-8f48-bfeb434f1f02" providerId="ADAL" clId="{353A9CC9-A9FD-8548-8853-9864BD4294D5}" dt="2022-08-07T01:07:45.329" v="8809" actId="20577"/>
        <pc:sldMkLst>
          <pc:docMk/>
          <pc:sldMk cId="4118561297" sldId="2182"/>
        </pc:sldMkLst>
        <pc:spChg chg="mod">
          <ac:chgData name="Kate Burda" userId="44c1ea53-84f5-4c7e-8f48-bfeb434f1f02" providerId="ADAL" clId="{353A9CC9-A9FD-8548-8853-9864BD4294D5}" dt="2022-08-07T01:07:45.329" v="8809" actId="20577"/>
          <ac:spMkLst>
            <pc:docMk/>
            <pc:sldMk cId="4118561297" sldId="2182"/>
            <ac:spMk id="5" creationId="{00000000-0000-0000-0000-000000000000}"/>
          </ac:spMkLst>
        </pc:spChg>
      </pc:sldChg>
      <pc:sldChg chg="del">
        <pc:chgData name="Kate Burda" userId="44c1ea53-84f5-4c7e-8f48-bfeb434f1f02" providerId="ADAL" clId="{353A9CC9-A9FD-8548-8853-9864BD4294D5}" dt="2022-08-03T17:27:19.682" v="37" actId="2696"/>
        <pc:sldMkLst>
          <pc:docMk/>
          <pc:sldMk cId="2750406236" sldId="3318"/>
        </pc:sldMkLst>
      </pc:sldChg>
      <pc:sldChg chg="delSp modSp mod">
        <pc:chgData name="Kate Burda" userId="44c1ea53-84f5-4c7e-8f48-bfeb434f1f02" providerId="ADAL" clId="{353A9CC9-A9FD-8548-8853-9864BD4294D5}" dt="2022-08-03T22:51:00.554" v="5380" actId="20577"/>
        <pc:sldMkLst>
          <pc:docMk/>
          <pc:sldMk cId="165470004" sldId="4068"/>
        </pc:sldMkLst>
        <pc:spChg chg="mod">
          <ac:chgData name="Kate Burda" userId="44c1ea53-84f5-4c7e-8f48-bfeb434f1f02" providerId="ADAL" clId="{353A9CC9-A9FD-8548-8853-9864BD4294D5}" dt="2022-08-03T22:51:00.554" v="5380" actId="20577"/>
          <ac:spMkLst>
            <pc:docMk/>
            <pc:sldMk cId="165470004" sldId="4068"/>
            <ac:spMk id="2" creationId="{00000000-0000-0000-0000-000000000000}"/>
          </ac:spMkLst>
        </pc:spChg>
        <pc:spChg chg="mod">
          <ac:chgData name="Kate Burda" userId="44c1ea53-84f5-4c7e-8f48-bfeb434f1f02" providerId="ADAL" clId="{353A9CC9-A9FD-8548-8853-9864BD4294D5}" dt="2022-08-03T17:26:56.191" v="35" actId="20577"/>
          <ac:spMkLst>
            <pc:docMk/>
            <pc:sldMk cId="165470004" sldId="4068"/>
            <ac:spMk id="9" creationId="{00000000-0000-0000-0000-000000000000}"/>
          </ac:spMkLst>
        </pc:spChg>
        <pc:picChg chg="del">
          <ac:chgData name="Kate Burda" userId="44c1ea53-84f5-4c7e-8f48-bfeb434f1f02" providerId="ADAL" clId="{353A9CC9-A9FD-8548-8853-9864BD4294D5}" dt="2022-08-03T17:26:30.224" v="0" actId="478"/>
          <ac:picMkLst>
            <pc:docMk/>
            <pc:sldMk cId="165470004" sldId="4068"/>
            <ac:picMk id="12" creationId="{4F6B0914-ED2C-3F43-8569-D9B7BAA19C28}"/>
          </ac:picMkLst>
        </pc:picChg>
      </pc:sldChg>
      <pc:sldChg chg="del">
        <pc:chgData name="Kate Burda" userId="44c1ea53-84f5-4c7e-8f48-bfeb434f1f02" providerId="ADAL" clId="{353A9CC9-A9FD-8548-8853-9864BD4294D5}" dt="2022-08-03T17:27:19.682" v="37" actId="2696"/>
        <pc:sldMkLst>
          <pc:docMk/>
          <pc:sldMk cId="1159041811" sldId="4069"/>
        </pc:sldMkLst>
      </pc:sldChg>
      <pc:sldChg chg="addSp delSp modSp add mod ord modClrScheme modAnim chgLayout">
        <pc:chgData name="Kate Burda" userId="44c1ea53-84f5-4c7e-8f48-bfeb434f1f02" providerId="ADAL" clId="{353A9CC9-A9FD-8548-8853-9864BD4294D5}" dt="2022-08-06T20:49:39.493" v="7785" actId="1582"/>
        <pc:sldMkLst>
          <pc:docMk/>
          <pc:sldMk cId="2206255353" sldId="4076"/>
        </pc:sldMkLst>
        <pc:spChg chg="del">
          <ac:chgData name="Kate Burda" userId="44c1ea53-84f5-4c7e-8f48-bfeb434f1f02" providerId="ADAL" clId="{353A9CC9-A9FD-8548-8853-9864BD4294D5}" dt="2022-08-03T18:13:21.488" v="320" actId="478"/>
          <ac:spMkLst>
            <pc:docMk/>
            <pc:sldMk cId="2206255353" sldId="4076"/>
            <ac:spMk id="2" creationId="{B52EA24B-F092-FE41-A4E7-D69543EEE051}"/>
          </ac:spMkLst>
        </pc:spChg>
        <pc:spChg chg="del">
          <ac:chgData name="Kate Burda" userId="44c1ea53-84f5-4c7e-8f48-bfeb434f1f02" providerId="ADAL" clId="{353A9CC9-A9FD-8548-8853-9864BD4294D5}" dt="2022-08-03T18:13:24.109" v="321" actId="478"/>
          <ac:spMkLst>
            <pc:docMk/>
            <pc:sldMk cId="2206255353" sldId="4076"/>
            <ac:spMk id="3" creationId="{0D805F47-3F6A-1041-B071-683E08947ED9}"/>
          </ac:spMkLst>
        </pc:spChg>
        <pc:spChg chg="mod">
          <ac:chgData name="Kate Burda" userId="44c1ea53-84f5-4c7e-8f48-bfeb434f1f02" providerId="ADAL" clId="{353A9CC9-A9FD-8548-8853-9864BD4294D5}" dt="2022-08-03T20:23:12.223" v="3565" actId="1076"/>
          <ac:spMkLst>
            <pc:docMk/>
            <pc:sldMk cId="2206255353" sldId="4076"/>
            <ac:spMk id="4" creationId="{D07A4270-28C1-0049-BEEA-8A25A75B294E}"/>
          </ac:spMkLst>
        </pc:spChg>
        <pc:spChg chg="del">
          <ac:chgData name="Kate Burda" userId="44c1ea53-84f5-4c7e-8f48-bfeb434f1f02" providerId="ADAL" clId="{353A9CC9-A9FD-8548-8853-9864BD4294D5}" dt="2022-08-03T18:11:33.244" v="302" actId="478"/>
          <ac:spMkLst>
            <pc:docMk/>
            <pc:sldMk cId="2206255353" sldId="4076"/>
            <ac:spMk id="5" creationId="{12D4AE8D-023F-CE4F-B40E-1B1B1A8B95BC}"/>
          </ac:spMkLst>
        </pc:spChg>
        <pc:spChg chg="mod">
          <ac:chgData name="Kate Burda" userId="44c1ea53-84f5-4c7e-8f48-bfeb434f1f02" providerId="ADAL" clId="{353A9CC9-A9FD-8548-8853-9864BD4294D5}" dt="2022-08-03T20:23:08.905" v="3564" actId="1076"/>
          <ac:spMkLst>
            <pc:docMk/>
            <pc:sldMk cId="2206255353" sldId="4076"/>
            <ac:spMk id="6" creationId="{DBB53074-2F6C-BA44-BC12-3E15EC0AFA34}"/>
          </ac:spMkLst>
        </pc:spChg>
        <pc:spChg chg="add mod ord">
          <ac:chgData name="Kate Burda" userId="44c1ea53-84f5-4c7e-8f48-bfeb434f1f02" providerId="ADAL" clId="{353A9CC9-A9FD-8548-8853-9864BD4294D5}" dt="2022-08-03T18:17:11.254" v="534" actId="20577"/>
          <ac:spMkLst>
            <pc:docMk/>
            <pc:sldMk cId="2206255353" sldId="4076"/>
            <ac:spMk id="7" creationId="{64CB5E70-F3B1-F940-DFBD-55E9191A26A6}"/>
          </ac:spMkLst>
        </pc:spChg>
        <pc:spChg chg="mod">
          <ac:chgData name="Kate Burda" userId="44c1ea53-84f5-4c7e-8f48-bfeb434f1f02" providerId="ADAL" clId="{353A9CC9-A9FD-8548-8853-9864BD4294D5}" dt="2022-08-03T23:57:47.718" v="6166" actId="1076"/>
          <ac:spMkLst>
            <pc:docMk/>
            <pc:sldMk cId="2206255353" sldId="4076"/>
            <ac:spMk id="8" creationId="{389B2F3D-3D31-9D4F-86C3-2D471CA88504}"/>
          </ac:spMkLst>
        </pc:spChg>
        <pc:spChg chg="mod">
          <ac:chgData name="Kate Burda" userId="44c1ea53-84f5-4c7e-8f48-bfeb434f1f02" providerId="ADAL" clId="{353A9CC9-A9FD-8548-8853-9864BD4294D5}" dt="2022-08-03T23:57:40.984" v="6165" actId="1076"/>
          <ac:spMkLst>
            <pc:docMk/>
            <pc:sldMk cId="2206255353" sldId="4076"/>
            <ac:spMk id="9" creationId="{2BCB8318-E4C4-D242-AB82-69C884DC7B1F}"/>
          </ac:spMkLst>
        </pc:spChg>
        <pc:spChg chg="mod">
          <ac:chgData name="Kate Burda" userId="44c1ea53-84f5-4c7e-8f48-bfeb434f1f02" providerId="ADAL" clId="{353A9CC9-A9FD-8548-8853-9864BD4294D5}" dt="2022-08-03T23:57:47.718" v="6166" actId="1076"/>
          <ac:spMkLst>
            <pc:docMk/>
            <pc:sldMk cId="2206255353" sldId="4076"/>
            <ac:spMk id="12" creationId="{BE62B539-C5A2-0B40-8678-C5DD097C993F}"/>
          </ac:spMkLst>
        </pc:spChg>
        <pc:spChg chg="mod">
          <ac:chgData name="Kate Burda" userId="44c1ea53-84f5-4c7e-8f48-bfeb434f1f02" providerId="ADAL" clId="{353A9CC9-A9FD-8548-8853-9864BD4294D5}" dt="2022-08-03T23:57:40.984" v="6165" actId="1076"/>
          <ac:spMkLst>
            <pc:docMk/>
            <pc:sldMk cId="2206255353" sldId="4076"/>
            <ac:spMk id="13" creationId="{7C97B9EE-3417-1647-8474-6BEC78C6FBA4}"/>
          </ac:spMkLst>
        </pc:spChg>
        <pc:spChg chg="mod">
          <ac:chgData name="Kate Burda" userId="44c1ea53-84f5-4c7e-8f48-bfeb434f1f02" providerId="ADAL" clId="{353A9CC9-A9FD-8548-8853-9864BD4294D5}" dt="2022-08-03T23:57:47.718" v="6166" actId="1076"/>
          <ac:spMkLst>
            <pc:docMk/>
            <pc:sldMk cId="2206255353" sldId="4076"/>
            <ac:spMk id="15" creationId="{8DC64857-5BD9-3249-AA69-48CD8EBE394C}"/>
          </ac:spMkLst>
        </pc:spChg>
        <pc:spChg chg="mod">
          <ac:chgData name="Kate Burda" userId="44c1ea53-84f5-4c7e-8f48-bfeb434f1f02" providerId="ADAL" clId="{353A9CC9-A9FD-8548-8853-9864BD4294D5}" dt="2022-08-03T23:57:40.984" v="6165" actId="1076"/>
          <ac:spMkLst>
            <pc:docMk/>
            <pc:sldMk cId="2206255353" sldId="4076"/>
            <ac:spMk id="16" creationId="{5C722023-EF56-E34C-B58B-1456E2E88AF3}"/>
          </ac:spMkLst>
        </pc:spChg>
        <pc:spChg chg="del">
          <ac:chgData name="Kate Burda" userId="44c1ea53-84f5-4c7e-8f48-bfeb434f1f02" providerId="ADAL" clId="{353A9CC9-A9FD-8548-8853-9864BD4294D5}" dt="2022-08-03T18:12:07.735" v="310" actId="478"/>
          <ac:spMkLst>
            <pc:docMk/>
            <pc:sldMk cId="2206255353" sldId="4076"/>
            <ac:spMk id="18" creationId="{787F31A4-3D4B-D943-A333-7B003C55F5D0}"/>
          </ac:spMkLst>
        </pc:spChg>
        <pc:spChg chg="del">
          <ac:chgData name="Kate Burda" userId="44c1ea53-84f5-4c7e-8f48-bfeb434f1f02" providerId="ADAL" clId="{353A9CC9-A9FD-8548-8853-9864BD4294D5}" dt="2022-08-03T18:12:05.249" v="309" actId="478"/>
          <ac:spMkLst>
            <pc:docMk/>
            <pc:sldMk cId="2206255353" sldId="4076"/>
            <ac:spMk id="19" creationId="{DB24AF34-3CA8-5044-98FC-FAC930DB1267}"/>
          </ac:spMkLst>
        </pc:spChg>
        <pc:spChg chg="del mod">
          <ac:chgData name="Kate Burda" userId="44c1ea53-84f5-4c7e-8f48-bfeb434f1f02" providerId="ADAL" clId="{353A9CC9-A9FD-8548-8853-9864BD4294D5}" dt="2022-08-03T23:57:28.170" v="6162" actId="478"/>
          <ac:spMkLst>
            <pc:docMk/>
            <pc:sldMk cId="2206255353" sldId="4076"/>
            <ac:spMk id="21" creationId="{D998CD5C-0F17-1D43-B52F-7AFEB451944F}"/>
          </ac:spMkLst>
        </pc:spChg>
        <pc:spChg chg="del mod">
          <ac:chgData name="Kate Burda" userId="44c1ea53-84f5-4c7e-8f48-bfeb434f1f02" providerId="ADAL" clId="{353A9CC9-A9FD-8548-8853-9864BD4294D5}" dt="2022-08-03T23:58:18.681" v="6170"/>
          <ac:spMkLst>
            <pc:docMk/>
            <pc:sldMk cId="2206255353" sldId="4076"/>
            <ac:spMk id="22" creationId="{1BD73ECD-950A-B04F-A562-946D3C13E32E}"/>
          </ac:spMkLst>
        </pc:spChg>
        <pc:spChg chg="del mod">
          <ac:chgData name="Kate Burda" userId="44c1ea53-84f5-4c7e-8f48-bfeb434f1f02" providerId="ADAL" clId="{353A9CC9-A9FD-8548-8853-9864BD4294D5}" dt="2022-08-03T23:58:17.872" v="6168"/>
          <ac:spMkLst>
            <pc:docMk/>
            <pc:sldMk cId="2206255353" sldId="4076"/>
            <ac:spMk id="23" creationId="{879A3B6C-6E2C-D145-9B00-F75E9FDC4A36}"/>
          </ac:spMkLst>
        </pc:spChg>
        <pc:spChg chg="del">
          <ac:chgData name="Kate Burda" userId="44c1ea53-84f5-4c7e-8f48-bfeb434f1f02" providerId="ADAL" clId="{353A9CC9-A9FD-8548-8853-9864BD4294D5}" dt="2022-08-03T18:11:38.529" v="303" actId="478"/>
          <ac:spMkLst>
            <pc:docMk/>
            <pc:sldMk cId="2206255353" sldId="4076"/>
            <ac:spMk id="24" creationId="{968A4505-B178-584C-AAAE-5DF6568C57F9}"/>
          </ac:spMkLst>
        </pc:spChg>
        <pc:spChg chg="add mod">
          <ac:chgData name="Kate Burda" userId="44c1ea53-84f5-4c7e-8f48-bfeb434f1f02" providerId="ADAL" clId="{353A9CC9-A9FD-8548-8853-9864BD4294D5}" dt="2022-08-03T20:25:08.740" v="3645" actId="1076"/>
          <ac:spMkLst>
            <pc:docMk/>
            <pc:sldMk cId="2206255353" sldId="4076"/>
            <ac:spMk id="25" creationId="{5BBE604A-4A88-0260-58BD-D5C3F25C1CB0}"/>
          </ac:spMkLst>
        </pc:spChg>
        <pc:spChg chg="add mod">
          <ac:chgData name="Kate Burda" userId="44c1ea53-84f5-4c7e-8f48-bfeb434f1f02" providerId="ADAL" clId="{353A9CC9-A9FD-8548-8853-9864BD4294D5}" dt="2022-08-03T20:24:55.015" v="3643" actId="20577"/>
          <ac:spMkLst>
            <pc:docMk/>
            <pc:sldMk cId="2206255353" sldId="4076"/>
            <ac:spMk id="29" creationId="{8D2BD606-7884-5312-209D-9AA57024F977}"/>
          </ac:spMkLst>
        </pc:spChg>
        <pc:cxnChg chg="add mod">
          <ac:chgData name="Kate Burda" userId="44c1ea53-84f5-4c7e-8f48-bfeb434f1f02" providerId="ADAL" clId="{353A9CC9-A9FD-8548-8853-9864BD4294D5}" dt="2022-08-06T20:49:39.493" v="7785" actId="1582"/>
          <ac:cxnSpMkLst>
            <pc:docMk/>
            <pc:sldMk cId="2206255353" sldId="4076"/>
            <ac:cxnSpMk id="11" creationId="{D08E52F2-6953-480B-AFA5-E6F89FA4073E}"/>
          </ac:cxnSpMkLst>
        </pc:cxnChg>
        <pc:cxnChg chg="add mod">
          <ac:chgData name="Kate Burda" userId="44c1ea53-84f5-4c7e-8f48-bfeb434f1f02" providerId="ADAL" clId="{353A9CC9-A9FD-8548-8853-9864BD4294D5}" dt="2022-08-03T20:24:34.680" v="3616" actId="1076"/>
          <ac:cxnSpMkLst>
            <pc:docMk/>
            <pc:sldMk cId="2206255353" sldId="4076"/>
            <ac:cxnSpMk id="26" creationId="{7A3912A5-A719-CFCC-E8D6-F2DF8056EF22}"/>
          </ac:cxnSpMkLst>
        </pc:cxnChg>
      </pc:sldChg>
      <pc:sldChg chg="addSp delSp modSp add mod modClrScheme chgLayout">
        <pc:chgData name="Kate Burda" userId="44c1ea53-84f5-4c7e-8f48-bfeb434f1f02" providerId="ADAL" clId="{353A9CC9-A9FD-8548-8853-9864BD4294D5}" dt="2022-08-03T22:55:07.721" v="5490" actId="14100"/>
        <pc:sldMkLst>
          <pc:docMk/>
          <pc:sldMk cId="2445881781" sldId="4110"/>
        </pc:sldMkLst>
        <pc:spChg chg="mod ord">
          <ac:chgData name="Kate Burda" userId="44c1ea53-84f5-4c7e-8f48-bfeb434f1f02" providerId="ADAL" clId="{353A9CC9-A9FD-8548-8853-9864BD4294D5}" dt="2022-08-03T18:50:46.193" v="786" actId="207"/>
          <ac:spMkLst>
            <pc:docMk/>
            <pc:sldMk cId="2445881781" sldId="4110"/>
            <ac:spMk id="2" creationId="{B4257C12-D442-E74D-86E2-2FC4CD33EB87}"/>
          </ac:spMkLst>
        </pc:spChg>
        <pc:spChg chg="mod ord">
          <ac:chgData name="Kate Burda" userId="44c1ea53-84f5-4c7e-8f48-bfeb434f1f02" providerId="ADAL" clId="{353A9CC9-A9FD-8548-8853-9864BD4294D5}" dt="2022-08-03T19:57:57.557" v="2567" actId="404"/>
          <ac:spMkLst>
            <pc:docMk/>
            <pc:sldMk cId="2445881781" sldId="4110"/>
            <ac:spMk id="3" creationId="{D54558FC-1E1E-3445-B627-B6AE46E88905}"/>
          </ac:spMkLst>
        </pc:spChg>
        <pc:spChg chg="add mod">
          <ac:chgData name="Kate Burda" userId="44c1ea53-84f5-4c7e-8f48-bfeb434f1f02" providerId="ADAL" clId="{353A9CC9-A9FD-8548-8853-9864BD4294D5}" dt="2022-08-03T20:08:58.195" v="3089" actId="14100"/>
          <ac:spMkLst>
            <pc:docMk/>
            <pc:sldMk cId="2445881781" sldId="4110"/>
            <ac:spMk id="4" creationId="{DDFB46CD-9ECA-5105-AFA4-F256F1126CBF}"/>
          </ac:spMkLst>
        </pc:spChg>
        <pc:spChg chg="add mod">
          <ac:chgData name="Kate Burda" userId="44c1ea53-84f5-4c7e-8f48-bfeb434f1f02" providerId="ADAL" clId="{353A9CC9-A9FD-8548-8853-9864BD4294D5}" dt="2022-08-03T20:09:02.729" v="3091" actId="1076"/>
          <ac:spMkLst>
            <pc:docMk/>
            <pc:sldMk cId="2445881781" sldId="4110"/>
            <ac:spMk id="5" creationId="{B834FD50-3EEB-18DF-69EA-81D6CC04178F}"/>
          </ac:spMkLst>
        </pc:spChg>
        <pc:spChg chg="del">
          <ac:chgData name="Kate Burda" userId="44c1ea53-84f5-4c7e-8f48-bfeb434f1f02" providerId="ADAL" clId="{353A9CC9-A9FD-8548-8853-9864BD4294D5}" dt="2022-08-03T18:49:51.565" v="775" actId="478"/>
          <ac:spMkLst>
            <pc:docMk/>
            <pc:sldMk cId="2445881781" sldId="4110"/>
            <ac:spMk id="9" creationId="{D6C743EC-519D-5E48-8414-F58E77E82F62}"/>
          </ac:spMkLst>
        </pc:spChg>
        <pc:spChg chg="del">
          <ac:chgData name="Kate Burda" userId="44c1ea53-84f5-4c7e-8f48-bfeb434f1f02" providerId="ADAL" clId="{353A9CC9-A9FD-8548-8853-9864BD4294D5}" dt="2022-08-03T18:51:07.893" v="789" actId="478"/>
          <ac:spMkLst>
            <pc:docMk/>
            <pc:sldMk cId="2445881781" sldId="4110"/>
            <ac:spMk id="11" creationId="{A0A55F6A-9C94-B14B-986D-E97F0AAB4383}"/>
          </ac:spMkLst>
        </pc:spChg>
        <pc:spChg chg="add del mod">
          <ac:chgData name="Kate Burda" userId="44c1ea53-84f5-4c7e-8f48-bfeb434f1f02" providerId="ADAL" clId="{353A9CC9-A9FD-8548-8853-9864BD4294D5}" dt="2022-08-03T19:09:05.351" v="1149" actId="478"/>
          <ac:spMkLst>
            <pc:docMk/>
            <pc:sldMk cId="2445881781" sldId="4110"/>
            <ac:spMk id="12" creationId="{3765BFD1-1C46-48F8-CDE0-BD8F42E33655}"/>
          </ac:spMkLst>
        </pc:spChg>
        <pc:spChg chg="del">
          <ac:chgData name="Kate Burda" userId="44c1ea53-84f5-4c7e-8f48-bfeb434f1f02" providerId="ADAL" clId="{353A9CC9-A9FD-8548-8853-9864BD4294D5}" dt="2022-08-03T18:49:51.565" v="775" actId="478"/>
          <ac:spMkLst>
            <pc:docMk/>
            <pc:sldMk cId="2445881781" sldId="4110"/>
            <ac:spMk id="13" creationId="{9DB5F3C3-F630-C84A-942C-E9D6BD23539C}"/>
          </ac:spMkLst>
        </pc:spChg>
        <pc:spChg chg="mod">
          <ac:chgData name="Kate Burda" userId="44c1ea53-84f5-4c7e-8f48-bfeb434f1f02" providerId="ADAL" clId="{353A9CC9-A9FD-8548-8853-9864BD4294D5}" dt="2022-08-03T18:51:18.509" v="790" actId="1076"/>
          <ac:spMkLst>
            <pc:docMk/>
            <pc:sldMk cId="2445881781" sldId="4110"/>
            <ac:spMk id="14" creationId="{D76ED04A-D1B1-7D4F-925B-56B554ED403C}"/>
          </ac:spMkLst>
        </pc:spChg>
        <pc:spChg chg="mod">
          <ac:chgData name="Kate Burda" userId="44c1ea53-84f5-4c7e-8f48-bfeb434f1f02" providerId="ADAL" clId="{353A9CC9-A9FD-8548-8853-9864BD4294D5}" dt="2022-08-03T20:45:58.119" v="4138" actId="404"/>
          <ac:spMkLst>
            <pc:docMk/>
            <pc:sldMk cId="2445881781" sldId="4110"/>
            <ac:spMk id="15" creationId="{B7CA32FF-EABB-244D-B51E-03E627718C53}"/>
          </ac:spMkLst>
        </pc:spChg>
        <pc:spChg chg="mod">
          <ac:chgData name="Kate Burda" userId="44c1ea53-84f5-4c7e-8f48-bfeb434f1f02" providerId="ADAL" clId="{353A9CC9-A9FD-8548-8853-9864BD4294D5}" dt="2022-08-03T18:51:05.055" v="788" actId="1076"/>
          <ac:spMkLst>
            <pc:docMk/>
            <pc:sldMk cId="2445881781" sldId="4110"/>
            <ac:spMk id="16" creationId="{F1B959DC-CD3F-DA4A-BD84-A53C39E2C725}"/>
          </ac:spMkLst>
        </pc:spChg>
        <pc:spChg chg="mod">
          <ac:chgData name="Kate Burda" userId="44c1ea53-84f5-4c7e-8f48-bfeb434f1f02" providerId="ADAL" clId="{353A9CC9-A9FD-8548-8853-9864BD4294D5}" dt="2022-08-03T18:51:18.509" v="790" actId="1076"/>
          <ac:spMkLst>
            <pc:docMk/>
            <pc:sldMk cId="2445881781" sldId="4110"/>
            <ac:spMk id="17" creationId="{ADB7DF4F-323C-3049-B0AF-AF5245F82986}"/>
          </ac:spMkLst>
        </pc:spChg>
        <pc:spChg chg="mod">
          <ac:chgData name="Kate Burda" userId="44c1ea53-84f5-4c7e-8f48-bfeb434f1f02" providerId="ADAL" clId="{353A9CC9-A9FD-8548-8853-9864BD4294D5}" dt="2022-08-03T18:51:05.055" v="788" actId="1076"/>
          <ac:spMkLst>
            <pc:docMk/>
            <pc:sldMk cId="2445881781" sldId="4110"/>
            <ac:spMk id="18" creationId="{08EA88D6-40CA-4B4E-AC3E-9B5068601B21}"/>
          </ac:spMkLst>
        </pc:spChg>
        <pc:spChg chg="mod">
          <ac:chgData name="Kate Burda" userId="44c1ea53-84f5-4c7e-8f48-bfeb434f1f02" providerId="ADAL" clId="{353A9CC9-A9FD-8548-8853-9864BD4294D5}" dt="2022-08-03T18:51:05.055" v="788" actId="1076"/>
          <ac:spMkLst>
            <pc:docMk/>
            <pc:sldMk cId="2445881781" sldId="4110"/>
            <ac:spMk id="19" creationId="{20FDB204-7C28-AE4F-B2D3-5A51655213EB}"/>
          </ac:spMkLst>
        </pc:spChg>
        <pc:spChg chg="add del mod">
          <ac:chgData name="Kate Burda" userId="44c1ea53-84f5-4c7e-8f48-bfeb434f1f02" providerId="ADAL" clId="{353A9CC9-A9FD-8548-8853-9864BD4294D5}" dt="2022-08-03T19:10:22.425" v="1201"/>
          <ac:spMkLst>
            <pc:docMk/>
            <pc:sldMk cId="2445881781" sldId="4110"/>
            <ac:spMk id="20" creationId="{126ABB79-E830-AE7A-9564-B02ADEDA2210}"/>
          </ac:spMkLst>
        </pc:spChg>
        <pc:spChg chg="del">
          <ac:chgData name="Kate Burda" userId="44c1ea53-84f5-4c7e-8f48-bfeb434f1f02" providerId="ADAL" clId="{353A9CC9-A9FD-8548-8853-9864BD4294D5}" dt="2022-08-03T18:51:36.007" v="792" actId="478"/>
          <ac:spMkLst>
            <pc:docMk/>
            <pc:sldMk cId="2445881781" sldId="4110"/>
            <ac:spMk id="22" creationId="{0014A3A2-4E4F-864D-99A1-5FBF804A5854}"/>
          </ac:spMkLst>
        </pc:spChg>
        <pc:spChg chg="del mod">
          <ac:chgData name="Kate Burda" userId="44c1ea53-84f5-4c7e-8f48-bfeb434f1f02" providerId="ADAL" clId="{353A9CC9-A9FD-8548-8853-9864BD4294D5}" dt="2022-08-03T18:57:01.485" v="813" actId="478"/>
          <ac:spMkLst>
            <pc:docMk/>
            <pc:sldMk cId="2445881781" sldId="4110"/>
            <ac:spMk id="23" creationId="{1797E182-0F64-824A-838A-9BD6E643FF9E}"/>
          </ac:spMkLst>
        </pc:spChg>
        <pc:spChg chg="del">
          <ac:chgData name="Kate Burda" userId="44c1ea53-84f5-4c7e-8f48-bfeb434f1f02" providerId="ADAL" clId="{353A9CC9-A9FD-8548-8853-9864BD4294D5}" dt="2022-08-03T18:51:29.168" v="791" actId="478"/>
          <ac:spMkLst>
            <pc:docMk/>
            <pc:sldMk cId="2445881781" sldId="4110"/>
            <ac:spMk id="24" creationId="{E0DB6637-E372-7E4D-8FB9-847DAB44A468}"/>
          </ac:spMkLst>
        </pc:spChg>
        <pc:spChg chg="del">
          <ac:chgData name="Kate Burda" userId="44c1ea53-84f5-4c7e-8f48-bfeb434f1f02" providerId="ADAL" clId="{353A9CC9-A9FD-8548-8853-9864BD4294D5}" dt="2022-08-03T18:51:29.168" v="791" actId="478"/>
          <ac:spMkLst>
            <pc:docMk/>
            <pc:sldMk cId="2445881781" sldId="4110"/>
            <ac:spMk id="25" creationId="{F884D4CE-146A-CF4D-9F45-4D48DEB60CFE}"/>
          </ac:spMkLst>
        </pc:spChg>
        <pc:spChg chg="del">
          <ac:chgData name="Kate Burda" userId="44c1ea53-84f5-4c7e-8f48-bfeb434f1f02" providerId="ADAL" clId="{353A9CC9-A9FD-8548-8853-9864BD4294D5}" dt="2022-08-03T18:51:29.168" v="791" actId="478"/>
          <ac:spMkLst>
            <pc:docMk/>
            <pc:sldMk cId="2445881781" sldId="4110"/>
            <ac:spMk id="26" creationId="{03B9E1C6-1F89-B645-B11A-7F7891CDBD85}"/>
          </ac:spMkLst>
        </pc:spChg>
        <pc:spChg chg="del">
          <ac:chgData name="Kate Burda" userId="44c1ea53-84f5-4c7e-8f48-bfeb434f1f02" providerId="ADAL" clId="{353A9CC9-A9FD-8548-8853-9864BD4294D5}" dt="2022-08-03T18:51:29.168" v="791" actId="478"/>
          <ac:spMkLst>
            <pc:docMk/>
            <pc:sldMk cId="2445881781" sldId="4110"/>
            <ac:spMk id="27" creationId="{5CF2E060-97C8-E341-BEBD-E9D0A1DE90BA}"/>
          </ac:spMkLst>
        </pc:spChg>
        <pc:spChg chg="del">
          <ac:chgData name="Kate Burda" userId="44c1ea53-84f5-4c7e-8f48-bfeb434f1f02" providerId="ADAL" clId="{353A9CC9-A9FD-8548-8853-9864BD4294D5}" dt="2022-08-03T18:51:29.168" v="791" actId="478"/>
          <ac:spMkLst>
            <pc:docMk/>
            <pc:sldMk cId="2445881781" sldId="4110"/>
            <ac:spMk id="28" creationId="{4B98DEA1-E7F7-B94C-878A-13AE055E883F}"/>
          </ac:spMkLst>
        </pc:spChg>
        <pc:spChg chg="del">
          <ac:chgData name="Kate Burda" userId="44c1ea53-84f5-4c7e-8f48-bfeb434f1f02" providerId="ADAL" clId="{353A9CC9-A9FD-8548-8853-9864BD4294D5}" dt="2022-08-03T18:51:29.168" v="791" actId="478"/>
          <ac:spMkLst>
            <pc:docMk/>
            <pc:sldMk cId="2445881781" sldId="4110"/>
            <ac:spMk id="31" creationId="{F5930BCD-F971-6944-9F84-1E88AF015B53}"/>
          </ac:spMkLst>
        </pc:spChg>
        <pc:spChg chg="del">
          <ac:chgData name="Kate Burda" userId="44c1ea53-84f5-4c7e-8f48-bfeb434f1f02" providerId="ADAL" clId="{353A9CC9-A9FD-8548-8853-9864BD4294D5}" dt="2022-08-03T18:51:29.168" v="791" actId="478"/>
          <ac:spMkLst>
            <pc:docMk/>
            <pc:sldMk cId="2445881781" sldId="4110"/>
            <ac:spMk id="32" creationId="{02B12372-4CA1-394C-ADC3-4B552FEF18C9}"/>
          </ac:spMkLst>
        </pc:spChg>
        <pc:spChg chg="del mod">
          <ac:chgData name="Kate Burda" userId="44c1ea53-84f5-4c7e-8f48-bfeb434f1f02" providerId="ADAL" clId="{353A9CC9-A9FD-8548-8853-9864BD4294D5}" dt="2022-08-03T19:10:24.815" v="1202" actId="478"/>
          <ac:spMkLst>
            <pc:docMk/>
            <pc:sldMk cId="2445881781" sldId="4110"/>
            <ac:spMk id="43" creationId="{B075C0C7-1981-C2E2-32D8-E39B231D057C}"/>
          </ac:spMkLst>
        </pc:spChg>
        <pc:spChg chg="del mod">
          <ac:chgData name="Kate Burda" userId="44c1ea53-84f5-4c7e-8f48-bfeb434f1f02" providerId="ADAL" clId="{353A9CC9-A9FD-8548-8853-9864BD4294D5}" dt="2022-08-03T19:10:21.042" v="1199" actId="478"/>
          <ac:spMkLst>
            <pc:docMk/>
            <pc:sldMk cId="2445881781" sldId="4110"/>
            <ac:spMk id="44" creationId="{80EC8851-893A-1D8B-92A4-DB0BABA175DD}"/>
          </ac:spMkLst>
        </pc:spChg>
        <pc:spChg chg="del mod">
          <ac:chgData name="Kate Burda" userId="44c1ea53-84f5-4c7e-8f48-bfeb434f1f02" providerId="ADAL" clId="{353A9CC9-A9FD-8548-8853-9864BD4294D5}" dt="2022-08-03T19:10:24.815" v="1202" actId="478"/>
          <ac:spMkLst>
            <pc:docMk/>
            <pc:sldMk cId="2445881781" sldId="4110"/>
            <ac:spMk id="45" creationId="{4FDE481D-825B-CC55-4DA3-4FCAA029AB29}"/>
          </ac:spMkLst>
        </pc:spChg>
        <pc:spChg chg="del mod">
          <ac:chgData name="Kate Burda" userId="44c1ea53-84f5-4c7e-8f48-bfeb434f1f02" providerId="ADAL" clId="{353A9CC9-A9FD-8548-8853-9864BD4294D5}" dt="2022-08-03T19:23:15.781" v="1740" actId="478"/>
          <ac:spMkLst>
            <pc:docMk/>
            <pc:sldMk cId="2445881781" sldId="4110"/>
            <ac:spMk id="47" creationId="{274EC05B-B7D0-7704-F24D-DB5E8E52BCE0}"/>
          </ac:spMkLst>
        </pc:spChg>
        <pc:spChg chg="mod">
          <ac:chgData name="Kate Burda" userId="44c1ea53-84f5-4c7e-8f48-bfeb434f1f02" providerId="ADAL" clId="{353A9CC9-A9FD-8548-8853-9864BD4294D5}" dt="2022-08-03T19:26:22.313" v="1793" actId="1076"/>
          <ac:spMkLst>
            <pc:docMk/>
            <pc:sldMk cId="2445881781" sldId="4110"/>
            <ac:spMk id="50" creationId="{E740E593-FC2D-46A4-6E2B-82C475E2B2C6}"/>
          </ac:spMkLst>
        </pc:spChg>
        <pc:spChg chg="mod">
          <ac:chgData name="Kate Burda" userId="44c1ea53-84f5-4c7e-8f48-bfeb434f1f02" providerId="ADAL" clId="{353A9CC9-A9FD-8548-8853-9864BD4294D5}" dt="2022-08-03T19:37:36.461" v="2077" actId="20577"/>
          <ac:spMkLst>
            <pc:docMk/>
            <pc:sldMk cId="2445881781" sldId="4110"/>
            <ac:spMk id="51" creationId="{C4E5B3E5-C5EF-E3A7-4BF4-3913FFCAB1AF}"/>
          </ac:spMkLst>
        </pc:spChg>
        <pc:spChg chg="mod">
          <ac:chgData name="Kate Burda" userId="44c1ea53-84f5-4c7e-8f48-bfeb434f1f02" providerId="ADAL" clId="{353A9CC9-A9FD-8548-8853-9864BD4294D5}" dt="2022-08-03T19:52:18.811" v="2348" actId="313"/>
          <ac:spMkLst>
            <pc:docMk/>
            <pc:sldMk cId="2445881781" sldId="4110"/>
            <ac:spMk id="52" creationId="{14F611F5-A5C5-1B4C-CD99-F9F4D8024B3B}"/>
          </ac:spMkLst>
        </pc:spChg>
        <pc:spChg chg="mod">
          <ac:chgData name="Kate Burda" userId="44c1ea53-84f5-4c7e-8f48-bfeb434f1f02" providerId="ADAL" clId="{353A9CC9-A9FD-8548-8853-9864BD4294D5}" dt="2022-08-03T22:55:07.721" v="5490" actId="14100"/>
          <ac:spMkLst>
            <pc:docMk/>
            <pc:sldMk cId="2445881781" sldId="4110"/>
            <ac:spMk id="53" creationId="{BAE1B229-852C-4FF1-66E6-9875A5C3EAE0}"/>
          </ac:spMkLst>
        </pc:spChg>
        <pc:spChg chg="mod">
          <ac:chgData name="Kate Burda" userId="44c1ea53-84f5-4c7e-8f48-bfeb434f1f02" providerId="ADAL" clId="{353A9CC9-A9FD-8548-8853-9864BD4294D5}" dt="2022-08-03T19:25:02.889" v="1770" actId="207"/>
          <ac:spMkLst>
            <pc:docMk/>
            <pc:sldMk cId="2445881781" sldId="4110"/>
            <ac:spMk id="58" creationId="{F65078D6-E3D5-7F51-18D4-5D9BD09FDDEE}"/>
          </ac:spMkLst>
        </pc:spChg>
        <pc:spChg chg="del mod">
          <ac:chgData name="Kate Burda" userId="44c1ea53-84f5-4c7e-8f48-bfeb434f1f02" providerId="ADAL" clId="{353A9CC9-A9FD-8548-8853-9864BD4294D5}" dt="2022-08-03T19:10:28.422" v="1203" actId="478"/>
          <ac:spMkLst>
            <pc:docMk/>
            <pc:sldMk cId="2445881781" sldId="4110"/>
            <ac:spMk id="60" creationId="{9302A247-5FAE-C8A6-2DE1-8C0918636004}"/>
          </ac:spMkLst>
        </pc:spChg>
        <pc:spChg chg="del mod">
          <ac:chgData name="Kate Burda" userId="44c1ea53-84f5-4c7e-8f48-bfeb434f1f02" providerId="ADAL" clId="{353A9CC9-A9FD-8548-8853-9864BD4294D5}" dt="2022-08-03T19:10:33.257" v="1204" actId="478"/>
          <ac:spMkLst>
            <pc:docMk/>
            <pc:sldMk cId="2445881781" sldId="4110"/>
            <ac:spMk id="61" creationId="{40C606A9-445A-5D63-BDCC-B4AD99B886A5}"/>
          </ac:spMkLst>
        </pc:spChg>
        <pc:spChg chg="mod">
          <ac:chgData name="Kate Burda" userId="44c1ea53-84f5-4c7e-8f48-bfeb434f1f02" providerId="ADAL" clId="{353A9CC9-A9FD-8548-8853-9864BD4294D5}" dt="2022-08-03T19:19:53.635" v="1634" actId="207"/>
          <ac:spMkLst>
            <pc:docMk/>
            <pc:sldMk cId="2445881781" sldId="4110"/>
            <ac:spMk id="63" creationId="{B2839DAA-38EA-7AFF-302A-5B1F34FB0832}"/>
          </ac:spMkLst>
        </pc:spChg>
        <pc:spChg chg="mod">
          <ac:chgData name="Kate Burda" userId="44c1ea53-84f5-4c7e-8f48-bfeb434f1f02" providerId="ADAL" clId="{353A9CC9-A9FD-8548-8853-9864BD4294D5}" dt="2022-08-03T19:20:07.061" v="1636" actId="207"/>
          <ac:spMkLst>
            <pc:docMk/>
            <pc:sldMk cId="2445881781" sldId="4110"/>
            <ac:spMk id="64" creationId="{3C72AD8B-C75A-2A7F-C8DE-7786F3E2FE75}"/>
          </ac:spMkLst>
        </pc:spChg>
        <pc:spChg chg="mod">
          <ac:chgData name="Kate Burda" userId="44c1ea53-84f5-4c7e-8f48-bfeb434f1f02" providerId="ADAL" clId="{353A9CC9-A9FD-8548-8853-9864BD4294D5}" dt="2022-08-03T19:19:38.236" v="1632" actId="207"/>
          <ac:spMkLst>
            <pc:docMk/>
            <pc:sldMk cId="2445881781" sldId="4110"/>
            <ac:spMk id="65" creationId="{E92E64F8-031E-108A-93F5-E56A4949BE17}"/>
          </ac:spMkLst>
        </pc:spChg>
        <pc:spChg chg="mod">
          <ac:chgData name="Kate Burda" userId="44c1ea53-84f5-4c7e-8f48-bfeb434f1f02" providerId="ADAL" clId="{353A9CC9-A9FD-8548-8853-9864BD4294D5}" dt="2022-08-03T19:11:40.061" v="1233" actId="207"/>
          <ac:spMkLst>
            <pc:docMk/>
            <pc:sldMk cId="2445881781" sldId="4110"/>
            <ac:spMk id="66" creationId="{8CE5B724-7EE6-BB40-F859-9AA64E7E6A1C}"/>
          </ac:spMkLst>
        </pc:spChg>
        <pc:spChg chg="mod">
          <ac:chgData name="Kate Burda" userId="44c1ea53-84f5-4c7e-8f48-bfeb434f1f02" providerId="ADAL" clId="{353A9CC9-A9FD-8548-8853-9864BD4294D5}" dt="2022-08-03T19:08:22.021" v="1145"/>
          <ac:spMkLst>
            <pc:docMk/>
            <pc:sldMk cId="2445881781" sldId="4110"/>
            <ac:spMk id="67" creationId="{25CA91EB-B71E-B555-A85F-FCEC10A32F3F}"/>
          </ac:spMkLst>
        </pc:spChg>
        <pc:spChg chg="mod">
          <ac:chgData name="Kate Burda" userId="44c1ea53-84f5-4c7e-8f48-bfeb434f1f02" providerId="ADAL" clId="{353A9CC9-A9FD-8548-8853-9864BD4294D5}" dt="2022-08-03T19:09:30.944" v="1152" actId="207"/>
          <ac:spMkLst>
            <pc:docMk/>
            <pc:sldMk cId="2445881781" sldId="4110"/>
            <ac:spMk id="72" creationId="{69F63949-EDDF-6E45-9964-3B00C34B4469}"/>
          </ac:spMkLst>
        </pc:spChg>
        <pc:spChg chg="mod">
          <ac:chgData name="Kate Burda" userId="44c1ea53-84f5-4c7e-8f48-bfeb434f1f02" providerId="ADAL" clId="{353A9CC9-A9FD-8548-8853-9864BD4294D5}" dt="2022-08-03T19:28:05.777" v="1911" actId="1076"/>
          <ac:spMkLst>
            <pc:docMk/>
            <pc:sldMk cId="2445881781" sldId="4110"/>
            <ac:spMk id="74" creationId="{F5E4DFFF-0E32-F922-96EC-929F2D7223B2}"/>
          </ac:spMkLst>
        </pc:spChg>
        <pc:spChg chg="mod">
          <ac:chgData name="Kate Burda" userId="44c1ea53-84f5-4c7e-8f48-bfeb434f1f02" providerId="ADAL" clId="{353A9CC9-A9FD-8548-8853-9864BD4294D5}" dt="2022-08-03T19:20:37.747" v="1641" actId="208"/>
          <ac:spMkLst>
            <pc:docMk/>
            <pc:sldMk cId="2445881781" sldId="4110"/>
            <ac:spMk id="76" creationId="{68E95835-30EF-A87F-1033-33A1FC66643C}"/>
          </ac:spMkLst>
        </pc:spChg>
        <pc:spChg chg="del mod">
          <ac:chgData name="Kate Burda" userId="44c1ea53-84f5-4c7e-8f48-bfeb434f1f02" providerId="ADAL" clId="{353A9CC9-A9FD-8548-8853-9864BD4294D5}" dt="2022-08-03T19:20:20.887" v="1639" actId="478"/>
          <ac:spMkLst>
            <pc:docMk/>
            <pc:sldMk cId="2445881781" sldId="4110"/>
            <ac:spMk id="77" creationId="{4F5D02B0-EA34-975B-8267-BF4445700608}"/>
          </ac:spMkLst>
        </pc:spChg>
        <pc:spChg chg="mod">
          <ac:chgData name="Kate Burda" userId="44c1ea53-84f5-4c7e-8f48-bfeb434f1f02" providerId="ADAL" clId="{353A9CC9-A9FD-8548-8853-9864BD4294D5}" dt="2022-08-03T19:20:00.089" v="1635" actId="207"/>
          <ac:spMkLst>
            <pc:docMk/>
            <pc:sldMk cId="2445881781" sldId="4110"/>
            <ac:spMk id="78" creationId="{A068042D-49C0-757D-D930-C01B30A439C1}"/>
          </ac:spMkLst>
        </pc:spChg>
        <pc:spChg chg="mod">
          <ac:chgData name="Kate Burda" userId="44c1ea53-84f5-4c7e-8f48-bfeb434f1f02" providerId="ADAL" clId="{353A9CC9-A9FD-8548-8853-9864BD4294D5}" dt="2022-08-03T19:27:50.144" v="1907" actId="403"/>
          <ac:spMkLst>
            <pc:docMk/>
            <pc:sldMk cId="2445881781" sldId="4110"/>
            <ac:spMk id="80" creationId="{90D6B1BE-0151-2EC6-5187-06E9A64A8321}"/>
          </ac:spMkLst>
        </pc:spChg>
        <pc:spChg chg="mod">
          <ac:chgData name="Kate Burda" userId="44c1ea53-84f5-4c7e-8f48-bfeb434f1f02" providerId="ADAL" clId="{353A9CC9-A9FD-8548-8853-9864BD4294D5}" dt="2022-08-03T19:21:27.497" v="1652" actId="1076"/>
          <ac:spMkLst>
            <pc:docMk/>
            <pc:sldMk cId="2445881781" sldId="4110"/>
            <ac:spMk id="82" creationId="{08618974-0815-2806-3FA2-428EF8ED4A3C}"/>
          </ac:spMkLst>
        </pc:spChg>
        <pc:spChg chg="del mod">
          <ac:chgData name="Kate Burda" userId="44c1ea53-84f5-4c7e-8f48-bfeb434f1f02" providerId="ADAL" clId="{353A9CC9-A9FD-8548-8853-9864BD4294D5}" dt="2022-08-03T19:20:28.110" v="1640" actId="478"/>
          <ac:spMkLst>
            <pc:docMk/>
            <pc:sldMk cId="2445881781" sldId="4110"/>
            <ac:spMk id="83" creationId="{D7C8AAD0-5BC7-1FAE-570F-3DCD9A080358}"/>
          </ac:spMkLst>
        </pc:spChg>
        <pc:spChg chg="mod">
          <ac:chgData name="Kate Burda" userId="44c1ea53-84f5-4c7e-8f48-bfeb434f1f02" providerId="ADAL" clId="{353A9CC9-A9FD-8548-8853-9864BD4294D5}" dt="2022-08-03T19:08:22.021" v="1145"/>
          <ac:spMkLst>
            <pc:docMk/>
            <pc:sldMk cId="2445881781" sldId="4110"/>
            <ac:spMk id="86" creationId="{3FCD14E6-BC08-D324-C2E2-C76409A80EBC}"/>
          </ac:spMkLst>
        </pc:spChg>
        <pc:spChg chg="mod">
          <ac:chgData name="Kate Burda" userId="44c1ea53-84f5-4c7e-8f48-bfeb434f1f02" providerId="ADAL" clId="{353A9CC9-A9FD-8548-8853-9864BD4294D5}" dt="2022-08-03T19:14:27.719" v="1348" actId="166"/>
          <ac:spMkLst>
            <pc:docMk/>
            <pc:sldMk cId="2445881781" sldId="4110"/>
            <ac:spMk id="88" creationId="{D1B8EDEF-632F-16CA-E58E-A09C90182125}"/>
          </ac:spMkLst>
        </pc:spChg>
        <pc:spChg chg="mod">
          <ac:chgData name="Kate Burda" userId="44c1ea53-84f5-4c7e-8f48-bfeb434f1f02" providerId="ADAL" clId="{353A9CC9-A9FD-8548-8853-9864BD4294D5}" dt="2022-08-03T19:20:51.553" v="1642" actId="1076"/>
          <ac:spMkLst>
            <pc:docMk/>
            <pc:sldMk cId="2445881781" sldId="4110"/>
            <ac:spMk id="90" creationId="{E6CC9933-8F98-DA94-94B0-81EDF0CCEAB8}"/>
          </ac:spMkLst>
        </pc:spChg>
        <pc:spChg chg="del mod">
          <ac:chgData name="Kate Burda" userId="44c1ea53-84f5-4c7e-8f48-bfeb434f1f02" providerId="ADAL" clId="{353A9CC9-A9FD-8548-8853-9864BD4294D5}" dt="2022-08-03T19:20:17.546" v="1638" actId="478"/>
          <ac:spMkLst>
            <pc:docMk/>
            <pc:sldMk cId="2445881781" sldId="4110"/>
            <ac:spMk id="91" creationId="{E3B08B1A-5CD0-0EA6-2066-57CA95E000A9}"/>
          </ac:spMkLst>
        </pc:spChg>
        <pc:spChg chg="mod">
          <ac:chgData name="Kate Burda" userId="44c1ea53-84f5-4c7e-8f48-bfeb434f1f02" providerId="ADAL" clId="{353A9CC9-A9FD-8548-8853-9864BD4294D5}" dt="2022-08-03T19:19:31.596" v="1631" actId="207"/>
          <ac:spMkLst>
            <pc:docMk/>
            <pc:sldMk cId="2445881781" sldId="4110"/>
            <ac:spMk id="92" creationId="{837D86C0-F009-E18E-1E1E-442A3589692D}"/>
          </ac:spMkLst>
        </pc:spChg>
        <pc:spChg chg="mod">
          <ac:chgData name="Kate Burda" userId="44c1ea53-84f5-4c7e-8f48-bfeb434f1f02" providerId="ADAL" clId="{353A9CC9-A9FD-8548-8853-9864BD4294D5}" dt="2022-08-03T19:10:16.936" v="1198" actId="20577"/>
          <ac:spMkLst>
            <pc:docMk/>
            <pc:sldMk cId="2445881781" sldId="4110"/>
            <ac:spMk id="94" creationId="{61860B32-C4FE-4B5C-6654-DAC412AEBA52}"/>
          </ac:spMkLst>
        </pc:spChg>
        <pc:spChg chg="del mod">
          <ac:chgData name="Kate Burda" userId="44c1ea53-84f5-4c7e-8f48-bfeb434f1f02" providerId="ADAL" clId="{353A9CC9-A9FD-8548-8853-9864BD4294D5}" dt="2022-08-03T19:21:58.063" v="1653" actId="478"/>
          <ac:spMkLst>
            <pc:docMk/>
            <pc:sldMk cId="2445881781" sldId="4110"/>
            <ac:spMk id="96" creationId="{A2E2E299-85D7-C5C0-8FF1-5CEF598A671B}"/>
          </ac:spMkLst>
        </pc:spChg>
        <pc:spChg chg="del mod">
          <ac:chgData name="Kate Burda" userId="44c1ea53-84f5-4c7e-8f48-bfeb434f1f02" providerId="ADAL" clId="{353A9CC9-A9FD-8548-8853-9864BD4294D5}" dt="2022-08-03T19:20:14.198" v="1637" actId="478"/>
          <ac:spMkLst>
            <pc:docMk/>
            <pc:sldMk cId="2445881781" sldId="4110"/>
            <ac:spMk id="97" creationId="{69649978-F6AD-6AAE-051A-71D22C365017}"/>
          </ac:spMkLst>
        </pc:spChg>
        <pc:spChg chg="mod">
          <ac:chgData name="Kate Burda" userId="44c1ea53-84f5-4c7e-8f48-bfeb434f1f02" providerId="ADAL" clId="{353A9CC9-A9FD-8548-8853-9864BD4294D5}" dt="2022-08-03T19:25:49.887" v="1789" actId="114"/>
          <ac:spMkLst>
            <pc:docMk/>
            <pc:sldMk cId="2445881781" sldId="4110"/>
            <ac:spMk id="98" creationId="{F2382AB5-C0E4-AD0F-4546-DB0008CF7518}"/>
          </ac:spMkLst>
        </pc:spChg>
        <pc:spChg chg="mod">
          <ac:chgData name="Kate Burda" userId="44c1ea53-84f5-4c7e-8f48-bfeb434f1f02" providerId="ADAL" clId="{353A9CC9-A9FD-8548-8853-9864BD4294D5}" dt="2022-08-03T19:25:49.887" v="1789" actId="114"/>
          <ac:spMkLst>
            <pc:docMk/>
            <pc:sldMk cId="2445881781" sldId="4110"/>
            <ac:spMk id="99" creationId="{318DC4F1-2523-86A1-0170-149C9368175A}"/>
          </ac:spMkLst>
        </pc:spChg>
        <pc:spChg chg="add mod">
          <ac:chgData name="Kate Burda" userId="44c1ea53-84f5-4c7e-8f48-bfeb434f1f02" providerId="ADAL" clId="{353A9CC9-A9FD-8548-8853-9864BD4294D5}" dt="2022-08-03T19:28:08.642" v="1912" actId="1076"/>
          <ac:spMkLst>
            <pc:docMk/>
            <pc:sldMk cId="2445881781" sldId="4110"/>
            <ac:spMk id="100" creationId="{7C9F7CD0-B3C6-19BB-A570-EA29E122737C}"/>
          </ac:spMkLst>
        </pc:spChg>
        <pc:spChg chg="add mod">
          <ac:chgData name="Kate Burda" userId="44c1ea53-84f5-4c7e-8f48-bfeb434f1f02" providerId="ADAL" clId="{353A9CC9-A9FD-8548-8853-9864BD4294D5}" dt="2022-08-03T22:54:35.990" v="5439" actId="313"/>
          <ac:spMkLst>
            <pc:docMk/>
            <pc:sldMk cId="2445881781" sldId="4110"/>
            <ac:spMk id="101" creationId="{A504E2A1-B0C0-5837-C967-68F7F613FEC0}"/>
          </ac:spMkLst>
        </pc:spChg>
        <pc:spChg chg="add mod">
          <ac:chgData name="Kate Burda" userId="44c1ea53-84f5-4c7e-8f48-bfeb434f1f02" providerId="ADAL" clId="{353A9CC9-A9FD-8548-8853-9864BD4294D5}" dt="2022-08-03T19:26:05.207" v="1791" actId="1076"/>
          <ac:spMkLst>
            <pc:docMk/>
            <pc:sldMk cId="2445881781" sldId="4110"/>
            <ac:spMk id="102" creationId="{70F28798-ADE3-6F1C-02DC-B9E6A5AB208F}"/>
          </ac:spMkLst>
        </pc:spChg>
        <pc:spChg chg="add del mod">
          <ac:chgData name="Kate Burda" userId="44c1ea53-84f5-4c7e-8f48-bfeb434f1f02" providerId="ADAL" clId="{353A9CC9-A9FD-8548-8853-9864BD4294D5}" dt="2022-08-03T19:28:25.749" v="1916"/>
          <ac:spMkLst>
            <pc:docMk/>
            <pc:sldMk cId="2445881781" sldId="4110"/>
            <ac:spMk id="103" creationId="{DF182D01-4F96-B212-BA9A-4E7AAFF43D17}"/>
          </ac:spMkLst>
        </pc:spChg>
        <pc:spChg chg="add del mod">
          <ac:chgData name="Kate Burda" userId="44c1ea53-84f5-4c7e-8f48-bfeb434f1f02" providerId="ADAL" clId="{353A9CC9-A9FD-8548-8853-9864BD4294D5}" dt="2022-08-03T19:28:25.203" v="1915"/>
          <ac:spMkLst>
            <pc:docMk/>
            <pc:sldMk cId="2445881781" sldId="4110"/>
            <ac:spMk id="104" creationId="{A8E3AA00-9002-4A06-4B76-3E1E26CB39BA}"/>
          </ac:spMkLst>
        </pc:spChg>
        <pc:grpChg chg="add mod">
          <ac:chgData name="Kate Burda" userId="44c1ea53-84f5-4c7e-8f48-bfeb434f1f02" providerId="ADAL" clId="{353A9CC9-A9FD-8548-8853-9864BD4294D5}" dt="2022-08-03T19:26:02.358" v="1790" actId="1076"/>
          <ac:grpSpMkLst>
            <pc:docMk/>
            <pc:sldMk cId="2445881781" sldId="4110"/>
            <ac:grpSpMk id="21" creationId="{7F199D14-039B-A9E4-347A-AD617CA449EC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33" creationId="{966E8164-FEEF-1618-D886-566964784FCF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35" creationId="{B3370582-9E53-8918-0C11-A79E88B8C7F6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37" creationId="{03379510-3102-29D7-8574-F1D6331CEABE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38" creationId="{8F3EDB00-F0E4-A500-8A6C-88AAE08979DA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39" creationId="{79087423-7F99-62A0-5C3B-018D7C3A7DAB}"/>
          </ac:grpSpMkLst>
        </pc:grpChg>
        <pc:grpChg chg="del mod">
          <ac:chgData name="Kate Burda" userId="44c1ea53-84f5-4c7e-8f48-bfeb434f1f02" providerId="ADAL" clId="{353A9CC9-A9FD-8548-8853-9864BD4294D5}" dt="2022-08-03T19:10:24.815" v="1202" actId="478"/>
          <ac:grpSpMkLst>
            <pc:docMk/>
            <pc:sldMk cId="2445881781" sldId="4110"/>
            <ac:grpSpMk id="40" creationId="{B72C250B-DACD-3AE4-CF4D-55155E5F5342}"/>
          </ac:grpSpMkLst>
        </pc:grpChg>
        <pc:grpChg chg="del mod">
          <ac:chgData name="Kate Burda" userId="44c1ea53-84f5-4c7e-8f48-bfeb434f1f02" providerId="ADAL" clId="{353A9CC9-A9FD-8548-8853-9864BD4294D5}" dt="2022-08-03T19:23:15.781" v="1740" actId="478"/>
          <ac:grpSpMkLst>
            <pc:docMk/>
            <pc:sldMk cId="2445881781" sldId="4110"/>
            <ac:grpSpMk id="41" creationId="{489ADF0D-781D-CF92-7142-4EDAED5F6D06}"/>
          </ac:grpSpMkLst>
        </pc:grpChg>
        <pc:grpChg chg="del mod">
          <ac:chgData name="Kate Burda" userId="44c1ea53-84f5-4c7e-8f48-bfeb434f1f02" providerId="ADAL" clId="{353A9CC9-A9FD-8548-8853-9864BD4294D5}" dt="2022-08-03T19:10:24.815" v="1202" actId="478"/>
          <ac:grpSpMkLst>
            <pc:docMk/>
            <pc:sldMk cId="2445881781" sldId="4110"/>
            <ac:grpSpMk id="42" creationId="{D88AD952-A32C-8CAE-823D-BEB2D66D6E42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46" creationId="{C455EE9B-9B17-9926-F2D7-C2C0B105F89C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48" creationId="{7F4E0AB4-27BC-0668-BA22-1DD3D57DAE6C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49" creationId="{88B0B472-8797-AE48-EC88-1B7278206FF4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54" creationId="{ADD61F81-7190-A05F-D324-1740FF226924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55" creationId="{E3C4C84D-DADD-2DDB-6750-9F4D5D97AC17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56" creationId="{227D81B3-AD69-F286-6E16-F710AE6AC912}"/>
          </ac:grpSpMkLst>
        </pc:grpChg>
        <pc:grpChg chg="del mod">
          <ac:chgData name="Kate Burda" userId="44c1ea53-84f5-4c7e-8f48-bfeb434f1f02" providerId="ADAL" clId="{353A9CC9-A9FD-8548-8853-9864BD4294D5}" dt="2022-08-03T19:10:33.257" v="1204" actId="478"/>
          <ac:grpSpMkLst>
            <pc:docMk/>
            <pc:sldMk cId="2445881781" sldId="4110"/>
            <ac:grpSpMk id="57" creationId="{AF326340-7B41-7093-120C-210AED34992B}"/>
          </ac:grpSpMkLst>
        </pc:grpChg>
        <pc:grpChg chg="del mod">
          <ac:chgData name="Kate Burda" userId="44c1ea53-84f5-4c7e-8f48-bfeb434f1f02" providerId="ADAL" clId="{353A9CC9-A9FD-8548-8853-9864BD4294D5}" dt="2022-08-03T19:10:28.422" v="1203" actId="478"/>
          <ac:grpSpMkLst>
            <pc:docMk/>
            <pc:sldMk cId="2445881781" sldId="4110"/>
            <ac:grpSpMk id="59" creationId="{D30035A1-03C3-9B92-296D-9E9F99A39E91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62" creationId="{27DA5B06-8B15-AE40-2BE3-92B22E1EE7DD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68" creationId="{95B5B2B2-1A27-562C-3288-4ABBD1C6100D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69" creationId="{CBDA7BC5-3A7A-93F3-421C-FA25CDBB655B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70" creationId="{71AAEC0E-29FA-E30B-9070-E31E25CB7CB4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71" creationId="{A5B42A7A-B4C5-729D-22A1-77CF26133DDF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73" creationId="{D8688367-CE4B-F2AE-37B2-1DC8A704A3DD}"/>
          </ac:grpSpMkLst>
        </pc:grpChg>
        <pc:grpChg chg="del mod">
          <ac:chgData name="Kate Burda" userId="44c1ea53-84f5-4c7e-8f48-bfeb434f1f02" providerId="ADAL" clId="{353A9CC9-A9FD-8548-8853-9864BD4294D5}" dt="2022-08-03T19:20:20.887" v="1639" actId="478"/>
          <ac:grpSpMkLst>
            <pc:docMk/>
            <pc:sldMk cId="2445881781" sldId="4110"/>
            <ac:grpSpMk id="75" creationId="{03FFCA67-613D-9473-4C60-F058EA6AAF3F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79" creationId="{6C93820B-DC62-6784-9141-CC1244582FD0}"/>
          </ac:grpSpMkLst>
        </pc:grpChg>
        <pc:grpChg chg="del mod">
          <ac:chgData name="Kate Burda" userId="44c1ea53-84f5-4c7e-8f48-bfeb434f1f02" providerId="ADAL" clId="{353A9CC9-A9FD-8548-8853-9864BD4294D5}" dt="2022-08-03T19:20:28.110" v="1640" actId="478"/>
          <ac:grpSpMkLst>
            <pc:docMk/>
            <pc:sldMk cId="2445881781" sldId="4110"/>
            <ac:grpSpMk id="81" creationId="{94C85B7B-BF69-DA08-AB7B-0B8B8C65A832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84" creationId="{773791B9-81CF-948D-E553-B811DEE4E7E1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85" creationId="{40DE31C1-0ED1-FA6C-2A39-43EBC6DECD2E}"/>
          </ac:grpSpMkLst>
        </pc:grpChg>
        <pc:grpChg chg="mod">
          <ac:chgData name="Kate Burda" userId="44c1ea53-84f5-4c7e-8f48-bfeb434f1f02" providerId="ADAL" clId="{353A9CC9-A9FD-8548-8853-9864BD4294D5}" dt="2022-08-03T19:08:22.021" v="1145"/>
          <ac:grpSpMkLst>
            <pc:docMk/>
            <pc:sldMk cId="2445881781" sldId="4110"/>
            <ac:grpSpMk id="87" creationId="{888889F9-6E97-4F49-16E0-037705AA8A7F}"/>
          </ac:grpSpMkLst>
        </pc:grpChg>
        <pc:grpChg chg="del mod">
          <ac:chgData name="Kate Burda" userId="44c1ea53-84f5-4c7e-8f48-bfeb434f1f02" providerId="ADAL" clId="{353A9CC9-A9FD-8548-8853-9864BD4294D5}" dt="2022-08-03T19:20:17.546" v="1638" actId="478"/>
          <ac:grpSpMkLst>
            <pc:docMk/>
            <pc:sldMk cId="2445881781" sldId="4110"/>
            <ac:grpSpMk id="89" creationId="{4BF662F3-3FA7-0148-21EE-E943D2165167}"/>
          </ac:grpSpMkLst>
        </pc:grpChg>
        <pc:grpChg chg="del mod">
          <ac:chgData name="Kate Burda" userId="44c1ea53-84f5-4c7e-8f48-bfeb434f1f02" providerId="ADAL" clId="{353A9CC9-A9FD-8548-8853-9864BD4294D5}" dt="2022-08-03T19:21:58.063" v="1653" actId="478"/>
          <ac:grpSpMkLst>
            <pc:docMk/>
            <pc:sldMk cId="2445881781" sldId="4110"/>
            <ac:grpSpMk id="93" creationId="{FCEF2A41-3AF9-FE74-840D-FAF6E3282CFD}"/>
          </ac:grpSpMkLst>
        </pc:grpChg>
        <pc:grpChg chg="del mod">
          <ac:chgData name="Kate Burda" userId="44c1ea53-84f5-4c7e-8f48-bfeb434f1f02" providerId="ADAL" clId="{353A9CC9-A9FD-8548-8853-9864BD4294D5}" dt="2022-08-03T19:20:14.198" v="1637" actId="478"/>
          <ac:grpSpMkLst>
            <pc:docMk/>
            <pc:sldMk cId="2445881781" sldId="4110"/>
            <ac:grpSpMk id="95" creationId="{AEECF5AB-8E1B-AFCA-2B41-326472C2CFC4}"/>
          </ac:grpSpMkLst>
        </pc:grpChg>
        <pc:graphicFrameChg chg="add del mod modGraphic">
          <ac:chgData name="Kate Burda" userId="44c1ea53-84f5-4c7e-8f48-bfeb434f1f02" providerId="ADAL" clId="{353A9CC9-A9FD-8548-8853-9864BD4294D5}" dt="2022-08-03T19:05:53.552" v="1097" actId="478"/>
          <ac:graphicFrameMkLst>
            <pc:docMk/>
            <pc:sldMk cId="2445881781" sldId="4110"/>
            <ac:graphicFrameMk id="7" creationId="{740B8968-E7E5-ABF7-F2C2-F0E005E87640}"/>
          </ac:graphicFrameMkLst>
        </pc:graphicFrameChg>
        <pc:picChg chg="add mod">
          <ac:chgData name="Kate Burda" userId="44c1ea53-84f5-4c7e-8f48-bfeb434f1f02" providerId="ADAL" clId="{353A9CC9-A9FD-8548-8853-9864BD4294D5}" dt="2022-08-03T20:10:38.107" v="3103" actId="14100"/>
          <ac:picMkLst>
            <pc:docMk/>
            <pc:sldMk cId="2445881781" sldId="4110"/>
            <ac:picMk id="6" creationId="{3DF321C2-D7CB-A612-6608-AE415789CE32}"/>
          </ac:picMkLst>
        </pc:picChg>
        <pc:picChg chg="add mod">
          <ac:chgData name="Kate Burda" userId="44c1ea53-84f5-4c7e-8f48-bfeb434f1f02" providerId="ADAL" clId="{353A9CC9-A9FD-8548-8853-9864BD4294D5}" dt="2022-08-03T20:09:13.218" v="3092" actId="1076"/>
          <ac:picMkLst>
            <pc:docMk/>
            <pc:sldMk cId="2445881781" sldId="4110"/>
            <ac:picMk id="10" creationId="{8EFEEEF8-72C8-FCC4-9287-A81514681276}"/>
          </ac:picMkLst>
        </pc:picChg>
        <pc:picChg chg="del">
          <ac:chgData name="Kate Burda" userId="44c1ea53-84f5-4c7e-8f48-bfeb434f1f02" providerId="ADAL" clId="{353A9CC9-A9FD-8548-8853-9864BD4294D5}" dt="2022-08-03T18:51:29.168" v="791" actId="478"/>
          <ac:picMkLst>
            <pc:docMk/>
            <pc:sldMk cId="2445881781" sldId="4110"/>
            <ac:picMk id="29" creationId="{AAB0881C-2B13-D046-8B0B-41BA9EED393D}"/>
          </ac:picMkLst>
        </pc:picChg>
        <pc:picChg chg="del">
          <ac:chgData name="Kate Burda" userId="44c1ea53-84f5-4c7e-8f48-bfeb434f1f02" providerId="ADAL" clId="{353A9CC9-A9FD-8548-8853-9864BD4294D5}" dt="2022-08-03T18:51:29.168" v="791" actId="478"/>
          <ac:picMkLst>
            <pc:docMk/>
            <pc:sldMk cId="2445881781" sldId="4110"/>
            <ac:picMk id="30" creationId="{3A83C844-865D-7D4F-823C-D7B7030A196A}"/>
          </ac:picMkLst>
        </pc:picChg>
        <pc:cxnChg chg="mod">
          <ac:chgData name="Kate Burda" userId="44c1ea53-84f5-4c7e-8f48-bfeb434f1f02" providerId="ADAL" clId="{353A9CC9-A9FD-8548-8853-9864BD4294D5}" dt="2022-08-03T19:08:22.021" v="1145"/>
          <ac:cxnSpMkLst>
            <pc:docMk/>
            <pc:sldMk cId="2445881781" sldId="4110"/>
            <ac:cxnSpMk id="34" creationId="{A2809B28-337B-AF4F-0563-3F5F16471504}"/>
          </ac:cxnSpMkLst>
        </pc:cxnChg>
        <pc:cxnChg chg="mod">
          <ac:chgData name="Kate Burda" userId="44c1ea53-84f5-4c7e-8f48-bfeb434f1f02" providerId="ADAL" clId="{353A9CC9-A9FD-8548-8853-9864BD4294D5}" dt="2022-08-03T19:08:22.021" v="1145"/>
          <ac:cxnSpMkLst>
            <pc:docMk/>
            <pc:sldMk cId="2445881781" sldId="4110"/>
            <ac:cxnSpMk id="36" creationId="{0626A003-6646-E604-A05A-B0B03D974B87}"/>
          </ac:cxnSpMkLst>
        </pc:cxnChg>
      </pc:sldChg>
      <pc:sldChg chg="modSp mod modAnim">
        <pc:chgData name="Kate Burda" userId="44c1ea53-84f5-4c7e-8f48-bfeb434f1f02" providerId="ADAL" clId="{353A9CC9-A9FD-8548-8853-9864BD4294D5}" dt="2022-08-06T19:27:54.997" v="7729" actId="255"/>
        <pc:sldMkLst>
          <pc:docMk/>
          <pc:sldMk cId="2592066562" sldId="4134"/>
        </pc:sldMkLst>
        <pc:spChg chg="mod">
          <ac:chgData name="Kate Burda" userId="44c1ea53-84f5-4c7e-8f48-bfeb434f1f02" providerId="ADAL" clId="{353A9CC9-A9FD-8548-8853-9864BD4294D5}" dt="2022-08-06T19:24:47.553" v="7708" actId="1076"/>
          <ac:spMkLst>
            <pc:docMk/>
            <pc:sldMk cId="2592066562" sldId="4134"/>
            <ac:spMk id="4" creationId="{95252E18-2FFA-1545-83AF-546F436696FF}"/>
          </ac:spMkLst>
        </pc:spChg>
        <pc:spChg chg="mod">
          <ac:chgData name="Kate Burda" userId="44c1ea53-84f5-4c7e-8f48-bfeb434f1f02" providerId="ADAL" clId="{353A9CC9-A9FD-8548-8853-9864BD4294D5}" dt="2022-08-06T19:24:47.553" v="7708" actId="1076"/>
          <ac:spMkLst>
            <pc:docMk/>
            <pc:sldMk cId="2592066562" sldId="4134"/>
            <ac:spMk id="7" creationId="{DECB0E47-80BF-9B46-95D3-E7B7306564EF}"/>
          </ac:spMkLst>
        </pc:spChg>
        <pc:spChg chg="mod">
          <ac:chgData name="Kate Burda" userId="44c1ea53-84f5-4c7e-8f48-bfeb434f1f02" providerId="ADAL" clId="{353A9CC9-A9FD-8548-8853-9864BD4294D5}" dt="2022-08-06T19:24:47.553" v="7708" actId="1076"/>
          <ac:spMkLst>
            <pc:docMk/>
            <pc:sldMk cId="2592066562" sldId="4134"/>
            <ac:spMk id="10" creationId="{123A7FA7-121E-9042-8277-B581CAF1ECDE}"/>
          </ac:spMkLst>
        </pc:spChg>
        <pc:spChg chg="mod">
          <ac:chgData name="Kate Burda" userId="44c1ea53-84f5-4c7e-8f48-bfeb434f1f02" providerId="ADAL" clId="{353A9CC9-A9FD-8548-8853-9864BD4294D5}" dt="2022-08-06T19:24:47.553" v="7708" actId="1076"/>
          <ac:spMkLst>
            <pc:docMk/>
            <pc:sldMk cId="2592066562" sldId="4134"/>
            <ac:spMk id="13" creationId="{D4D8D2FC-2F50-514B-A51A-8DD75EB18747}"/>
          </ac:spMkLst>
        </pc:spChg>
        <pc:spChg chg="mod">
          <ac:chgData name="Kate Burda" userId="44c1ea53-84f5-4c7e-8f48-bfeb434f1f02" providerId="ADAL" clId="{353A9CC9-A9FD-8548-8853-9864BD4294D5}" dt="2022-08-06T19:24:47.553" v="7708" actId="1076"/>
          <ac:spMkLst>
            <pc:docMk/>
            <pc:sldMk cId="2592066562" sldId="4134"/>
            <ac:spMk id="16" creationId="{8F81EE76-86C6-3B4C-A8C2-828BA4B8120D}"/>
          </ac:spMkLst>
        </pc:spChg>
        <pc:spChg chg="mod">
          <ac:chgData name="Kate Burda" userId="44c1ea53-84f5-4c7e-8f48-bfeb434f1f02" providerId="ADAL" clId="{353A9CC9-A9FD-8548-8853-9864BD4294D5}" dt="2022-08-06T19:25:34.918" v="7728" actId="20577"/>
          <ac:spMkLst>
            <pc:docMk/>
            <pc:sldMk cId="2592066562" sldId="4134"/>
            <ac:spMk id="19" creationId="{354159BB-7EAF-4B4B-91AA-5A5230AD11FD}"/>
          </ac:spMkLst>
        </pc:spChg>
        <pc:spChg chg="mod">
          <ac:chgData name="Kate Burda" userId="44c1ea53-84f5-4c7e-8f48-bfeb434f1f02" providerId="ADAL" clId="{353A9CC9-A9FD-8548-8853-9864BD4294D5}" dt="2022-08-06T19:24:47.553" v="7708" actId="1076"/>
          <ac:spMkLst>
            <pc:docMk/>
            <pc:sldMk cId="2592066562" sldId="4134"/>
            <ac:spMk id="20" creationId="{470ACC24-D91E-EC40-A611-1223B9CD21DD}"/>
          </ac:spMkLst>
        </pc:spChg>
        <pc:spChg chg="mod">
          <ac:chgData name="Kate Burda" userId="44c1ea53-84f5-4c7e-8f48-bfeb434f1f02" providerId="ADAL" clId="{353A9CC9-A9FD-8548-8853-9864BD4294D5}" dt="2022-08-06T19:27:54.997" v="7729" actId="255"/>
          <ac:spMkLst>
            <pc:docMk/>
            <pc:sldMk cId="2592066562" sldId="4134"/>
            <ac:spMk id="26" creationId="{C8CCE1EB-2C49-374D-88E4-651A42A7F963}"/>
          </ac:spMkLst>
        </pc:spChg>
        <pc:spChg chg="mod">
          <ac:chgData name="Kate Burda" userId="44c1ea53-84f5-4c7e-8f48-bfeb434f1f02" providerId="ADAL" clId="{353A9CC9-A9FD-8548-8853-9864BD4294D5}" dt="2022-08-06T19:24:47.553" v="7708" actId="1076"/>
          <ac:spMkLst>
            <pc:docMk/>
            <pc:sldMk cId="2592066562" sldId="4134"/>
            <ac:spMk id="38" creationId="{D23304DA-A9E9-694B-A21D-04CFF68CB580}"/>
          </ac:spMkLst>
        </pc:spChg>
        <pc:spChg chg="mod">
          <ac:chgData name="Kate Burda" userId="44c1ea53-84f5-4c7e-8f48-bfeb434f1f02" providerId="ADAL" clId="{353A9CC9-A9FD-8548-8853-9864BD4294D5}" dt="2022-08-06T19:24:47.553" v="7708" actId="1076"/>
          <ac:spMkLst>
            <pc:docMk/>
            <pc:sldMk cId="2592066562" sldId="4134"/>
            <ac:spMk id="39" creationId="{6661786B-1E03-6044-9258-2D384ED78A7B}"/>
          </ac:spMkLst>
        </pc:spChg>
        <pc:spChg chg="mod">
          <ac:chgData name="Kate Burda" userId="44c1ea53-84f5-4c7e-8f48-bfeb434f1f02" providerId="ADAL" clId="{353A9CC9-A9FD-8548-8853-9864BD4294D5}" dt="2022-08-06T19:27:54.997" v="7729" actId="255"/>
          <ac:spMkLst>
            <pc:docMk/>
            <pc:sldMk cId="2592066562" sldId="4134"/>
            <ac:spMk id="40" creationId="{075DD1CF-DF07-BD4B-B87E-5D39B904B89D}"/>
          </ac:spMkLst>
        </pc:spChg>
        <pc:spChg chg="mod">
          <ac:chgData name="Kate Burda" userId="44c1ea53-84f5-4c7e-8f48-bfeb434f1f02" providerId="ADAL" clId="{353A9CC9-A9FD-8548-8853-9864BD4294D5}" dt="2022-08-06T19:25:20.292" v="7713" actId="1076"/>
          <ac:spMkLst>
            <pc:docMk/>
            <pc:sldMk cId="2592066562" sldId="4134"/>
            <ac:spMk id="41" creationId="{99C40761-40DB-E84E-A3EF-63A2CA78643E}"/>
          </ac:spMkLst>
        </pc:spChg>
        <pc:spChg chg="mod">
          <ac:chgData name="Kate Burda" userId="44c1ea53-84f5-4c7e-8f48-bfeb434f1f02" providerId="ADAL" clId="{353A9CC9-A9FD-8548-8853-9864BD4294D5}" dt="2022-08-06T19:27:54.997" v="7729" actId="255"/>
          <ac:spMkLst>
            <pc:docMk/>
            <pc:sldMk cId="2592066562" sldId="4134"/>
            <ac:spMk id="43" creationId="{E33F8457-9D45-6142-80AF-9ABB79C73947}"/>
          </ac:spMkLst>
        </pc:spChg>
        <pc:spChg chg="mod">
          <ac:chgData name="Kate Burda" userId="44c1ea53-84f5-4c7e-8f48-bfeb434f1f02" providerId="ADAL" clId="{353A9CC9-A9FD-8548-8853-9864BD4294D5}" dt="2022-08-06T19:24:53.220" v="7709" actId="1076"/>
          <ac:spMkLst>
            <pc:docMk/>
            <pc:sldMk cId="2592066562" sldId="4134"/>
            <ac:spMk id="44" creationId="{5AE94EE5-6BBF-1946-8C3C-5F56412DF390}"/>
          </ac:spMkLst>
        </pc:spChg>
        <pc:spChg chg="mod">
          <ac:chgData name="Kate Burda" userId="44c1ea53-84f5-4c7e-8f48-bfeb434f1f02" providerId="ADAL" clId="{353A9CC9-A9FD-8548-8853-9864BD4294D5}" dt="2022-08-06T19:27:54.997" v="7729" actId="255"/>
          <ac:spMkLst>
            <pc:docMk/>
            <pc:sldMk cId="2592066562" sldId="4134"/>
            <ac:spMk id="46" creationId="{AFDB8E0E-8409-BF44-9307-2E1BE903DF89}"/>
          </ac:spMkLst>
        </pc:spChg>
        <pc:spChg chg="mod">
          <ac:chgData name="Kate Burda" userId="44c1ea53-84f5-4c7e-8f48-bfeb434f1f02" providerId="ADAL" clId="{353A9CC9-A9FD-8548-8853-9864BD4294D5}" dt="2022-08-06T19:24:53.220" v="7709" actId="1076"/>
          <ac:spMkLst>
            <pc:docMk/>
            <pc:sldMk cId="2592066562" sldId="4134"/>
            <ac:spMk id="47" creationId="{2E90F1A5-9095-4247-9D9A-6C986097B2E5}"/>
          </ac:spMkLst>
        </pc:spChg>
        <pc:picChg chg="mod">
          <ac:chgData name="Kate Burda" userId="44c1ea53-84f5-4c7e-8f48-bfeb434f1f02" providerId="ADAL" clId="{353A9CC9-A9FD-8548-8853-9864BD4294D5}" dt="2022-08-06T19:24:47.553" v="7708" actId="1076"/>
          <ac:picMkLst>
            <pc:docMk/>
            <pc:sldMk cId="2592066562" sldId="4134"/>
            <ac:picMk id="18" creationId="{F350CE52-93A5-C747-8206-246B7817FB01}"/>
          </ac:picMkLst>
        </pc:picChg>
        <pc:picChg chg="mod">
          <ac:chgData name="Kate Burda" userId="44c1ea53-84f5-4c7e-8f48-bfeb434f1f02" providerId="ADAL" clId="{353A9CC9-A9FD-8548-8853-9864BD4294D5}" dt="2022-08-06T19:24:47.553" v="7708" actId="1076"/>
          <ac:picMkLst>
            <pc:docMk/>
            <pc:sldMk cId="2592066562" sldId="4134"/>
            <ac:picMk id="21" creationId="{34A481E3-6DC4-634C-BA0D-82B7E8461CB6}"/>
          </ac:picMkLst>
        </pc:picChg>
        <pc:picChg chg="mod">
          <ac:chgData name="Kate Burda" userId="44c1ea53-84f5-4c7e-8f48-bfeb434f1f02" providerId="ADAL" clId="{353A9CC9-A9FD-8548-8853-9864BD4294D5}" dt="2022-08-06T19:24:47.553" v="7708" actId="1076"/>
          <ac:picMkLst>
            <pc:docMk/>
            <pc:sldMk cId="2592066562" sldId="4134"/>
            <ac:picMk id="23" creationId="{D02CB5E4-9672-8B48-985C-E1CE527C578A}"/>
          </ac:picMkLst>
        </pc:picChg>
        <pc:picChg chg="mod">
          <ac:chgData name="Kate Burda" userId="44c1ea53-84f5-4c7e-8f48-bfeb434f1f02" providerId="ADAL" clId="{353A9CC9-A9FD-8548-8853-9864BD4294D5}" dt="2022-08-06T19:24:47.553" v="7708" actId="1076"/>
          <ac:picMkLst>
            <pc:docMk/>
            <pc:sldMk cId="2592066562" sldId="4134"/>
            <ac:picMk id="24" creationId="{56EB0B2B-97E2-7F4C-9B30-B61CB921392D}"/>
          </ac:picMkLst>
        </pc:picChg>
        <pc:picChg chg="mod">
          <ac:chgData name="Kate Burda" userId="44c1ea53-84f5-4c7e-8f48-bfeb434f1f02" providerId="ADAL" clId="{353A9CC9-A9FD-8548-8853-9864BD4294D5}" dt="2022-08-06T19:24:47.553" v="7708" actId="1076"/>
          <ac:picMkLst>
            <pc:docMk/>
            <pc:sldMk cId="2592066562" sldId="4134"/>
            <ac:picMk id="25" creationId="{0A6E0855-D429-1C4B-B85E-DA8D8939F3F3}"/>
          </ac:picMkLst>
        </pc:picChg>
      </pc:sldChg>
      <pc:sldChg chg="del">
        <pc:chgData name="Kate Burda" userId="44c1ea53-84f5-4c7e-8f48-bfeb434f1f02" providerId="ADAL" clId="{353A9CC9-A9FD-8548-8853-9864BD4294D5}" dt="2022-08-03T17:27:08.363" v="36" actId="2696"/>
        <pc:sldMkLst>
          <pc:docMk/>
          <pc:sldMk cId="2900319377" sldId="4135"/>
        </pc:sldMkLst>
      </pc:sldChg>
      <pc:sldChg chg="del">
        <pc:chgData name="Kate Burda" userId="44c1ea53-84f5-4c7e-8f48-bfeb434f1f02" providerId="ADAL" clId="{353A9CC9-A9FD-8548-8853-9864BD4294D5}" dt="2022-08-03T17:27:19.682" v="37" actId="2696"/>
        <pc:sldMkLst>
          <pc:docMk/>
          <pc:sldMk cId="3596794159" sldId="4136"/>
        </pc:sldMkLst>
      </pc:sldChg>
      <pc:sldChg chg="addSp delSp modSp mod">
        <pc:chgData name="Kate Burda" userId="44c1ea53-84f5-4c7e-8f48-bfeb434f1f02" providerId="ADAL" clId="{353A9CC9-A9FD-8548-8853-9864BD4294D5}" dt="2022-08-06T23:04:46.954" v="7788" actId="20577"/>
        <pc:sldMkLst>
          <pc:docMk/>
          <pc:sldMk cId="1423287674" sldId="4148"/>
        </pc:sldMkLst>
        <pc:spChg chg="mod">
          <ac:chgData name="Kate Burda" userId="44c1ea53-84f5-4c7e-8f48-bfeb434f1f02" providerId="ADAL" clId="{353A9CC9-A9FD-8548-8853-9864BD4294D5}" dt="2022-08-03T17:47:22.218" v="141" actId="2711"/>
          <ac:spMkLst>
            <pc:docMk/>
            <pc:sldMk cId="1423287674" sldId="4148"/>
            <ac:spMk id="6" creationId="{1106AE9D-8B26-DC40-A121-71C5525A7BE8}"/>
          </ac:spMkLst>
        </pc:spChg>
        <pc:spChg chg="add del">
          <ac:chgData name="Kate Burda" userId="44c1ea53-84f5-4c7e-8f48-bfeb434f1f02" providerId="ADAL" clId="{353A9CC9-A9FD-8548-8853-9864BD4294D5}" dt="2022-08-06T19:16:35.056" v="7296" actId="478"/>
          <ac:spMkLst>
            <pc:docMk/>
            <pc:sldMk cId="1423287674" sldId="4148"/>
            <ac:spMk id="8" creationId="{A0BB346C-085F-C529-5474-1421D8416A0D}"/>
          </ac:spMkLst>
        </pc:spChg>
        <pc:spChg chg="mod">
          <ac:chgData name="Kate Burda" userId="44c1ea53-84f5-4c7e-8f48-bfeb434f1f02" providerId="ADAL" clId="{353A9CC9-A9FD-8548-8853-9864BD4294D5}" dt="2022-08-03T17:32:20.612" v="38" actId="12789"/>
          <ac:spMkLst>
            <pc:docMk/>
            <pc:sldMk cId="1423287674" sldId="4148"/>
            <ac:spMk id="20" creationId="{470ACC24-D91E-EC40-A611-1223B9CD21DD}"/>
          </ac:spMkLst>
        </pc:spChg>
        <pc:spChg chg="mod">
          <ac:chgData name="Kate Burda" userId="44c1ea53-84f5-4c7e-8f48-bfeb434f1f02" providerId="ADAL" clId="{353A9CC9-A9FD-8548-8853-9864BD4294D5}" dt="2022-08-06T23:04:46.954" v="7788" actId="20577"/>
          <ac:spMkLst>
            <pc:docMk/>
            <pc:sldMk cId="1423287674" sldId="4148"/>
            <ac:spMk id="27" creationId="{D61D17F9-0D7F-8E45-B5CA-42B904023E27}"/>
          </ac:spMkLst>
        </pc:spChg>
        <pc:spChg chg="mod">
          <ac:chgData name="Kate Burda" userId="44c1ea53-84f5-4c7e-8f48-bfeb434f1f02" providerId="ADAL" clId="{353A9CC9-A9FD-8548-8853-9864BD4294D5}" dt="2022-08-03T17:47:22.218" v="141" actId="2711"/>
          <ac:spMkLst>
            <pc:docMk/>
            <pc:sldMk cId="1423287674" sldId="4148"/>
            <ac:spMk id="28" creationId="{6C68DD71-3188-BA47-AEB7-42E34C61CC0F}"/>
          </ac:spMkLst>
        </pc:spChg>
        <pc:spChg chg="mod">
          <ac:chgData name="Kate Burda" userId="44c1ea53-84f5-4c7e-8f48-bfeb434f1f02" providerId="ADAL" clId="{353A9CC9-A9FD-8548-8853-9864BD4294D5}" dt="2022-08-03T17:47:22.218" v="141" actId="2711"/>
          <ac:spMkLst>
            <pc:docMk/>
            <pc:sldMk cId="1423287674" sldId="4148"/>
            <ac:spMk id="29" creationId="{B1DB7FCF-5DE1-044A-8566-B28D6A001A91}"/>
          </ac:spMkLst>
        </pc:spChg>
        <pc:spChg chg="mod">
          <ac:chgData name="Kate Burda" userId="44c1ea53-84f5-4c7e-8f48-bfeb434f1f02" providerId="ADAL" clId="{353A9CC9-A9FD-8548-8853-9864BD4294D5}" dt="2022-08-03T17:47:22.218" v="141" actId="2711"/>
          <ac:spMkLst>
            <pc:docMk/>
            <pc:sldMk cId="1423287674" sldId="4148"/>
            <ac:spMk id="30" creationId="{20BD9024-4ABF-9341-B027-34B48CDD958F}"/>
          </ac:spMkLst>
        </pc:spChg>
        <pc:spChg chg="mod">
          <ac:chgData name="Kate Burda" userId="44c1ea53-84f5-4c7e-8f48-bfeb434f1f02" providerId="ADAL" clId="{353A9CC9-A9FD-8548-8853-9864BD4294D5}" dt="2022-08-03T17:32:20.612" v="38" actId="12789"/>
          <ac:spMkLst>
            <pc:docMk/>
            <pc:sldMk cId="1423287674" sldId="4148"/>
            <ac:spMk id="38" creationId="{D23304DA-A9E9-694B-A21D-04CFF68CB580}"/>
          </ac:spMkLst>
        </pc:spChg>
        <pc:spChg chg="mod">
          <ac:chgData name="Kate Burda" userId="44c1ea53-84f5-4c7e-8f48-bfeb434f1f02" providerId="ADAL" clId="{353A9CC9-A9FD-8548-8853-9864BD4294D5}" dt="2022-08-03T17:32:20.612" v="38" actId="12789"/>
          <ac:spMkLst>
            <pc:docMk/>
            <pc:sldMk cId="1423287674" sldId="4148"/>
            <ac:spMk id="41" creationId="{99C40761-40DB-E84E-A3EF-63A2CA78643E}"/>
          </ac:spMkLst>
        </pc:spChg>
        <pc:spChg chg="mod">
          <ac:chgData name="Kate Burda" userId="44c1ea53-84f5-4c7e-8f48-bfeb434f1f02" providerId="ADAL" clId="{353A9CC9-A9FD-8548-8853-9864BD4294D5}" dt="2022-08-03T17:32:20.612" v="38" actId="12789"/>
          <ac:spMkLst>
            <pc:docMk/>
            <pc:sldMk cId="1423287674" sldId="4148"/>
            <ac:spMk id="44" creationId="{5AE94EE5-6BBF-1946-8C3C-5F56412DF390}"/>
          </ac:spMkLst>
        </pc:spChg>
        <pc:spChg chg="mod">
          <ac:chgData name="Kate Burda" userId="44c1ea53-84f5-4c7e-8f48-bfeb434f1f02" providerId="ADAL" clId="{353A9CC9-A9FD-8548-8853-9864BD4294D5}" dt="2022-08-03T17:32:20.612" v="38" actId="12789"/>
          <ac:spMkLst>
            <pc:docMk/>
            <pc:sldMk cId="1423287674" sldId="4148"/>
            <ac:spMk id="47" creationId="{2E90F1A5-9095-4247-9D9A-6C986097B2E5}"/>
          </ac:spMkLst>
        </pc:spChg>
      </pc:sldChg>
      <pc:sldChg chg="modSp mod">
        <pc:chgData name="Kate Burda" userId="44c1ea53-84f5-4c7e-8f48-bfeb434f1f02" providerId="ADAL" clId="{353A9CC9-A9FD-8548-8853-9864BD4294D5}" dt="2022-08-03T23:42:20.120" v="6143" actId="14100"/>
        <pc:sldMkLst>
          <pc:docMk/>
          <pc:sldMk cId="2840813856" sldId="4150"/>
        </pc:sldMkLst>
        <pc:picChg chg="mod">
          <ac:chgData name="Kate Burda" userId="44c1ea53-84f5-4c7e-8f48-bfeb434f1f02" providerId="ADAL" clId="{353A9CC9-A9FD-8548-8853-9864BD4294D5}" dt="2022-08-03T23:42:20.120" v="6143" actId="14100"/>
          <ac:picMkLst>
            <pc:docMk/>
            <pc:sldMk cId="2840813856" sldId="4150"/>
            <ac:picMk id="6" creationId="{8CEBE929-38CA-E14B-B744-0A8F40771374}"/>
          </ac:picMkLst>
        </pc:picChg>
      </pc:sldChg>
      <pc:sldChg chg="new del">
        <pc:chgData name="Kate Burda" userId="44c1ea53-84f5-4c7e-8f48-bfeb434f1f02" providerId="ADAL" clId="{353A9CC9-A9FD-8548-8853-9864BD4294D5}" dt="2022-08-03T17:40:12.764" v="126" actId="2696"/>
        <pc:sldMkLst>
          <pc:docMk/>
          <pc:sldMk cId="266333829" sldId="4152"/>
        </pc:sldMkLst>
      </pc:sldChg>
      <pc:sldChg chg="addSp delSp modSp new mod">
        <pc:chgData name="Kate Burda" userId="44c1ea53-84f5-4c7e-8f48-bfeb434f1f02" providerId="ADAL" clId="{353A9CC9-A9FD-8548-8853-9864BD4294D5}" dt="2022-08-03T23:04:41.809" v="5709" actId="20577"/>
        <pc:sldMkLst>
          <pc:docMk/>
          <pc:sldMk cId="1080014661" sldId="4153"/>
        </pc:sldMkLst>
        <pc:spChg chg="del mod">
          <ac:chgData name="Kate Burda" userId="44c1ea53-84f5-4c7e-8f48-bfeb434f1f02" providerId="ADAL" clId="{353A9CC9-A9FD-8548-8853-9864BD4294D5}" dt="2022-08-03T17:39:42.118" v="78" actId="478"/>
          <ac:spMkLst>
            <pc:docMk/>
            <pc:sldMk cId="1080014661" sldId="4153"/>
            <ac:spMk id="2" creationId="{89B03726-DFCF-802D-9AE0-8878A2DA8BD5}"/>
          </ac:spMkLst>
        </pc:spChg>
        <pc:spChg chg="mod">
          <ac:chgData name="Kate Burda" userId="44c1ea53-84f5-4c7e-8f48-bfeb434f1f02" providerId="ADAL" clId="{353A9CC9-A9FD-8548-8853-9864BD4294D5}" dt="2022-08-03T19:52:24.780" v="2349" actId="313"/>
          <ac:spMkLst>
            <pc:docMk/>
            <pc:sldMk cId="1080014661" sldId="4153"/>
            <ac:spMk id="3" creationId="{4922CC13-FD25-07F1-A884-7AB41150C1F1}"/>
          </ac:spMkLst>
        </pc:spChg>
        <pc:spChg chg="add mod">
          <ac:chgData name="Kate Burda" userId="44c1ea53-84f5-4c7e-8f48-bfeb434f1f02" providerId="ADAL" clId="{353A9CC9-A9FD-8548-8853-9864BD4294D5}" dt="2022-08-03T23:04:41.809" v="5709" actId="20577"/>
          <ac:spMkLst>
            <pc:docMk/>
            <pc:sldMk cId="1080014661" sldId="4153"/>
            <ac:spMk id="4" creationId="{938A0BC4-5A6F-FCC3-1169-17EA1105FABB}"/>
          </ac:spMkLst>
        </pc:spChg>
      </pc:sldChg>
      <pc:sldChg chg="addSp delSp modSp new del mod modClrScheme chgLayout">
        <pc:chgData name="Kate Burda" userId="44c1ea53-84f5-4c7e-8f48-bfeb434f1f02" providerId="ADAL" clId="{353A9CC9-A9FD-8548-8853-9864BD4294D5}" dt="2022-08-03T18:51:52.417" v="796" actId="2696"/>
        <pc:sldMkLst>
          <pc:docMk/>
          <pc:sldMk cId="2174064351" sldId="4154"/>
        </pc:sldMkLst>
        <pc:spChg chg="del mod ord">
          <ac:chgData name="Kate Burda" userId="44c1ea53-84f5-4c7e-8f48-bfeb434f1f02" providerId="ADAL" clId="{353A9CC9-A9FD-8548-8853-9864BD4294D5}" dt="2022-08-03T18:29:14.791" v="721" actId="700"/>
          <ac:spMkLst>
            <pc:docMk/>
            <pc:sldMk cId="2174064351" sldId="4154"/>
            <ac:spMk id="2" creationId="{6F9738FA-E501-2ED8-3035-6DEE585A8CB3}"/>
          </ac:spMkLst>
        </pc:spChg>
        <pc:spChg chg="add mod ord">
          <ac:chgData name="Kate Burda" userId="44c1ea53-84f5-4c7e-8f48-bfeb434f1f02" providerId="ADAL" clId="{353A9CC9-A9FD-8548-8853-9864BD4294D5}" dt="2022-08-03T18:29:14.791" v="721" actId="700"/>
          <ac:spMkLst>
            <pc:docMk/>
            <pc:sldMk cId="2174064351" sldId="4154"/>
            <ac:spMk id="3" creationId="{33B1E4E6-BFEC-6A47-960E-6614445E5E71}"/>
          </ac:spMkLst>
        </pc:spChg>
        <pc:spChg chg="add mod ord">
          <ac:chgData name="Kate Burda" userId="44c1ea53-84f5-4c7e-8f48-bfeb434f1f02" providerId="ADAL" clId="{353A9CC9-A9FD-8548-8853-9864BD4294D5}" dt="2022-08-03T18:29:14.791" v="721" actId="700"/>
          <ac:spMkLst>
            <pc:docMk/>
            <pc:sldMk cId="2174064351" sldId="4154"/>
            <ac:spMk id="4" creationId="{4A0325F2-7543-FF2A-E095-FB3C5638EC9D}"/>
          </ac:spMkLst>
        </pc:spChg>
      </pc:sldChg>
      <pc:sldChg chg="modSp new del mod">
        <pc:chgData name="Kate Burda" userId="44c1ea53-84f5-4c7e-8f48-bfeb434f1f02" providerId="ADAL" clId="{353A9CC9-A9FD-8548-8853-9864BD4294D5}" dt="2022-08-03T18:13:17.715" v="319" actId="2696"/>
        <pc:sldMkLst>
          <pc:docMk/>
          <pc:sldMk cId="4070733279" sldId="4154"/>
        </pc:sldMkLst>
        <pc:spChg chg="mod">
          <ac:chgData name="Kate Burda" userId="44c1ea53-84f5-4c7e-8f48-bfeb434f1f02" providerId="ADAL" clId="{353A9CC9-A9FD-8548-8853-9864BD4294D5}" dt="2022-08-03T18:08:45.397" v="300" actId="20577"/>
          <ac:spMkLst>
            <pc:docMk/>
            <pc:sldMk cId="4070733279" sldId="4154"/>
            <ac:spMk id="2" creationId="{23B731B7-EBD3-96C9-9E11-C95AB70F9B73}"/>
          </ac:spMkLst>
        </pc:spChg>
      </pc:sldChg>
      <pc:sldChg chg="addSp modSp new del mod modClrScheme chgLayout">
        <pc:chgData name="Kate Burda" userId="44c1ea53-84f5-4c7e-8f48-bfeb434f1f02" providerId="ADAL" clId="{353A9CC9-A9FD-8548-8853-9864BD4294D5}" dt="2022-08-03T22:43:58.975" v="5373" actId="2696"/>
        <pc:sldMkLst>
          <pc:docMk/>
          <pc:sldMk cId="1211714" sldId="4155"/>
        </pc:sldMkLst>
        <pc:spChg chg="add mod">
          <ac:chgData name="Kate Burda" userId="44c1ea53-84f5-4c7e-8f48-bfeb434f1f02" providerId="ADAL" clId="{353A9CC9-A9FD-8548-8853-9864BD4294D5}" dt="2022-08-03T18:29:29.160" v="723" actId="700"/>
          <ac:spMkLst>
            <pc:docMk/>
            <pc:sldMk cId="1211714" sldId="4155"/>
            <ac:spMk id="2" creationId="{99263DAC-528A-5A12-059F-6D585A4C79A5}"/>
          </ac:spMkLst>
        </pc:spChg>
        <pc:spChg chg="add mod">
          <ac:chgData name="Kate Burda" userId="44c1ea53-84f5-4c7e-8f48-bfeb434f1f02" providerId="ADAL" clId="{353A9CC9-A9FD-8548-8853-9864BD4294D5}" dt="2022-08-03T18:29:29.160" v="723" actId="700"/>
          <ac:spMkLst>
            <pc:docMk/>
            <pc:sldMk cId="1211714" sldId="4155"/>
            <ac:spMk id="3" creationId="{BB2375C4-F8AB-33C1-9483-0AC9DE79EBB0}"/>
          </ac:spMkLst>
        </pc:spChg>
      </pc:sldChg>
      <pc:sldChg chg="add del">
        <pc:chgData name="Kate Burda" userId="44c1ea53-84f5-4c7e-8f48-bfeb434f1f02" providerId="ADAL" clId="{353A9CC9-A9FD-8548-8853-9864BD4294D5}" dt="2022-08-03T18:13:15.664" v="318" actId="2696"/>
        <pc:sldMkLst>
          <pc:docMk/>
          <pc:sldMk cId="3648282063" sldId="4155"/>
        </pc:sldMkLst>
      </pc:sldChg>
      <pc:sldChg chg="addSp delSp modSp add mod">
        <pc:chgData name="Kate Burda" userId="44c1ea53-84f5-4c7e-8f48-bfeb434f1f02" providerId="ADAL" clId="{353A9CC9-A9FD-8548-8853-9864BD4294D5}" dt="2022-08-06T23:26:35.074" v="7800" actId="313"/>
        <pc:sldMkLst>
          <pc:docMk/>
          <pc:sldMk cId="317641947" sldId="4156"/>
        </pc:sldMkLst>
        <pc:spChg chg="mod">
          <ac:chgData name="Kate Burda" userId="44c1ea53-84f5-4c7e-8f48-bfeb434f1f02" providerId="ADAL" clId="{353A9CC9-A9FD-8548-8853-9864BD4294D5}" dt="2022-08-03T20:01:43.118" v="2805" actId="20577"/>
          <ac:spMkLst>
            <pc:docMk/>
            <pc:sldMk cId="317641947" sldId="4156"/>
            <ac:spMk id="2" creationId="{B4257C12-D442-E74D-86E2-2FC4CD33EB87}"/>
          </ac:spMkLst>
        </pc:spChg>
        <pc:spChg chg="mod">
          <ac:chgData name="Kate Burda" userId="44c1ea53-84f5-4c7e-8f48-bfeb434f1f02" providerId="ADAL" clId="{353A9CC9-A9FD-8548-8853-9864BD4294D5}" dt="2022-08-03T23:00:20.297" v="5654" actId="404"/>
          <ac:spMkLst>
            <pc:docMk/>
            <pc:sldMk cId="317641947" sldId="4156"/>
            <ac:spMk id="3" creationId="{D54558FC-1E1E-3445-B627-B6AE46E88905}"/>
          </ac:spMkLst>
        </pc:spChg>
        <pc:spChg chg="del">
          <ac:chgData name="Kate Burda" userId="44c1ea53-84f5-4c7e-8f48-bfeb434f1f02" providerId="ADAL" clId="{353A9CC9-A9FD-8548-8853-9864BD4294D5}" dt="2022-08-03T19:28:38.924" v="1918" actId="478"/>
          <ac:spMkLst>
            <pc:docMk/>
            <pc:sldMk cId="317641947" sldId="4156"/>
            <ac:spMk id="4" creationId="{DDFB46CD-9ECA-5105-AFA4-F256F1126CBF}"/>
          </ac:spMkLst>
        </pc:spChg>
        <pc:spChg chg="del">
          <ac:chgData name="Kate Burda" userId="44c1ea53-84f5-4c7e-8f48-bfeb434f1f02" providerId="ADAL" clId="{353A9CC9-A9FD-8548-8853-9864BD4294D5}" dt="2022-08-03T19:28:38.924" v="1918" actId="478"/>
          <ac:spMkLst>
            <pc:docMk/>
            <pc:sldMk cId="317641947" sldId="4156"/>
            <ac:spMk id="5" creationId="{B834FD50-3EEB-18DF-69EA-81D6CC04178F}"/>
          </ac:spMkLst>
        </pc:spChg>
        <pc:spChg chg="add mod">
          <ac:chgData name="Kate Burda" userId="44c1ea53-84f5-4c7e-8f48-bfeb434f1f02" providerId="ADAL" clId="{353A9CC9-A9FD-8548-8853-9864BD4294D5}" dt="2022-08-03T20:08:38.524" v="3085" actId="14100"/>
          <ac:spMkLst>
            <pc:docMk/>
            <pc:sldMk cId="317641947" sldId="4156"/>
            <ac:spMk id="7" creationId="{2F852F9A-E5DC-52C4-77B4-779514DC607C}"/>
          </ac:spMkLst>
        </pc:spChg>
        <pc:spChg chg="add mod">
          <ac:chgData name="Kate Burda" userId="44c1ea53-84f5-4c7e-8f48-bfeb434f1f02" providerId="ADAL" clId="{353A9CC9-A9FD-8548-8853-9864BD4294D5}" dt="2022-08-03T20:08:45.543" v="3087" actId="1076"/>
          <ac:spMkLst>
            <pc:docMk/>
            <pc:sldMk cId="317641947" sldId="4156"/>
            <ac:spMk id="8" creationId="{3331BE3A-0FD4-49BA-B387-519DDFE1BA97}"/>
          </ac:spMkLst>
        </pc:spChg>
        <pc:spChg chg="add mod">
          <ac:chgData name="Kate Burda" userId="44c1ea53-84f5-4c7e-8f48-bfeb434f1f02" providerId="ADAL" clId="{353A9CC9-A9FD-8548-8853-9864BD4294D5}" dt="2022-08-03T20:02:46.061" v="2947" actId="14100"/>
          <ac:spMkLst>
            <pc:docMk/>
            <pc:sldMk cId="317641947" sldId="4156"/>
            <ac:spMk id="11" creationId="{86D0AB71-D652-8671-38C5-81B618E9A9F6}"/>
          </ac:spMkLst>
        </pc:spChg>
        <pc:spChg chg="add mod">
          <ac:chgData name="Kate Burda" userId="44c1ea53-84f5-4c7e-8f48-bfeb434f1f02" providerId="ADAL" clId="{353A9CC9-A9FD-8548-8853-9864BD4294D5}" dt="2022-08-06T23:26:35.074" v="7800" actId="313"/>
          <ac:spMkLst>
            <pc:docMk/>
            <pc:sldMk cId="317641947" sldId="4156"/>
            <ac:spMk id="12" creationId="{04BAE9E9-F620-9D75-F0EC-818108E3BA20}"/>
          </ac:spMkLst>
        </pc:spChg>
        <pc:spChg chg="add del mod">
          <ac:chgData name="Kate Burda" userId="44c1ea53-84f5-4c7e-8f48-bfeb434f1f02" providerId="ADAL" clId="{353A9CC9-A9FD-8548-8853-9864BD4294D5}" dt="2022-08-03T19:42:49.314" v="2085"/>
          <ac:spMkLst>
            <pc:docMk/>
            <pc:sldMk cId="317641947" sldId="4156"/>
            <ac:spMk id="13" creationId="{747B6C6C-1495-DA52-CF81-CEA250150F36}"/>
          </ac:spMkLst>
        </pc:spChg>
        <pc:spChg chg="del">
          <ac:chgData name="Kate Burda" userId="44c1ea53-84f5-4c7e-8f48-bfeb434f1f02" providerId="ADAL" clId="{353A9CC9-A9FD-8548-8853-9864BD4294D5}" dt="2022-08-03T19:31:00.805" v="1952" actId="478"/>
          <ac:spMkLst>
            <pc:docMk/>
            <pc:sldMk cId="317641947" sldId="4156"/>
            <ac:spMk id="15" creationId="{B7CA32FF-EABB-244D-B51E-03E627718C53}"/>
          </ac:spMkLst>
        </pc:spChg>
        <pc:spChg chg="del">
          <ac:chgData name="Kate Burda" userId="44c1ea53-84f5-4c7e-8f48-bfeb434f1f02" providerId="ADAL" clId="{353A9CC9-A9FD-8548-8853-9864BD4294D5}" dt="2022-08-03T19:31:12.067" v="1954" actId="478"/>
          <ac:spMkLst>
            <pc:docMk/>
            <pc:sldMk cId="317641947" sldId="4156"/>
            <ac:spMk id="19" creationId="{20FDB204-7C28-AE4F-B2D3-5A51655213EB}"/>
          </ac:spMkLst>
        </pc:spChg>
        <pc:spChg chg="add del mod">
          <ac:chgData name="Kate Burda" userId="44c1ea53-84f5-4c7e-8f48-bfeb434f1f02" providerId="ADAL" clId="{353A9CC9-A9FD-8548-8853-9864BD4294D5}" dt="2022-08-03T19:42:49.314" v="2085"/>
          <ac:spMkLst>
            <pc:docMk/>
            <pc:sldMk cId="317641947" sldId="4156"/>
            <ac:spMk id="20" creationId="{67620F81-305E-9002-07C4-6EC01D1ADDE4}"/>
          </ac:spMkLst>
        </pc:spChg>
        <pc:spChg chg="add del mod">
          <ac:chgData name="Kate Burda" userId="44c1ea53-84f5-4c7e-8f48-bfeb434f1f02" providerId="ADAL" clId="{353A9CC9-A9FD-8548-8853-9864BD4294D5}" dt="2022-08-03T19:43:00.050" v="2087"/>
          <ac:spMkLst>
            <pc:docMk/>
            <pc:sldMk cId="317641947" sldId="4156"/>
            <ac:spMk id="22" creationId="{A71E6791-111C-40BA-969D-BF00A6B5B612}"/>
          </ac:spMkLst>
        </pc:spChg>
        <pc:spChg chg="add del mod">
          <ac:chgData name="Kate Burda" userId="44c1ea53-84f5-4c7e-8f48-bfeb434f1f02" providerId="ADAL" clId="{353A9CC9-A9FD-8548-8853-9864BD4294D5}" dt="2022-08-03T19:43:00.050" v="2087"/>
          <ac:spMkLst>
            <pc:docMk/>
            <pc:sldMk cId="317641947" sldId="4156"/>
            <ac:spMk id="23" creationId="{51F67300-C80C-E05D-A7AE-A039D25B671C}"/>
          </ac:spMkLst>
        </pc:spChg>
        <pc:spChg chg="mod">
          <ac:chgData name="Kate Burda" userId="44c1ea53-84f5-4c7e-8f48-bfeb434f1f02" providerId="ADAL" clId="{353A9CC9-A9FD-8548-8853-9864BD4294D5}" dt="2022-08-03T19:36:15.909" v="1979" actId="20577"/>
          <ac:spMkLst>
            <pc:docMk/>
            <pc:sldMk cId="317641947" sldId="4156"/>
            <ac:spMk id="53" creationId="{BAE1B229-852C-4FF1-66E6-9875A5C3EAE0}"/>
          </ac:spMkLst>
        </pc:spChg>
        <pc:spChg chg="mod">
          <ac:chgData name="Kate Burda" userId="44c1ea53-84f5-4c7e-8f48-bfeb434f1f02" providerId="ADAL" clId="{353A9CC9-A9FD-8548-8853-9864BD4294D5}" dt="2022-08-03T22:56:31.066" v="5543" actId="14100"/>
          <ac:spMkLst>
            <pc:docMk/>
            <pc:sldMk cId="317641947" sldId="4156"/>
            <ac:spMk id="57" creationId="{23D53318-E721-DEE0-F4C1-E309DE84D5ED}"/>
          </ac:spMkLst>
        </pc:spChg>
        <pc:spChg chg="mod">
          <ac:chgData name="Kate Burda" userId="44c1ea53-84f5-4c7e-8f48-bfeb434f1f02" providerId="ADAL" clId="{353A9CC9-A9FD-8548-8853-9864BD4294D5}" dt="2022-08-03T22:56:39.808" v="5546" actId="20577"/>
          <ac:spMkLst>
            <pc:docMk/>
            <pc:sldMk cId="317641947" sldId="4156"/>
            <ac:spMk id="60" creationId="{DC1E4435-EF08-8C06-3BC2-67FB5F6B6BF6}"/>
          </ac:spMkLst>
        </pc:spChg>
        <pc:spChg chg="mod">
          <ac:chgData name="Kate Burda" userId="44c1ea53-84f5-4c7e-8f48-bfeb434f1f02" providerId="ADAL" clId="{353A9CC9-A9FD-8548-8853-9864BD4294D5}" dt="2022-08-03T19:46:21.011" v="2104" actId="207"/>
          <ac:spMkLst>
            <pc:docMk/>
            <pc:sldMk cId="317641947" sldId="4156"/>
            <ac:spMk id="75" creationId="{BAB39F01-8F34-2794-3891-3CF8FED56A70}"/>
          </ac:spMkLst>
        </pc:spChg>
        <pc:spChg chg="mod">
          <ac:chgData name="Kate Burda" userId="44c1ea53-84f5-4c7e-8f48-bfeb434f1f02" providerId="ADAL" clId="{353A9CC9-A9FD-8548-8853-9864BD4294D5}" dt="2022-08-03T20:07:01.408" v="3051" actId="20577"/>
          <ac:spMkLst>
            <pc:docMk/>
            <pc:sldMk cId="317641947" sldId="4156"/>
            <ac:spMk id="77" creationId="{D9AD1ADF-9B98-D005-38E6-699C6F59A597}"/>
          </ac:spMkLst>
        </pc:spChg>
        <pc:spChg chg="mod">
          <ac:chgData name="Kate Burda" userId="44c1ea53-84f5-4c7e-8f48-bfeb434f1f02" providerId="ADAL" clId="{353A9CC9-A9FD-8548-8853-9864BD4294D5}" dt="2022-08-03T22:56:11.692" v="5540" actId="14100"/>
          <ac:spMkLst>
            <pc:docMk/>
            <pc:sldMk cId="317641947" sldId="4156"/>
            <ac:spMk id="81" creationId="{93107617-FDC1-5CD5-BA6D-6509E17006B0}"/>
          </ac:spMkLst>
        </pc:spChg>
        <pc:spChg chg="mod">
          <ac:chgData name="Kate Burda" userId="44c1ea53-84f5-4c7e-8f48-bfeb434f1f02" providerId="ADAL" clId="{353A9CC9-A9FD-8548-8853-9864BD4294D5}" dt="2022-08-03T22:56:21.129" v="5542" actId="1076"/>
          <ac:spMkLst>
            <pc:docMk/>
            <pc:sldMk cId="317641947" sldId="4156"/>
            <ac:spMk id="83" creationId="{3A2A8F25-1191-095E-E571-BB02377E85D7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89" creationId="{5E182D28-B130-6314-916D-3738E01DDF55}"/>
          </ac:spMkLst>
        </pc:spChg>
        <pc:spChg chg="mod">
          <ac:chgData name="Kate Burda" userId="44c1ea53-84f5-4c7e-8f48-bfeb434f1f02" providerId="ADAL" clId="{353A9CC9-A9FD-8548-8853-9864BD4294D5}" dt="2022-08-03T19:56:37.936" v="2480" actId="20577"/>
          <ac:spMkLst>
            <pc:docMk/>
            <pc:sldMk cId="317641947" sldId="4156"/>
            <ac:spMk id="91" creationId="{7C4B91CA-7AFE-3056-9FA9-EF773577EB47}"/>
          </ac:spMkLst>
        </pc:spChg>
        <pc:spChg chg="del">
          <ac:chgData name="Kate Burda" userId="44c1ea53-84f5-4c7e-8f48-bfeb434f1f02" providerId="ADAL" clId="{353A9CC9-A9FD-8548-8853-9864BD4294D5}" dt="2022-08-03T19:42:41.684" v="2082" actId="478"/>
          <ac:spMkLst>
            <pc:docMk/>
            <pc:sldMk cId="317641947" sldId="4156"/>
            <ac:spMk id="102" creationId="{70F28798-ADE3-6F1C-02DC-B9E6A5AB208F}"/>
          </ac:spMkLst>
        </pc:spChg>
        <pc:spChg chg="mod">
          <ac:chgData name="Kate Burda" userId="44c1ea53-84f5-4c7e-8f48-bfeb434f1f02" providerId="ADAL" clId="{353A9CC9-A9FD-8548-8853-9864BD4294D5}" dt="2022-08-03T22:53:43.284" v="5422" actId="1076"/>
          <ac:spMkLst>
            <pc:docMk/>
            <pc:sldMk cId="317641947" sldId="4156"/>
            <ac:spMk id="103" creationId="{93861B16-5280-E6D1-BCF3-47B8AD26D96F}"/>
          </ac:spMkLst>
        </pc:spChg>
        <pc:spChg chg="mod">
          <ac:chgData name="Kate Burda" userId="44c1ea53-84f5-4c7e-8f48-bfeb434f1f02" providerId="ADAL" clId="{353A9CC9-A9FD-8548-8853-9864BD4294D5}" dt="2022-08-03T22:54:01.805" v="5424" actId="1076"/>
          <ac:spMkLst>
            <pc:docMk/>
            <pc:sldMk cId="317641947" sldId="4156"/>
            <ac:spMk id="104" creationId="{BCD0CD5F-8C77-5B68-3C06-9C0F0185051D}"/>
          </ac:spMkLst>
        </pc:spChg>
        <pc:spChg chg="mod">
          <ac:chgData name="Kate Burda" userId="44c1ea53-84f5-4c7e-8f48-bfeb434f1f02" providerId="ADAL" clId="{353A9CC9-A9FD-8548-8853-9864BD4294D5}" dt="2022-08-03T19:46:45.780" v="2105" actId="207"/>
          <ac:spMkLst>
            <pc:docMk/>
            <pc:sldMk cId="317641947" sldId="4156"/>
            <ac:spMk id="105" creationId="{818B2CA5-7C72-5583-2004-C9CAC0AADB50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06" creationId="{7010D282-79B1-2DB4-9784-51FA0190A0BB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07" creationId="{487A78C4-89B3-7D88-0C95-FCC561F8C32C}"/>
          </ac:spMkLst>
        </pc:spChg>
        <pc:spChg chg="mod">
          <ac:chgData name="Kate Burda" userId="44c1ea53-84f5-4c7e-8f48-bfeb434f1f02" providerId="ADAL" clId="{353A9CC9-A9FD-8548-8853-9864BD4294D5}" dt="2022-08-03T19:46:21.011" v="2104" actId="207"/>
          <ac:spMkLst>
            <pc:docMk/>
            <pc:sldMk cId="317641947" sldId="4156"/>
            <ac:spMk id="108" creationId="{4A03882F-8DC7-720B-E775-A728B610D3E9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09" creationId="{EA81C8B7-DD5F-1D80-9583-71976C00BA7B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10" creationId="{0AC28ADB-7AC7-7BE8-91F4-1BA52FBA11B8}"/>
          </ac:spMkLst>
        </pc:spChg>
        <pc:spChg chg="mod">
          <ac:chgData name="Kate Burda" userId="44c1ea53-84f5-4c7e-8f48-bfeb434f1f02" providerId="ADAL" clId="{353A9CC9-A9FD-8548-8853-9864BD4294D5}" dt="2022-08-03T20:05:13.863" v="2996" actId="208"/>
          <ac:spMkLst>
            <pc:docMk/>
            <pc:sldMk cId="317641947" sldId="4156"/>
            <ac:spMk id="126" creationId="{A9C602BC-13E9-A8FC-3CEF-E754A271FE1B}"/>
          </ac:spMkLst>
        </pc:spChg>
        <pc:spChg chg="mod">
          <ac:chgData name="Kate Burda" userId="44c1ea53-84f5-4c7e-8f48-bfeb434f1f02" providerId="ADAL" clId="{353A9CC9-A9FD-8548-8853-9864BD4294D5}" dt="2022-08-03T19:46:45.780" v="2105" actId="207"/>
          <ac:spMkLst>
            <pc:docMk/>
            <pc:sldMk cId="317641947" sldId="4156"/>
            <ac:spMk id="127" creationId="{26A38CAA-377D-6DE5-B793-FDE3D364C915}"/>
          </ac:spMkLst>
        </pc:spChg>
        <pc:spChg chg="mod">
          <ac:chgData name="Kate Burda" userId="44c1ea53-84f5-4c7e-8f48-bfeb434f1f02" providerId="ADAL" clId="{353A9CC9-A9FD-8548-8853-9864BD4294D5}" dt="2022-08-03T19:46:45.780" v="2105" actId="207"/>
          <ac:spMkLst>
            <pc:docMk/>
            <pc:sldMk cId="317641947" sldId="4156"/>
            <ac:spMk id="128" creationId="{9FAC7C3F-F3C5-5CB9-B6E6-2CB98B2518FF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29" creationId="{CB565E5C-EEF5-92C6-108F-18D273269D5A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30" creationId="{5A3A5453-B45C-7EAB-D1E4-376EA7E2EFAC}"/>
          </ac:spMkLst>
        </pc:spChg>
        <pc:spChg chg="mod">
          <ac:chgData name="Kate Burda" userId="44c1ea53-84f5-4c7e-8f48-bfeb434f1f02" providerId="ADAL" clId="{353A9CC9-A9FD-8548-8853-9864BD4294D5}" dt="2022-08-03T19:46:21.011" v="2104" actId="207"/>
          <ac:spMkLst>
            <pc:docMk/>
            <pc:sldMk cId="317641947" sldId="4156"/>
            <ac:spMk id="131" creationId="{780D6740-EFB2-F249-B9A3-D6F28F900501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32" creationId="{BF888065-A1E3-BA22-DE72-04ECCF59EE2C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33" creationId="{92AA3A43-3872-2D47-48C9-0C4EFB04045E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43" creationId="{E0920092-DB77-F8B5-4097-85B800E1C5F6}"/>
          </ac:spMkLst>
        </pc:spChg>
        <pc:spChg chg="mod">
          <ac:chgData name="Kate Burda" userId="44c1ea53-84f5-4c7e-8f48-bfeb434f1f02" providerId="ADAL" clId="{353A9CC9-A9FD-8548-8853-9864BD4294D5}" dt="2022-08-03T19:45:59.240" v="2103" actId="403"/>
          <ac:spMkLst>
            <pc:docMk/>
            <pc:sldMk cId="317641947" sldId="4156"/>
            <ac:spMk id="144" creationId="{7B6297D9-6F89-9800-F9D6-D69AF73A31D7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45" creationId="{4A26E778-17CD-F113-F04B-DD0DD54B35A9}"/>
          </ac:spMkLst>
        </pc:spChg>
        <pc:spChg chg="mod">
          <ac:chgData name="Kate Burda" userId="44c1ea53-84f5-4c7e-8f48-bfeb434f1f02" providerId="ADAL" clId="{353A9CC9-A9FD-8548-8853-9864BD4294D5}" dt="2022-08-03T19:45:59.240" v="2103" actId="403"/>
          <ac:spMkLst>
            <pc:docMk/>
            <pc:sldMk cId="317641947" sldId="4156"/>
            <ac:spMk id="146" creationId="{A3CD2A7C-B404-3D18-11D8-A08CEF712667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47" creationId="{D534BF92-C2C1-D2E4-90F4-4BD5975221FE}"/>
          </ac:spMkLst>
        </pc:spChg>
        <pc:spChg chg="mod">
          <ac:chgData name="Kate Burda" userId="44c1ea53-84f5-4c7e-8f48-bfeb434f1f02" providerId="ADAL" clId="{353A9CC9-A9FD-8548-8853-9864BD4294D5}" dt="2022-08-03T19:45:59.240" v="2103" actId="403"/>
          <ac:spMkLst>
            <pc:docMk/>
            <pc:sldMk cId="317641947" sldId="4156"/>
            <ac:spMk id="148" creationId="{C979287A-4FEF-BB37-E43A-DE543F1380C9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49" creationId="{3C2E37C8-295A-C385-966E-9D3C92206FAD}"/>
          </ac:spMkLst>
        </pc:spChg>
        <pc:spChg chg="mod">
          <ac:chgData name="Kate Burda" userId="44c1ea53-84f5-4c7e-8f48-bfeb434f1f02" providerId="ADAL" clId="{353A9CC9-A9FD-8548-8853-9864BD4294D5}" dt="2022-08-03T20:04:01.190" v="2967" actId="14100"/>
          <ac:spMkLst>
            <pc:docMk/>
            <pc:sldMk cId="317641947" sldId="4156"/>
            <ac:spMk id="150" creationId="{6558352D-7350-F0DB-BA5D-AF9CC4BE0EB1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51" creationId="{80E0E5A2-75DB-D761-F8F4-CEEE0C989975}"/>
          </ac:spMkLst>
        </pc:spChg>
        <pc:spChg chg="mod">
          <ac:chgData name="Kate Burda" userId="44c1ea53-84f5-4c7e-8f48-bfeb434f1f02" providerId="ADAL" clId="{353A9CC9-A9FD-8548-8853-9864BD4294D5}" dt="2022-08-03T19:56:00.372" v="2455" actId="207"/>
          <ac:spMkLst>
            <pc:docMk/>
            <pc:sldMk cId="317641947" sldId="4156"/>
            <ac:spMk id="152" creationId="{14373AF1-A4D2-590A-A9BD-DC16BB57A0BD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53" creationId="{93AEBC8D-77C2-DCFD-C448-99A662CAA255}"/>
          </ac:spMkLst>
        </pc:spChg>
        <pc:spChg chg="mod">
          <ac:chgData name="Kate Burda" userId="44c1ea53-84f5-4c7e-8f48-bfeb434f1f02" providerId="ADAL" clId="{353A9CC9-A9FD-8548-8853-9864BD4294D5}" dt="2022-08-03T19:55:57.387" v="2454" actId="207"/>
          <ac:spMkLst>
            <pc:docMk/>
            <pc:sldMk cId="317641947" sldId="4156"/>
            <ac:spMk id="154" creationId="{C83BC11C-9DD4-2BE0-E172-2219A7F5F1FD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55" creationId="{DEA605FF-F6BC-0C9F-65BD-0D739CB222CD}"/>
          </ac:spMkLst>
        </pc:spChg>
        <pc:spChg chg="mod">
          <ac:chgData name="Kate Burda" userId="44c1ea53-84f5-4c7e-8f48-bfeb434f1f02" providerId="ADAL" clId="{353A9CC9-A9FD-8548-8853-9864BD4294D5}" dt="2022-08-03T19:55:54.899" v="2453" actId="207"/>
          <ac:spMkLst>
            <pc:docMk/>
            <pc:sldMk cId="317641947" sldId="4156"/>
            <ac:spMk id="156" creationId="{669F3147-2EB2-A739-DE5B-CC9219769B9E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57" creationId="{21E13835-B11C-01D7-1D4F-D41A0458105D}"/>
          </ac:spMkLst>
        </pc:spChg>
        <pc:spChg chg="mod">
          <ac:chgData name="Kate Burda" userId="44c1ea53-84f5-4c7e-8f48-bfeb434f1f02" providerId="ADAL" clId="{353A9CC9-A9FD-8548-8853-9864BD4294D5}" dt="2022-08-03T19:45:59.240" v="2103" actId="403"/>
          <ac:spMkLst>
            <pc:docMk/>
            <pc:sldMk cId="317641947" sldId="4156"/>
            <ac:spMk id="158" creationId="{18F81F4B-05F1-114A-CE5A-22AEA4B125CA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59" creationId="{693F6829-5E40-04FB-E01B-637ADE5BEC99}"/>
          </ac:spMkLst>
        </pc:spChg>
        <pc:spChg chg="mod">
          <ac:chgData name="Kate Burda" userId="44c1ea53-84f5-4c7e-8f48-bfeb434f1f02" providerId="ADAL" clId="{353A9CC9-A9FD-8548-8853-9864BD4294D5}" dt="2022-08-03T19:45:59.240" v="2103" actId="403"/>
          <ac:spMkLst>
            <pc:docMk/>
            <pc:sldMk cId="317641947" sldId="4156"/>
            <ac:spMk id="160" creationId="{AC48C7E4-9791-214F-A26F-7923E3C7C5E4}"/>
          </ac:spMkLst>
        </pc:spChg>
        <pc:spChg chg="mod">
          <ac:chgData name="Kate Burda" userId="44c1ea53-84f5-4c7e-8f48-bfeb434f1f02" providerId="ADAL" clId="{353A9CC9-A9FD-8548-8853-9864BD4294D5}" dt="2022-08-03T19:48:10.671" v="2115" actId="207"/>
          <ac:spMkLst>
            <pc:docMk/>
            <pc:sldMk cId="317641947" sldId="4156"/>
            <ac:spMk id="161" creationId="{5055CA09-49D2-49EE-3C78-801A7A1739A0}"/>
          </ac:spMkLst>
        </pc:spChg>
        <pc:spChg chg="mod">
          <ac:chgData name="Kate Burda" userId="44c1ea53-84f5-4c7e-8f48-bfeb434f1f02" providerId="ADAL" clId="{353A9CC9-A9FD-8548-8853-9864BD4294D5}" dt="2022-08-03T19:46:21.011" v="2104" actId="207"/>
          <ac:spMkLst>
            <pc:docMk/>
            <pc:sldMk cId="317641947" sldId="4156"/>
            <ac:spMk id="162" creationId="{3BD6AB91-8D34-6D96-49FD-85B1598959A3}"/>
          </ac:spMkLst>
        </pc:spChg>
        <pc:spChg chg="mod">
          <ac:chgData name="Kate Burda" userId="44c1ea53-84f5-4c7e-8f48-bfeb434f1f02" providerId="ADAL" clId="{353A9CC9-A9FD-8548-8853-9864BD4294D5}" dt="2022-08-03T19:48:01.889" v="2114" actId="207"/>
          <ac:spMkLst>
            <pc:docMk/>
            <pc:sldMk cId="317641947" sldId="4156"/>
            <ac:spMk id="174" creationId="{964DD061-EE3D-C412-FDC8-46DC403B15E1}"/>
          </ac:spMkLst>
        </pc:spChg>
        <pc:spChg chg="mod">
          <ac:chgData name="Kate Burda" userId="44c1ea53-84f5-4c7e-8f48-bfeb434f1f02" providerId="ADAL" clId="{353A9CC9-A9FD-8548-8853-9864BD4294D5}" dt="2022-08-03T19:47:56.616" v="2113" actId="207"/>
          <ac:spMkLst>
            <pc:docMk/>
            <pc:sldMk cId="317641947" sldId="4156"/>
            <ac:spMk id="175" creationId="{806A79C0-50AB-BE20-7C47-B8F1FD185647}"/>
          </ac:spMkLst>
        </pc:spChg>
        <pc:spChg chg="mod">
          <ac:chgData name="Kate Burda" userId="44c1ea53-84f5-4c7e-8f48-bfeb434f1f02" providerId="ADAL" clId="{353A9CC9-A9FD-8548-8853-9864BD4294D5}" dt="2022-08-03T19:47:33.252" v="2110" actId="207"/>
          <ac:spMkLst>
            <pc:docMk/>
            <pc:sldMk cId="317641947" sldId="4156"/>
            <ac:spMk id="176" creationId="{898AFEEB-0D04-6C20-3757-9213F54288EB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77" creationId="{DE5046DC-1817-EC55-019C-F12EEE33DEFA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78" creationId="{7132D748-D452-E479-BD2F-1178E854A0BB}"/>
          </ac:spMkLst>
        </pc:spChg>
        <pc:spChg chg="mod">
          <ac:chgData name="Kate Burda" userId="44c1ea53-84f5-4c7e-8f48-bfeb434f1f02" providerId="ADAL" clId="{353A9CC9-A9FD-8548-8853-9864BD4294D5}" dt="2022-08-03T19:47:33.252" v="2110" actId="207"/>
          <ac:spMkLst>
            <pc:docMk/>
            <pc:sldMk cId="317641947" sldId="4156"/>
            <ac:spMk id="179" creationId="{1885DF1D-A9CB-D95F-445F-4D36A776A85B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80" creationId="{5AF953D0-92D0-5545-BA97-5BDFF206BC5A}"/>
          </ac:spMkLst>
        </pc:spChg>
        <pc:spChg chg="mod">
          <ac:chgData name="Kate Burda" userId="44c1ea53-84f5-4c7e-8f48-bfeb434f1f02" providerId="ADAL" clId="{353A9CC9-A9FD-8548-8853-9864BD4294D5}" dt="2022-08-03T19:47:33.252" v="2110" actId="207"/>
          <ac:spMkLst>
            <pc:docMk/>
            <pc:sldMk cId="317641947" sldId="4156"/>
            <ac:spMk id="181" creationId="{627982DB-58A7-0629-98D5-A63623D52A1F}"/>
          </ac:spMkLst>
        </pc:spChg>
        <pc:spChg chg="mod">
          <ac:chgData name="Kate Burda" userId="44c1ea53-84f5-4c7e-8f48-bfeb434f1f02" providerId="ADAL" clId="{353A9CC9-A9FD-8548-8853-9864BD4294D5}" dt="2022-08-03T19:48:19.040" v="2116" actId="207"/>
          <ac:spMkLst>
            <pc:docMk/>
            <pc:sldMk cId="317641947" sldId="4156"/>
            <ac:spMk id="182" creationId="{93B9289C-9A56-83B3-B392-B31DCCD3E979}"/>
          </ac:spMkLst>
        </pc:spChg>
        <pc:spChg chg="mod">
          <ac:chgData name="Kate Burda" userId="44c1ea53-84f5-4c7e-8f48-bfeb434f1f02" providerId="ADAL" clId="{353A9CC9-A9FD-8548-8853-9864BD4294D5}" dt="2022-08-03T20:07:28.598" v="3077" actId="20577"/>
          <ac:spMkLst>
            <pc:docMk/>
            <pc:sldMk cId="317641947" sldId="4156"/>
            <ac:spMk id="183" creationId="{AE8A47DA-DF19-144E-30CF-6B4B838C249E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89" creationId="{798F616B-FDA3-85D6-1FDB-7AEB39FEEE1A}"/>
          </ac:spMkLst>
        </pc:spChg>
        <pc:spChg chg="mod">
          <ac:chgData name="Kate Burda" userId="44c1ea53-84f5-4c7e-8f48-bfeb434f1f02" providerId="ADAL" clId="{353A9CC9-A9FD-8548-8853-9864BD4294D5}" dt="2022-08-03T19:45:59.240" v="2103" actId="403"/>
          <ac:spMkLst>
            <pc:docMk/>
            <pc:sldMk cId="317641947" sldId="4156"/>
            <ac:spMk id="190" creationId="{AF02F965-9545-2808-565F-315B128FC89F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91" creationId="{744ED7B8-26BF-162D-76EF-99CBB0EEC42E}"/>
          </ac:spMkLst>
        </pc:spChg>
        <pc:spChg chg="mod">
          <ac:chgData name="Kate Burda" userId="44c1ea53-84f5-4c7e-8f48-bfeb434f1f02" providerId="ADAL" clId="{353A9CC9-A9FD-8548-8853-9864BD4294D5}" dt="2022-08-03T19:45:59.240" v="2103" actId="403"/>
          <ac:spMkLst>
            <pc:docMk/>
            <pc:sldMk cId="317641947" sldId="4156"/>
            <ac:spMk id="192" creationId="{BC649B50-D9DE-5693-7B72-73F302E175EC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93" creationId="{60891BAC-AF66-9C21-1A79-161020EC0311}"/>
          </ac:spMkLst>
        </pc:spChg>
        <pc:spChg chg="mod">
          <ac:chgData name="Kate Burda" userId="44c1ea53-84f5-4c7e-8f48-bfeb434f1f02" providerId="ADAL" clId="{353A9CC9-A9FD-8548-8853-9864BD4294D5}" dt="2022-08-03T19:45:59.240" v="2103" actId="403"/>
          <ac:spMkLst>
            <pc:docMk/>
            <pc:sldMk cId="317641947" sldId="4156"/>
            <ac:spMk id="194" creationId="{63D699FE-58D0-CE79-BBE5-75FAD5713FF9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95" creationId="{6B1BA360-D71A-79E0-7C19-12994822BE4D}"/>
          </ac:spMkLst>
        </pc:spChg>
        <pc:spChg chg="mod">
          <ac:chgData name="Kate Burda" userId="44c1ea53-84f5-4c7e-8f48-bfeb434f1f02" providerId="ADAL" clId="{353A9CC9-A9FD-8548-8853-9864BD4294D5}" dt="2022-08-03T19:45:59.240" v="2103" actId="403"/>
          <ac:spMkLst>
            <pc:docMk/>
            <pc:sldMk cId="317641947" sldId="4156"/>
            <ac:spMk id="196" creationId="{A4763E63-918A-6E12-763E-6F894096226E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197" creationId="{6DAEC624-B6E1-3F77-4947-82844B8E7ED0}"/>
          </ac:spMkLst>
        </pc:spChg>
        <pc:spChg chg="mod">
          <ac:chgData name="Kate Burda" userId="44c1ea53-84f5-4c7e-8f48-bfeb434f1f02" providerId="ADAL" clId="{353A9CC9-A9FD-8548-8853-9864BD4294D5}" dt="2022-08-03T20:00:21.179" v="2752" actId="1076"/>
          <ac:spMkLst>
            <pc:docMk/>
            <pc:sldMk cId="317641947" sldId="4156"/>
            <ac:spMk id="198" creationId="{E1902761-A5EE-0FD8-AE73-2DB04E167716}"/>
          </ac:spMkLst>
        </pc:spChg>
        <pc:spChg chg="mod">
          <ac:chgData name="Kate Burda" userId="44c1ea53-84f5-4c7e-8f48-bfeb434f1f02" providerId="ADAL" clId="{353A9CC9-A9FD-8548-8853-9864BD4294D5}" dt="2022-08-03T22:53:51.335" v="5423" actId="208"/>
          <ac:spMkLst>
            <pc:docMk/>
            <pc:sldMk cId="317641947" sldId="4156"/>
            <ac:spMk id="210" creationId="{6C8B5B11-4561-898B-D810-7663BBAE80F8}"/>
          </ac:spMkLst>
        </pc:spChg>
        <pc:spChg chg="mod">
          <ac:chgData name="Kate Burda" userId="44c1ea53-84f5-4c7e-8f48-bfeb434f1f02" providerId="ADAL" clId="{353A9CC9-A9FD-8548-8853-9864BD4294D5}" dt="2022-08-03T19:47:47.554" v="2112" actId="207"/>
          <ac:spMkLst>
            <pc:docMk/>
            <pc:sldMk cId="317641947" sldId="4156"/>
            <ac:spMk id="211" creationId="{0AA02BEE-07DC-8678-DFB0-4A6EF37E5B65}"/>
          </ac:spMkLst>
        </pc:spChg>
        <pc:spChg chg="mod">
          <ac:chgData name="Kate Burda" userId="44c1ea53-84f5-4c7e-8f48-bfeb434f1f02" providerId="ADAL" clId="{353A9CC9-A9FD-8548-8853-9864BD4294D5}" dt="2022-08-03T19:47:33.252" v="2110" actId="207"/>
          <ac:spMkLst>
            <pc:docMk/>
            <pc:sldMk cId="317641947" sldId="4156"/>
            <ac:spMk id="212" creationId="{2AF7113F-9F6B-418C-B69C-2262C90F62B9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13" creationId="{36993761-6DF6-78F2-4FFB-61E4014822F1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14" creationId="{ADCC3812-BE92-4DA3-72D3-675611DCDADC}"/>
          </ac:spMkLst>
        </pc:spChg>
        <pc:spChg chg="mod">
          <ac:chgData name="Kate Burda" userId="44c1ea53-84f5-4c7e-8f48-bfeb434f1f02" providerId="ADAL" clId="{353A9CC9-A9FD-8548-8853-9864BD4294D5}" dt="2022-08-03T19:47:33.252" v="2110" actId="207"/>
          <ac:spMkLst>
            <pc:docMk/>
            <pc:sldMk cId="317641947" sldId="4156"/>
            <ac:spMk id="215" creationId="{D05B312D-4F4D-0D07-E634-54B15FF57FDA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16" creationId="{9963FD98-E4B0-7D64-5E1A-121100620985}"/>
          </ac:spMkLst>
        </pc:spChg>
        <pc:spChg chg="mod">
          <ac:chgData name="Kate Burda" userId="44c1ea53-84f5-4c7e-8f48-bfeb434f1f02" providerId="ADAL" clId="{353A9CC9-A9FD-8548-8853-9864BD4294D5}" dt="2022-08-03T19:53:36.746" v="2388" actId="20577"/>
          <ac:spMkLst>
            <pc:docMk/>
            <pc:sldMk cId="317641947" sldId="4156"/>
            <ac:spMk id="217" creationId="{E45D203F-4926-9B30-2A05-D0B1B237B36E}"/>
          </ac:spMkLst>
        </pc:spChg>
        <pc:spChg chg="del mod">
          <ac:chgData name="Kate Burda" userId="44c1ea53-84f5-4c7e-8f48-bfeb434f1f02" providerId="ADAL" clId="{353A9CC9-A9FD-8548-8853-9864BD4294D5}" dt="2022-08-03T19:59:41.559" v="2720" actId="478"/>
          <ac:spMkLst>
            <pc:docMk/>
            <pc:sldMk cId="317641947" sldId="4156"/>
            <ac:spMk id="218" creationId="{278411D7-0AF7-8C2B-680E-6860E0AB00EB}"/>
          </ac:spMkLst>
        </pc:spChg>
        <pc:spChg chg="mod">
          <ac:chgData name="Kate Burda" userId="44c1ea53-84f5-4c7e-8f48-bfeb434f1f02" providerId="ADAL" clId="{353A9CC9-A9FD-8548-8853-9864BD4294D5}" dt="2022-08-03T19:59:56.420" v="2724" actId="1076"/>
          <ac:spMkLst>
            <pc:docMk/>
            <pc:sldMk cId="317641947" sldId="4156"/>
            <ac:spMk id="219" creationId="{DA3524A7-C164-B266-3A7E-BD90A5F0FC87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22" creationId="{D561BBA9-490F-C52E-1D7B-EBC780DF6D42}"/>
          </ac:spMkLst>
        </pc:spChg>
        <pc:spChg chg="mod">
          <ac:chgData name="Kate Burda" userId="44c1ea53-84f5-4c7e-8f48-bfeb434f1f02" providerId="ADAL" clId="{353A9CC9-A9FD-8548-8853-9864BD4294D5}" dt="2022-08-03T19:53:41.398" v="2389" actId="14100"/>
          <ac:spMkLst>
            <pc:docMk/>
            <pc:sldMk cId="317641947" sldId="4156"/>
            <ac:spMk id="223" creationId="{ED13D2C4-4B83-30ED-977F-5610FA4EC6D2}"/>
          </ac:spMkLst>
        </pc:spChg>
        <pc:spChg chg="mod">
          <ac:chgData name="Kate Burda" userId="44c1ea53-84f5-4c7e-8f48-bfeb434f1f02" providerId="ADAL" clId="{353A9CC9-A9FD-8548-8853-9864BD4294D5}" dt="2022-08-03T22:59:37.751" v="5647" actId="1076"/>
          <ac:spMkLst>
            <pc:docMk/>
            <pc:sldMk cId="317641947" sldId="4156"/>
            <ac:spMk id="224" creationId="{0928BFD3-D527-48ED-892D-75DFBD874A1B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26" creationId="{0356A3EF-7B75-051C-93CF-1B5177777FF4}"/>
          </ac:spMkLst>
        </pc:spChg>
        <pc:spChg chg="mod">
          <ac:chgData name="Kate Burda" userId="44c1ea53-84f5-4c7e-8f48-bfeb434f1f02" providerId="ADAL" clId="{353A9CC9-A9FD-8548-8853-9864BD4294D5}" dt="2022-08-03T22:59:46.655" v="5649" actId="1076"/>
          <ac:spMkLst>
            <pc:docMk/>
            <pc:sldMk cId="317641947" sldId="4156"/>
            <ac:spMk id="227" creationId="{A700DDD9-509D-19DE-0620-5342D27985F8}"/>
          </ac:spMkLst>
        </pc:spChg>
        <pc:spChg chg="mod">
          <ac:chgData name="Kate Burda" userId="44c1ea53-84f5-4c7e-8f48-bfeb434f1f02" providerId="ADAL" clId="{353A9CC9-A9FD-8548-8853-9864BD4294D5}" dt="2022-08-03T22:59:52.339" v="5650" actId="1076"/>
          <ac:spMkLst>
            <pc:docMk/>
            <pc:sldMk cId="317641947" sldId="4156"/>
            <ac:spMk id="228" creationId="{2BE2CE15-363E-098B-B0F0-AB679620B30F}"/>
          </ac:spMkLst>
        </pc:spChg>
        <pc:spChg chg="mod">
          <ac:chgData name="Kate Burda" userId="44c1ea53-84f5-4c7e-8f48-bfeb434f1f02" providerId="ADAL" clId="{353A9CC9-A9FD-8548-8853-9864BD4294D5}" dt="2022-08-03T20:05:13.863" v="2996" actId="208"/>
          <ac:spMkLst>
            <pc:docMk/>
            <pc:sldMk cId="317641947" sldId="4156"/>
            <ac:spMk id="240" creationId="{A1AE77A7-81D3-F38E-B34F-92F5360EA222}"/>
          </ac:spMkLst>
        </pc:spChg>
        <pc:spChg chg="mod">
          <ac:chgData name="Kate Burda" userId="44c1ea53-84f5-4c7e-8f48-bfeb434f1f02" providerId="ADAL" clId="{353A9CC9-A9FD-8548-8853-9864BD4294D5}" dt="2022-08-03T19:49:33.554" v="2121" actId="207"/>
          <ac:spMkLst>
            <pc:docMk/>
            <pc:sldMk cId="317641947" sldId="4156"/>
            <ac:spMk id="241" creationId="{4F1BF3AA-E172-0A45-FA2E-BC5F980D0FA5}"/>
          </ac:spMkLst>
        </pc:spChg>
        <pc:spChg chg="mod">
          <ac:chgData name="Kate Burda" userId="44c1ea53-84f5-4c7e-8f48-bfeb434f1f02" providerId="ADAL" clId="{353A9CC9-A9FD-8548-8853-9864BD4294D5}" dt="2022-08-03T19:46:45.780" v="2105" actId="207"/>
          <ac:spMkLst>
            <pc:docMk/>
            <pc:sldMk cId="317641947" sldId="4156"/>
            <ac:spMk id="242" creationId="{A7898CB5-DF86-2B36-89A5-BA579D0FC098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43" creationId="{8B636AEE-0155-2BF3-D963-1F082FE69C3B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44" creationId="{379D320E-027B-D3F2-D83C-2EEDCB0AB1AD}"/>
          </ac:spMkLst>
        </pc:spChg>
        <pc:spChg chg="mod">
          <ac:chgData name="Kate Burda" userId="44c1ea53-84f5-4c7e-8f48-bfeb434f1f02" providerId="ADAL" clId="{353A9CC9-A9FD-8548-8853-9864BD4294D5}" dt="2022-08-03T19:46:21.011" v="2104" actId="207"/>
          <ac:spMkLst>
            <pc:docMk/>
            <pc:sldMk cId="317641947" sldId="4156"/>
            <ac:spMk id="245" creationId="{918BDF5A-91F8-65BA-981B-AFCD9A776595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46" creationId="{0F541C18-A0B0-8B55-7EDB-7413D0F1FF37}"/>
          </ac:spMkLst>
        </pc:spChg>
        <pc:spChg chg="mod">
          <ac:chgData name="Kate Burda" userId="44c1ea53-84f5-4c7e-8f48-bfeb434f1f02" providerId="ADAL" clId="{353A9CC9-A9FD-8548-8853-9864BD4294D5}" dt="2022-08-03T19:50:15.973" v="2177" actId="20577"/>
          <ac:spMkLst>
            <pc:docMk/>
            <pc:sldMk cId="317641947" sldId="4156"/>
            <ac:spMk id="247" creationId="{D089A647-3909-B50A-716A-ADBD85B91D1F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48" creationId="{EFAB3836-F3FE-AD19-D86A-7FED80DBC9BD}"/>
          </ac:spMkLst>
        </pc:spChg>
        <pc:spChg chg="mod">
          <ac:chgData name="Kate Burda" userId="44c1ea53-84f5-4c7e-8f48-bfeb434f1f02" providerId="ADAL" clId="{353A9CC9-A9FD-8548-8853-9864BD4294D5}" dt="2022-08-03T19:54:07.639" v="2409" actId="20577"/>
          <ac:spMkLst>
            <pc:docMk/>
            <pc:sldMk cId="317641947" sldId="4156"/>
            <ac:spMk id="249" creationId="{0C65895C-6718-95B3-3BE6-D0C6E5D068C0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50" creationId="{AA6E1D87-2A11-1895-CAA4-CB164DE428B9}"/>
          </ac:spMkLst>
        </pc:spChg>
        <pc:spChg chg="mod">
          <ac:chgData name="Kate Burda" userId="44c1ea53-84f5-4c7e-8f48-bfeb434f1f02" providerId="ADAL" clId="{353A9CC9-A9FD-8548-8853-9864BD4294D5}" dt="2022-08-03T22:53:10.600" v="5420" actId="20577"/>
          <ac:spMkLst>
            <pc:docMk/>
            <pc:sldMk cId="317641947" sldId="4156"/>
            <ac:spMk id="251" creationId="{AF450959-C271-BA9A-4D36-A6A894F022A8}"/>
          </ac:spMkLst>
        </pc:spChg>
        <pc:spChg chg="mod">
          <ac:chgData name="Kate Burda" userId="44c1ea53-84f5-4c7e-8f48-bfeb434f1f02" providerId="ADAL" clId="{353A9CC9-A9FD-8548-8853-9864BD4294D5}" dt="2022-08-03T22:59:58.583" v="5651" actId="1076"/>
          <ac:spMkLst>
            <pc:docMk/>
            <pc:sldMk cId="317641947" sldId="4156"/>
            <ac:spMk id="255" creationId="{66B8AC48-F795-6083-0084-1CA6F1F23CEB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69" creationId="{EB90C221-CDC3-C83F-B11C-4D772272BA5A}"/>
          </ac:spMkLst>
        </pc:spChg>
        <pc:spChg chg="mod">
          <ac:chgData name="Kate Burda" userId="44c1ea53-84f5-4c7e-8f48-bfeb434f1f02" providerId="ADAL" clId="{353A9CC9-A9FD-8548-8853-9864BD4294D5}" dt="2022-08-03T19:49:27.169" v="2120" actId="208"/>
          <ac:spMkLst>
            <pc:docMk/>
            <pc:sldMk cId="317641947" sldId="4156"/>
            <ac:spMk id="270" creationId="{4D89D5FF-EF4F-86CA-D27A-D6AC9A3364FE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71" creationId="{C292CDC1-3D84-3A69-E317-9428535053FB}"/>
          </ac:spMkLst>
        </pc:spChg>
        <pc:spChg chg="mod">
          <ac:chgData name="Kate Burda" userId="44c1ea53-84f5-4c7e-8f48-bfeb434f1f02" providerId="ADAL" clId="{353A9CC9-A9FD-8548-8853-9864BD4294D5}" dt="2022-08-03T19:49:27.169" v="2120" actId="208"/>
          <ac:spMkLst>
            <pc:docMk/>
            <pc:sldMk cId="317641947" sldId="4156"/>
            <ac:spMk id="272" creationId="{CE376182-ED38-B6C6-9886-3A64243CD138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73" creationId="{1AE51F0E-F16B-936A-637A-88C975B56039}"/>
          </ac:spMkLst>
        </pc:spChg>
        <pc:spChg chg="mod">
          <ac:chgData name="Kate Burda" userId="44c1ea53-84f5-4c7e-8f48-bfeb434f1f02" providerId="ADAL" clId="{353A9CC9-A9FD-8548-8853-9864BD4294D5}" dt="2022-08-03T19:49:27.169" v="2120" actId="208"/>
          <ac:spMkLst>
            <pc:docMk/>
            <pc:sldMk cId="317641947" sldId="4156"/>
            <ac:spMk id="274" creationId="{B8F25BEB-8990-F68C-0309-68D58AB4FB84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75" creationId="{E352893D-A5ED-C2E5-F469-1472B65F407F}"/>
          </ac:spMkLst>
        </pc:spChg>
        <pc:spChg chg="mod">
          <ac:chgData name="Kate Burda" userId="44c1ea53-84f5-4c7e-8f48-bfeb434f1f02" providerId="ADAL" clId="{353A9CC9-A9FD-8548-8853-9864BD4294D5}" dt="2022-08-03T19:49:27.169" v="2120" actId="208"/>
          <ac:spMkLst>
            <pc:docMk/>
            <pc:sldMk cId="317641947" sldId="4156"/>
            <ac:spMk id="276" creationId="{F6175C3A-1939-9C11-2AC2-E399CD205075}"/>
          </ac:spMkLst>
        </pc:spChg>
        <pc:spChg chg="mod">
          <ac:chgData name="Kate Burda" userId="44c1ea53-84f5-4c7e-8f48-bfeb434f1f02" providerId="ADAL" clId="{353A9CC9-A9FD-8548-8853-9864BD4294D5}" dt="2022-08-03T19:43:45.669" v="2100" actId="404"/>
          <ac:spMkLst>
            <pc:docMk/>
            <pc:sldMk cId="317641947" sldId="4156"/>
            <ac:spMk id="277" creationId="{0CEA3070-10D8-CF44-D341-52F4CB93A8A9}"/>
          </ac:spMkLst>
        </pc:spChg>
        <pc:spChg chg="mod">
          <ac:chgData name="Kate Burda" userId="44c1ea53-84f5-4c7e-8f48-bfeb434f1f02" providerId="ADAL" clId="{353A9CC9-A9FD-8548-8853-9864BD4294D5}" dt="2022-08-03T19:49:27.169" v="2120" actId="208"/>
          <ac:spMkLst>
            <pc:docMk/>
            <pc:sldMk cId="317641947" sldId="4156"/>
            <ac:spMk id="278" creationId="{92664CF7-C200-4127-7DD3-312B4F4FB421}"/>
          </ac:spMkLst>
        </pc:spChg>
        <pc:spChg chg="add mod">
          <ac:chgData name="Kate Burda" userId="44c1ea53-84f5-4c7e-8f48-bfeb434f1f02" providerId="ADAL" clId="{353A9CC9-A9FD-8548-8853-9864BD4294D5}" dt="2022-08-06T22:10:38.667" v="7787" actId="1076"/>
          <ac:spMkLst>
            <pc:docMk/>
            <pc:sldMk cId="317641947" sldId="4156"/>
            <ac:spMk id="279" creationId="{CCF998F1-5D71-4E68-0013-D77F70DFF0B0}"/>
          </ac:spMkLst>
        </pc:spChg>
        <pc:spChg chg="add mod">
          <ac:chgData name="Kate Burda" userId="44c1ea53-84f5-4c7e-8f48-bfeb434f1f02" providerId="ADAL" clId="{353A9CC9-A9FD-8548-8853-9864BD4294D5}" dt="2022-08-03T20:04:45.274" v="2995" actId="114"/>
          <ac:spMkLst>
            <pc:docMk/>
            <pc:sldMk cId="317641947" sldId="4156"/>
            <ac:spMk id="280" creationId="{40FE701D-2B2A-AA48-D8F5-B571BFFD6FE2}"/>
          </ac:spMkLst>
        </pc:spChg>
        <pc:grpChg chg="del">
          <ac:chgData name="Kate Burda" userId="44c1ea53-84f5-4c7e-8f48-bfeb434f1f02" providerId="ADAL" clId="{353A9CC9-A9FD-8548-8853-9864BD4294D5}" dt="2022-08-03T19:42:39.233" v="2081" actId="478"/>
          <ac:grpSpMkLst>
            <pc:docMk/>
            <pc:sldMk cId="317641947" sldId="4156"/>
            <ac:grpSpMk id="21" creationId="{7F199D14-039B-A9E4-347A-AD617CA449EC}"/>
          </ac:grpSpMkLst>
        </pc:grpChg>
        <pc:grpChg chg="add mod">
          <ac:chgData name="Kate Burda" userId="44c1ea53-84f5-4c7e-8f48-bfeb434f1f02" providerId="ADAL" clId="{353A9CC9-A9FD-8548-8853-9864BD4294D5}" dt="2022-08-03T19:59:52.283" v="2723" actId="1076"/>
          <ac:grpSpMkLst>
            <pc:docMk/>
            <pc:sldMk cId="317641947" sldId="4156"/>
            <ac:grpSpMk id="24" creationId="{87DF93F8-95B6-DD9E-A0EB-189252125893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5" creationId="{889D0526-1B83-0DBF-80B9-A6AA24FC75B7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6" creationId="{0EC15A87-116F-8B50-4D48-FDC92A4C631F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7" creationId="{D3337627-9A33-875D-4491-1EA8FC047B45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8" creationId="{4789225F-575E-D801-FE42-8C44273651E1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9" creationId="{DD812216-1585-3BC5-6D0D-E5C093FB5378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30" creationId="{00F4B67C-5327-7271-47A9-F84E44DFC7EB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31" creationId="{74EF55AE-CE09-30D2-8FD2-30696B9408FC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32" creationId="{8809FE4E-F566-4AE5-6773-BDF3A0A5FE29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40" creationId="{A660E953-BF73-4A14-04EA-3E189C0580C8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41" creationId="{B7F06927-C779-8397-EC5D-DCD4F5748966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42" creationId="{C957DEC1-B13B-B274-5E7D-49A172B45431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43" creationId="{24F86541-5AA6-A762-CAAC-559DF9AA60DA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44" creationId="{5F052501-021A-25B9-4074-8D5B82B1A524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45" creationId="{EFE2EE95-870E-13C3-94F4-73A8955F5C0C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47" creationId="{8AEAC859-30D5-FEEB-2EFD-633F777198AC}"/>
          </ac:grpSpMkLst>
        </pc:grpChg>
        <pc:grpChg chg="del mod">
          <ac:chgData name="Kate Burda" userId="44c1ea53-84f5-4c7e-8f48-bfeb434f1f02" providerId="ADAL" clId="{353A9CC9-A9FD-8548-8853-9864BD4294D5}" dt="2022-08-03T19:54:56.353" v="2450" actId="478"/>
          <ac:grpSpMkLst>
            <pc:docMk/>
            <pc:sldMk cId="317641947" sldId="4156"/>
            <ac:grpSpMk id="59" creationId="{70574A1F-6448-4B86-D1F5-37912FE72FC1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93" creationId="{A81A6CA4-0230-F534-8AB5-0ABCD28394DC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95" creationId="{4130CC31-F78D-7936-B000-E187B47E7B07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96" creationId="{E6C662B9-F394-E111-EC46-69612338B91E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97" creationId="{D53168B8-1393-33B3-939C-E83DA84DF3CC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12" creationId="{15673775-3F41-696C-3BBC-630CC6A2D566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17" creationId="{33CB8441-1E67-5204-4C67-7FB7C04F10C5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18" creationId="{A130FBB3-65D0-9127-40FB-56DE5DA2906B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19" creationId="{E7362821-D751-FCCA-5EE2-E73D296EEACC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20" creationId="{C067BA30-58F6-6DF1-62F0-FFE569976556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21" creationId="{13BAEB8F-07BB-9EE9-9EE8-482F6E3F81A0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22" creationId="{39D7814E-D4C6-3B4B-17A3-7FA299901E76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23" creationId="{FA5452FF-1376-9D95-F5FB-98E3BDE90AB6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24" creationId="{BC15B2F2-ADE7-05F0-2520-F9998EC46B46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25" creationId="{7F30EE26-1973-1DE8-146E-CC6CB61BA523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34" creationId="{87E2B534-7C8B-29BC-3283-F025B699ED31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35" creationId="{8EBB8484-6C0A-C417-C343-8366FC6F3C0E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36" creationId="{7A698F9D-0F46-AA86-C4FF-7DA711B8313B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37" creationId="{1B7C2DE4-0C8B-D790-2AD7-B7AB64C17349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38" creationId="{3AB2AEAC-78E2-6CFB-C222-1A91776AE7B6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39" creationId="{A016CDBE-B7B5-8F9F-D944-D53CC8F4CE03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40" creationId="{82E6FC1B-A9CF-D71F-42F6-109BD6FDB5BC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41" creationId="{3C9D6DB5-61D3-7A48-3366-7780F6DAC4A6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42" creationId="{E294A815-3473-FEAB-0AA3-C80054EE3E81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65" creationId="{CE87A6DE-89EB-9599-8F00-6A67E0B78D45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66" creationId="{0F384640-6F72-4B1B-75B2-F0D575E119D8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67" creationId="{8D3B5339-AD05-037B-6DAA-D351FCAE2C22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68" creationId="{076B1410-10CB-7CEE-55E1-BE9B1F16223D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69" creationId="{15CC7FEF-430E-5C0A-051E-1A9B448F8657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70" creationId="{F551CA33-1B5A-9AE8-7A39-3954991EF485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71" creationId="{0D86C55A-470C-FF20-B678-69E86B3C5080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72" creationId="{FE4B14BB-7DED-B5E2-A99A-91A457916065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73" creationId="{576158A9-8026-D8D9-B321-119FD1352B1D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84" creationId="{8997A049-D722-9088-EBDD-A7095A1EC3F2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85" creationId="{7F060941-1799-2DE8-F0D5-90CE04A47AD2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86" creationId="{92726195-3EC9-7C81-2B97-844D1A2057F2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87" creationId="{B944BFCE-904B-3951-06CD-3BEA577F1713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188" creationId="{07887121-A27E-E930-9889-C274B12AE5DB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01" creationId="{4DA50097-63EF-8BF2-B9BC-109CE6BA6A19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02" creationId="{78836C31-E294-CBFE-5850-EE88BF8A3F4C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03" creationId="{6EE283A5-E5DB-B85F-D82D-5E5E11BFB187}"/>
          </ac:grpSpMkLst>
        </pc:grpChg>
        <pc:grpChg chg="del mod">
          <ac:chgData name="Kate Burda" userId="44c1ea53-84f5-4c7e-8f48-bfeb434f1f02" providerId="ADAL" clId="{353A9CC9-A9FD-8548-8853-9864BD4294D5}" dt="2022-08-03T19:59:41.559" v="2720" actId="478"/>
          <ac:grpSpMkLst>
            <pc:docMk/>
            <pc:sldMk cId="317641947" sldId="4156"/>
            <ac:grpSpMk id="204" creationId="{85DE5191-0251-F326-93D9-CF751F950305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05" creationId="{CB4F3183-E1FD-C5AB-F60D-4786366974CD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06" creationId="{0AC4ECBF-4849-D5B8-12C4-FD8B8D0BA275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07" creationId="{3F577CB6-BA1D-1E5C-524B-2FEACE7A274C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08" creationId="{FA114D59-91A5-8721-F266-9606896C54E7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09" creationId="{2C7CD23F-AF42-E6A3-09B7-C3978EA30B08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20" creationId="{7D12606D-AABF-4017-B16D-7CAACBCA2D27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21" creationId="{F9A6EC41-CC9F-3D8E-8646-86330A9DE39B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25" creationId="{17406DD9-4703-79CD-6CA1-BBA7A5007AD6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31" creationId="{9BC416B0-E4D6-474C-1973-E39B6F170D32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32" creationId="{CC83D655-196F-3CD5-2200-5B20A051F6C7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33" creationId="{2B2A146D-4154-58B5-8ADD-205F976CB06B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34" creationId="{ECC0F304-C215-F50A-AB72-717CB3AE775A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35" creationId="{1C97ED63-15D8-EE40-DF38-237F5FCEA2FC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36" creationId="{4B6930CF-4DA4-33EB-24B1-78860F4C1622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37" creationId="{282F7CD7-E71A-541E-89B9-0B59DF387811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38" creationId="{699B6292-05E9-7C61-63BD-C8A576094E34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39" creationId="{CC51B3C6-4C2A-D7F4-78EB-AE31889D4E6E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54" creationId="{88E5A0EC-3AD6-3BC4-E826-917E8D1BA87E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56" creationId="{8FCA4465-8781-5A42-DB16-C12E64F63E2A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63" creationId="{26306C17-58C9-F7C9-DDAE-7765496A06D2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64" creationId="{11EB8D4A-1989-2358-4F67-52BFF3A592E0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65" creationId="{D19ACAF8-2771-2B13-C823-E116CB2F10A7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66" creationId="{7AF0CA9D-07D6-9B91-4988-45D6D670AA12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67" creationId="{3B6B7040-4D22-8E05-AF1E-D02C1BCD0145}"/>
          </ac:grpSpMkLst>
        </pc:grpChg>
        <pc:grpChg chg="mod">
          <ac:chgData name="Kate Burda" userId="44c1ea53-84f5-4c7e-8f48-bfeb434f1f02" providerId="ADAL" clId="{353A9CC9-A9FD-8548-8853-9864BD4294D5}" dt="2022-08-03T19:43:08.290" v="2088"/>
          <ac:grpSpMkLst>
            <pc:docMk/>
            <pc:sldMk cId="317641947" sldId="4156"/>
            <ac:grpSpMk id="268" creationId="{CF1CD564-F399-6880-351A-591F03CD8237}"/>
          </ac:grpSpMkLst>
        </pc:grpChg>
        <pc:graphicFrameChg chg="del mod">
          <ac:chgData name="Kate Burda" userId="44c1ea53-84f5-4c7e-8f48-bfeb434f1f02" providerId="ADAL" clId="{353A9CC9-A9FD-8548-8853-9864BD4294D5}" dt="2022-08-03T19:54:56.353" v="2450" actId="478"/>
          <ac:graphicFrameMkLst>
            <pc:docMk/>
            <pc:sldMk cId="317641947" sldId="4156"/>
            <ac:graphicFrameMk id="61" creationId="{25D19FBC-2FB2-81C0-F1D5-325A239A6206}"/>
          </ac:graphicFrameMkLst>
        </pc:graphicFrameChg>
        <pc:picChg chg="del">
          <ac:chgData name="Kate Burda" userId="44c1ea53-84f5-4c7e-8f48-bfeb434f1f02" providerId="ADAL" clId="{353A9CC9-A9FD-8548-8853-9864BD4294D5}" dt="2022-08-03T19:28:38.924" v="1918" actId="478"/>
          <ac:picMkLst>
            <pc:docMk/>
            <pc:sldMk cId="317641947" sldId="4156"/>
            <ac:picMk id="6" creationId="{3DF321C2-D7CB-A612-6608-AE415789CE32}"/>
          </ac:picMkLst>
        </pc:picChg>
        <pc:picChg chg="add mod">
          <ac:chgData name="Kate Burda" userId="44c1ea53-84f5-4c7e-8f48-bfeb434f1f02" providerId="ADAL" clId="{353A9CC9-A9FD-8548-8853-9864BD4294D5}" dt="2022-08-03T20:08:42.357" v="3086" actId="1076"/>
          <ac:picMkLst>
            <pc:docMk/>
            <pc:sldMk cId="317641947" sldId="4156"/>
            <ac:picMk id="9" creationId="{CC152BDA-6C26-F899-282B-247CBC8EF3A4}"/>
          </ac:picMkLst>
        </pc:picChg>
        <pc:picChg chg="del">
          <ac:chgData name="Kate Burda" userId="44c1ea53-84f5-4c7e-8f48-bfeb434f1f02" providerId="ADAL" clId="{353A9CC9-A9FD-8548-8853-9864BD4294D5}" dt="2022-08-03T19:42:44.013" v="2083" actId="478"/>
          <ac:picMkLst>
            <pc:docMk/>
            <pc:sldMk cId="317641947" sldId="4156"/>
            <ac:picMk id="10" creationId="{8EFEEEF8-72C8-FCC4-9287-A81514681276}"/>
          </ac:picMkLst>
        </pc:pic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111" creationId="{4CF87159-D86C-87C0-01E6-73F3FDF33E10}"/>
          </ac:cxnSpMkLst>
        </pc:cxn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113" creationId="{0A0CBA3C-EA38-7F3D-4ED1-5D8FE58A970B}"/>
          </ac:cxnSpMkLst>
        </pc:cxnChg>
        <pc:cxnChg chg="mod">
          <ac:chgData name="Kate Burda" userId="44c1ea53-84f5-4c7e-8f48-bfeb434f1f02" providerId="ADAL" clId="{353A9CC9-A9FD-8548-8853-9864BD4294D5}" dt="2022-08-03T19:55:36.400" v="2452" actId="208"/>
          <ac:cxnSpMkLst>
            <pc:docMk/>
            <pc:sldMk cId="317641947" sldId="4156"/>
            <ac:cxnSpMk id="114" creationId="{863C2CBA-F278-BE1F-33AC-7D564F717241}"/>
          </ac:cxnSpMkLst>
        </pc:cxnChg>
        <pc:cxnChg chg="mod">
          <ac:chgData name="Kate Burda" userId="44c1ea53-84f5-4c7e-8f48-bfeb434f1f02" providerId="ADAL" clId="{353A9CC9-A9FD-8548-8853-9864BD4294D5}" dt="2022-08-03T22:57:03.939" v="5549" actId="14100"/>
          <ac:cxnSpMkLst>
            <pc:docMk/>
            <pc:sldMk cId="317641947" sldId="4156"/>
            <ac:cxnSpMk id="115" creationId="{7BA82AEE-DFAA-B423-4DA8-386CCACABD4C}"/>
          </ac:cxnSpMkLst>
        </pc:cxnChg>
        <pc:cxnChg chg="mod">
          <ac:chgData name="Kate Burda" userId="44c1ea53-84f5-4c7e-8f48-bfeb434f1f02" providerId="ADAL" clId="{353A9CC9-A9FD-8548-8853-9864BD4294D5}" dt="2022-08-03T22:57:16.694" v="5551" actId="14100"/>
          <ac:cxnSpMkLst>
            <pc:docMk/>
            <pc:sldMk cId="317641947" sldId="4156"/>
            <ac:cxnSpMk id="116" creationId="{3A13B9B3-6A93-C279-8D37-29BFBAAB7351}"/>
          </ac:cxnSpMkLst>
        </pc:cxn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163" creationId="{4EB2DC45-3A66-6FDE-8A14-4DDA0DB25163}"/>
          </ac:cxnSpMkLst>
        </pc:cxnChg>
        <pc:cxnChg chg="mod">
          <ac:chgData name="Kate Burda" userId="44c1ea53-84f5-4c7e-8f48-bfeb434f1f02" providerId="ADAL" clId="{353A9CC9-A9FD-8548-8853-9864BD4294D5}" dt="2022-08-03T19:55:36.400" v="2452" actId="208"/>
          <ac:cxnSpMkLst>
            <pc:docMk/>
            <pc:sldMk cId="317641947" sldId="4156"/>
            <ac:cxnSpMk id="164" creationId="{DB7EC2B0-4DB2-0CCF-2300-F945D63EB24D}"/>
          </ac:cxnSpMkLst>
        </pc:cxnChg>
        <pc:cxnChg chg="mod">
          <ac:chgData name="Kate Burda" userId="44c1ea53-84f5-4c7e-8f48-bfeb434f1f02" providerId="ADAL" clId="{353A9CC9-A9FD-8548-8853-9864BD4294D5}" dt="2022-08-03T19:55:36.400" v="2452" actId="208"/>
          <ac:cxnSpMkLst>
            <pc:docMk/>
            <pc:sldMk cId="317641947" sldId="4156"/>
            <ac:cxnSpMk id="199" creationId="{7ED51CD2-A2F7-A7B9-D31E-0A5D7A44FCCB}"/>
          </ac:cxnSpMkLst>
        </pc:cxn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200" creationId="{A009FBD6-292F-CD1E-58C3-4080E1A2BBA5}"/>
          </ac:cxnSpMkLst>
        </pc:cxnChg>
        <pc:cxnChg chg="mod">
          <ac:chgData name="Kate Burda" userId="44c1ea53-84f5-4c7e-8f48-bfeb434f1f02" providerId="ADAL" clId="{353A9CC9-A9FD-8548-8853-9864BD4294D5}" dt="2022-08-03T19:55:36.400" v="2452" actId="208"/>
          <ac:cxnSpMkLst>
            <pc:docMk/>
            <pc:sldMk cId="317641947" sldId="4156"/>
            <ac:cxnSpMk id="229" creationId="{25B42E9A-154E-BDC0-DEE3-B93257D05705}"/>
          </ac:cxnSpMkLst>
        </pc:cxn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230" creationId="{0405EE79-185E-E40B-3E8B-234B8B6FFF37}"/>
          </ac:cxnSpMkLst>
        </pc:cxnChg>
        <pc:cxnChg chg="mod">
          <ac:chgData name="Kate Burda" userId="44c1ea53-84f5-4c7e-8f48-bfeb434f1f02" providerId="ADAL" clId="{353A9CC9-A9FD-8548-8853-9864BD4294D5}" dt="2022-08-03T19:55:36.400" v="2452" actId="208"/>
          <ac:cxnSpMkLst>
            <pc:docMk/>
            <pc:sldMk cId="317641947" sldId="4156"/>
            <ac:cxnSpMk id="252" creationId="{29584628-104E-6ED3-D361-2A03BE4CCCA0}"/>
          </ac:cxnSpMkLst>
        </pc:cxn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253" creationId="{2B57FFE0-673B-1989-4018-6DDDEF845110}"/>
          </ac:cxnSpMkLst>
        </pc:cxn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257" creationId="{613BD93C-A34A-F5BA-B0D4-149A72C2015B}"/>
          </ac:cxnSpMkLst>
        </pc:cxn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258" creationId="{57C7320A-E5B0-3951-83B1-267E34C28D48}"/>
          </ac:cxnSpMkLst>
        </pc:cxn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259" creationId="{98DE9372-A291-D97D-4F55-17B6336D5ED6}"/>
          </ac:cxnSpMkLst>
        </pc:cxn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260" creationId="{44E1B764-B7ED-5EEF-BF1A-C5FB70822F44}"/>
          </ac:cxnSpMkLst>
        </pc:cxn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261" creationId="{F55D8CA2-8399-DC31-79F3-1DAA2890E01F}"/>
          </ac:cxnSpMkLst>
        </pc:cxnChg>
        <pc:cxnChg chg="mod">
          <ac:chgData name="Kate Burda" userId="44c1ea53-84f5-4c7e-8f48-bfeb434f1f02" providerId="ADAL" clId="{353A9CC9-A9FD-8548-8853-9864BD4294D5}" dt="2022-08-03T19:49:27.169" v="2120" actId="208"/>
          <ac:cxnSpMkLst>
            <pc:docMk/>
            <pc:sldMk cId="317641947" sldId="4156"/>
            <ac:cxnSpMk id="262" creationId="{5C236E1B-D659-7891-8328-687225397113}"/>
          </ac:cxnSpMkLst>
        </pc:cxnChg>
      </pc:sldChg>
      <pc:sldChg chg="addSp delSp modSp add del mod modClrScheme chgLayout">
        <pc:chgData name="Kate Burda" userId="44c1ea53-84f5-4c7e-8f48-bfeb434f1f02" providerId="ADAL" clId="{353A9CC9-A9FD-8548-8853-9864BD4294D5}" dt="2022-08-03T18:13:15.664" v="318" actId="2696"/>
        <pc:sldMkLst>
          <pc:docMk/>
          <pc:sldMk cId="4220363793" sldId="4156"/>
        </pc:sldMkLst>
        <pc:spChg chg="del">
          <ac:chgData name="Kate Burda" userId="44c1ea53-84f5-4c7e-8f48-bfeb434f1f02" providerId="ADAL" clId="{353A9CC9-A9FD-8548-8853-9864BD4294D5}" dt="2022-08-03T18:13:02.184" v="315" actId="478"/>
          <ac:spMkLst>
            <pc:docMk/>
            <pc:sldMk cId="4220363793" sldId="4156"/>
            <ac:spMk id="2" creationId="{B52EA24B-F092-FE41-A4E7-D69543EEE051}"/>
          </ac:spMkLst>
        </pc:spChg>
        <pc:spChg chg="del">
          <ac:chgData name="Kate Burda" userId="44c1ea53-84f5-4c7e-8f48-bfeb434f1f02" providerId="ADAL" clId="{353A9CC9-A9FD-8548-8853-9864BD4294D5}" dt="2022-08-03T18:13:04.771" v="316" actId="478"/>
          <ac:spMkLst>
            <pc:docMk/>
            <pc:sldMk cId="4220363793" sldId="4156"/>
            <ac:spMk id="3" creationId="{0D805F47-3F6A-1041-B071-683E08947ED9}"/>
          </ac:spMkLst>
        </pc:spChg>
        <pc:spChg chg="add mod ord">
          <ac:chgData name="Kate Burda" userId="44c1ea53-84f5-4c7e-8f48-bfeb434f1f02" providerId="ADAL" clId="{353A9CC9-A9FD-8548-8853-9864BD4294D5}" dt="2022-08-03T18:12:58.547" v="314" actId="700"/>
          <ac:spMkLst>
            <pc:docMk/>
            <pc:sldMk cId="4220363793" sldId="4156"/>
            <ac:spMk id="7" creationId="{0CAD43F6-7A04-25AE-8F7F-151B42343259}"/>
          </ac:spMkLst>
        </pc:spChg>
      </pc:sldChg>
      <pc:sldChg chg="addSp delSp modSp add mod">
        <pc:chgData name="Kate Burda" userId="44c1ea53-84f5-4c7e-8f48-bfeb434f1f02" providerId="ADAL" clId="{353A9CC9-A9FD-8548-8853-9864BD4294D5}" dt="2022-08-03T23:44:57.932" v="6161" actId="2"/>
        <pc:sldMkLst>
          <pc:docMk/>
          <pc:sldMk cId="4073963967" sldId="4157"/>
        </pc:sldMkLst>
        <pc:spChg chg="mod">
          <ac:chgData name="Kate Burda" userId="44c1ea53-84f5-4c7e-8f48-bfeb434f1f02" providerId="ADAL" clId="{353A9CC9-A9FD-8548-8853-9864BD4294D5}" dt="2022-08-03T20:46:12.935" v="4140" actId="1076"/>
          <ac:spMkLst>
            <pc:docMk/>
            <pc:sldMk cId="4073963967" sldId="4157"/>
            <ac:spMk id="2" creationId="{B4257C12-D442-E74D-86E2-2FC4CD33EB87}"/>
          </ac:spMkLst>
        </pc:spChg>
        <pc:spChg chg="del">
          <ac:chgData name="Kate Burda" userId="44c1ea53-84f5-4c7e-8f48-bfeb434f1f02" providerId="ADAL" clId="{353A9CC9-A9FD-8548-8853-9864BD4294D5}" dt="2022-08-03T20:05:53.751" v="2998" actId="478"/>
          <ac:spMkLst>
            <pc:docMk/>
            <pc:sldMk cId="4073963967" sldId="4157"/>
            <ac:spMk id="4" creationId="{DDFB46CD-9ECA-5105-AFA4-F256F1126CBF}"/>
          </ac:spMkLst>
        </pc:spChg>
        <pc:spChg chg="del">
          <ac:chgData name="Kate Burda" userId="44c1ea53-84f5-4c7e-8f48-bfeb434f1f02" providerId="ADAL" clId="{353A9CC9-A9FD-8548-8853-9864BD4294D5}" dt="2022-08-03T20:05:53.751" v="2998" actId="478"/>
          <ac:spMkLst>
            <pc:docMk/>
            <pc:sldMk cId="4073963967" sldId="4157"/>
            <ac:spMk id="5" creationId="{B834FD50-3EEB-18DF-69EA-81D6CC04178F}"/>
          </ac:spMkLst>
        </pc:spChg>
        <pc:spChg chg="add mod">
          <ac:chgData name="Kate Burda" userId="44c1ea53-84f5-4c7e-8f48-bfeb434f1f02" providerId="ADAL" clId="{353A9CC9-A9FD-8548-8853-9864BD4294D5}" dt="2022-08-03T20:10:54.846" v="3107" actId="1076"/>
          <ac:spMkLst>
            <pc:docMk/>
            <pc:sldMk cId="4073963967" sldId="4157"/>
            <ac:spMk id="7" creationId="{300B157C-56CC-C3B8-C862-98F33749EFD8}"/>
          </ac:spMkLst>
        </pc:spChg>
        <pc:spChg chg="add mod">
          <ac:chgData name="Kate Burda" userId="44c1ea53-84f5-4c7e-8f48-bfeb434f1f02" providerId="ADAL" clId="{353A9CC9-A9FD-8548-8853-9864BD4294D5}" dt="2022-08-03T20:10:50.527" v="3106" actId="1076"/>
          <ac:spMkLst>
            <pc:docMk/>
            <pc:sldMk cId="4073963967" sldId="4157"/>
            <ac:spMk id="11" creationId="{564634B4-9004-726D-8825-255278E9BC0B}"/>
          </ac:spMkLst>
        </pc:spChg>
        <pc:spChg chg="mod">
          <ac:chgData name="Kate Burda" userId="44c1ea53-84f5-4c7e-8f48-bfeb434f1f02" providerId="ADAL" clId="{353A9CC9-A9FD-8548-8853-9864BD4294D5}" dt="2022-08-03T20:20:50.956" v="3399" actId="20577"/>
          <ac:spMkLst>
            <pc:docMk/>
            <pc:sldMk cId="4073963967" sldId="4157"/>
            <ac:spMk id="15" creationId="{B7CA32FF-EABB-244D-B51E-03E627718C53}"/>
          </ac:spMkLst>
        </pc:spChg>
        <pc:spChg chg="mod">
          <ac:chgData name="Kate Burda" userId="44c1ea53-84f5-4c7e-8f48-bfeb434f1f02" providerId="ADAL" clId="{353A9CC9-A9FD-8548-8853-9864BD4294D5}" dt="2022-08-03T23:44:57.932" v="6161" actId="2"/>
          <ac:spMkLst>
            <pc:docMk/>
            <pc:sldMk cId="4073963967" sldId="4157"/>
            <ac:spMk id="19" creationId="{20FDB204-7C28-AE4F-B2D3-5A51655213EB}"/>
          </ac:spMkLst>
        </pc:spChg>
        <pc:spChg chg="add mod">
          <ac:chgData name="Kate Burda" userId="44c1ea53-84f5-4c7e-8f48-bfeb434f1f02" providerId="ADAL" clId="{353A9CC9-A9FD-8548-8853-9864BD4294D5}" dt="2022-08-03T20:46:23.302" v="4141"/>
          <ac:spMkLst>
            <pc:docMk/>
            <pc:sldMk cId="4073963967" sldId="4157"/>
            <ac:spMk id="20" creationId="{E326D37E-468C-8A00-051A-5CF515284635}"/>
          </ac:spMkLst>
        </pc:spChg>
        <pc:spChg chg="del">
          <ac:chgData name="Kate Burda" userId="44c1ea53-84f5-4c7e-8f48-bfeb434f1f02" providerId="ADAL" clId="{353A9CC9-A9FD-8548-8853-9864BD4294D5}" dt="2022-08-03T20:16:58.397" v="3153" actId="478"/>
          <ac:spMkLst>
            <pc:docMk/>
            <pc:sldMk cId="4073963967" sldId="4157"/>
            <ac:spMk id="102" creationId="{70F28798-ADE3-6F1C-02DC-B9E6A5AB208F}"/>
          </ac:spMkLst>
        </pc:spChg>
        <pc:grpChg chg="del">
          <ac:chgData name="Kate Burda" userId="44c1ea53-84f5-4c7e-8f48-bfeb434f1f02" providerId="ADAL" clId="{353A9CC9-A9FD-8548-8853-9864BD4294D5}" dt="2022-08-03T20:16:56.114" v="3152" actId="478"/>
          <ac:grpSpMkLst>
            <pc:docMk/>
            <pc:sldMk cId="4073963967" sldId="4157"/>
            <ac:grpSpMk id="21" creationId="{7F199D14-039B-A9E4-347A-AD617CA449EC}"/>
          </ac:grpSpMkLst>
        </pc:grpChg>
        <pc:picChg chg="del">
          <ac:chgData name="Kate Burda" userId="44c1ea53-84f5-4c7e-8f48-bfeb434f1f02" providerId="ADAL" clId="{353A9CC9-A9FD-8548-8853-9864BD4294D5}" dt="2022-08-03T20:05:53.751" v="2998" actId="478"/>
          <ac:picMkLst>
            <pc:docMk/>
            <pc:sldMk cId="4073963967" sldId="4157"/>
            <ac:picMk id="6" creationId="{3DF321C2-D7CB-A612-6608-AE415789CE32}"/>
          </ac:picMkLst>
        </pc:picChg>
        <pc:picChg chg="add mod">
          <ac:chgData name="Kate Burda" userId="44c1ea53-84f5-4c7e-8f48-bfeb434f1f02" providerId="ADAL" clId="{353A9CC9-A9FD-8548-8853-9864BD4294D5}" dt="2022-08-03T20:10:54.846" v="3107" actId="1076"/>
          <ac:picMkLst>
            <pc:docMk/>
            <pc:sldMk cId="4073963967" sldId="4157"/>
            <ac:picMk id="8" creationId="{C04158DD-331A-A3E5-7CDD-82C40F7B61C3}"/>
          </ac:picMkLst>
        </pc:picChg>
        <pc:picChg chg="del">
          <ac:chgData name="Kate Burda" userId="44c1ea53-84f5-4c7e-8f48-bfeb434f1f02" providerId="ADAL" clId="{353A9CC9-A9FD-8548-8853-9864BD4294D5}" dt="2022-08-03T20:17:00.275" v="3154" actId="478"/>
          <ac:picMkLst>
            <pc:docMk/>
            <pc:sldMk cId="4073963967" sldId="4157"/>
            <ac:picMk id="10" creationId="{8EFEEEF8-72C8-FCC4-9287-A81514681276}"/>
          </ac:picMkLst>
        </pc:picChg>
        <pc:picChg chg="add mod">
          <ac:chgData name="Kate Burda" userId="44c1ea53-84f5-4c7e-8f48-bfeb434f1f02" providerId="ADAL" clId="{353A9CC9-A9FD-8548-8853-9864BD4294D5}" dt="2022-08-03T22:22:40.015" v="4300" actId="14100"/>
          <ac:picMkLst>
            <pc:docMk/>
            <pc:sldMk cId="4073963967" sldId="4157"/>
            <ac:picMk id="13" creationId="{A40AB54C-86E3-26D4-A076-2170000DE1FB}"/>
          </ac:picMkLst>
        </pc:picChg>
      </pc:sldChg>
      <pc:sldChg chg="addSp delSp modSp add mod delAnim modAnim">
        <pc:chgData name="Kate Burda" userId="44c1ea53-84f5-4c7e-8f48-bfeb434f1f02" providerId="ADAL" clId="{353A9CC9-A9FD-8548-8853-9864BD4294D5}" dt="2022-08-06T21:01:16.995" v="7786" actId="693"/>
        <pc:sldMkLst>
          <pc:docMk/>
          <pc:sldMk cId="140709708" sldId="4158"/>
        </pc:sldMkLst>
        <pc:spChg chg="add mod">
          <ac:chgData name="Kate Burda" userId="44c1ea53-84f5-4c7e-8f48-bfeb434f1f02" providerId="ADAL" clId="{353A9CC9-A9FD-8548-8853-9864BD4294D5}" dt="2022-08-03T20:28:32.620" v="3686" actId="20577"/>
          <ac:spMkLst>
            <pc:docMk/>
            <pc:sldMk cId="140709708" sldId="4158"/>
            <ac:spMk id="2" creationId="{556D7E69-29D2-3FE6-D416-DAFA6E94BEB7}"/>
          </ac:spMkLst>
        </pc:spChg>
        <pc:spChg chg="mod">
          <ac:chgData name="Kate Burda" userId="44c1ea53-84f5-4c7e-8f48-bfeb434f1f02" providerId="ADAL" clId="{353A9CC9-A9FD-8548-8853-9864BD4294D5}" dt="2022-08-03T23:35:15.534" v="6019" actId="14100"/>
          <ac:spMkLst>
            <pc:docMk/>
            <pc:sldMk cId="140709708" sldId="4158"/>
            <ac:spMk id="8" creationId="{389B2F3D-3D31-9D4F-86C3-2D471CA88504}"/>
          </ac:spMkLst>
        </pc:spChg>
        <pc:spChg chg="del mod">
          <ac:chgData name="Kate Burda" userId="44c1ea53-84f5-4c7e-8f48-bfeb434f1f02" providerId="ADAL" clId="{353A9CC9-A9FD-8548-8853-9864BD4294D5}" dt="2022-08-03T20:28:41.158" v="3687" actId="478"/>
          <ac:spMkLst>
            <pc:docMk/>
            <pc:sldMk cId="140709708" sldId="4158"/>
            <ac:spMk id="9" creationId="{2BCB8318-E4C4-D242-AB82-69C884DC7B1F}"/>
          </ac:spMkLst>
        </pc:spChg>
        <pc:spChg chg="mod">
          <ac:chgData name="Kate Burda" userId="44c1ea53-84f5-4c7e-8f48-bfeb434f1f02" providerId="ADAL" clId="{353A9CC9-A9FD-8548-8853-9864BD4294D5}" dt="2022-08-03T20:42:29.647" v="3919" actId="20577"/>
          <ac:spMkLst>
            <pc:docMk/>
            <pc:sldMk cId="140709708" sldId="4158"/>
            <ac:spMk id="12" creationId="{BE62B539-C5A2-0B40-8678-C5DD097C993F}"/>
          </ac:spMkLst>
        </pc:spChg>
        <pc:spChg chg="del mod">
          <ac:chgData name="Kate Burda" userId="44c1ea53-84f5-4c7e-8f48-bfeb434f1f02" providerId="ADAL" clId="{353A9CC9-A9FD-8548-8853-9864BD4294D5}" dt="2022-08-03T20:28:44.622" v="3688" actId="478"/>
          <ac:spMkLst>
            <pc:docMk/>
            <pc:sldMk cId="140709708" sldId="4158"/>
            <ac:spMk id="13" creationId="{7C97B9EE-3417-1647-8474-6BEC78C6FBA4}"/>
          </ac:spMkLst>
        </pc:spChg>
        <pc:spChg chg="mod">
          <ac:chgData name="Kate Burda" userId="44c1ea53-84f5-4c7e-8f48-bfeb434f1f02" providerId="ADAL" clId="{353A9CC9-A9FD-8548-8853-9864BD4294D5}" dt="2022-08-03T20:41:43.709" v="3848" actId="115"/>
          <ac:spMkLst>
            <pc:docMk/>
            <pc:sldMk cId="140709708" sldId="4158"/>
            <ac:spMk id="15" creationId="{8DC64857-5BD9-3249-AA69-48CD8EBE394C}"/>
          </ac:spMkLst>
        </pc:spChg>
        <pc:spChg chg="del mod">
          <ac:chgData name="Kate Burda" userId="44c1ea53-84f5-4c7e-8f48-bfeb434f1f02" providerId="ADAL" clId="{353A9CC9-A9FD-8548-8853-9864BD4294D5}" dt="2022-08-03T20:28:47.908" v="3691" actId="478"/>
          <ac:spMkLst>
            <pc:docMk/>
            <pc:sldMk cId="140709708" sldId="4158"/>
            <ac:spMk id="16" creationId="{5C722023-EF56-E34C-B58B-1456E2E88AF3}"/>
          </ac:spMkLst>
        </pc:spChg>
        <pc:spChg chg="add mod">
          <ac:chgData name="Kate Burda" userId="44c1ea53-84f5-4c7e-8f48-bfeb434f1f02" providerId="ADAL" clId="{353A9CC9-A9FD-8548-8853-9864BD4294D5}" dt="2022-08-03T20:38:26.534" v="3756"/>
          <ac:spMkLst>
            <pc:docMk/>
            <pc:sldMk cId="140709708" sldId="4158"/>
            <ac:spMk id="20" creationId="{26AD047B-EE12-5B5C-4592-0408BBE43507}"/>
          </ac:spMkLst>
        </pc:spChg>
        <pc:spChg chg="del mod">
          <ac:chgData name="Kate Burda" userId="44c1ea53-84f5-4c7e-8f48-bfeb434f1f02" providerId="ADAL" clId="{353A9CC9-A9FD-8548-8853-9864BD4294D5}" dt="2022-08-03T20:28:45.793" v="3690"/>
          <ac:spMkLst>
            <pc:docMk/>
            <pc:sldMk cId="140709708" sldId="4158"/>
            <ac:spMk id="21" creationId="{D998CD5C-0F17-1D43-B52F-7AFEB451944F}"/>
          </ac:spMkLst>
        </pc:spChg>
        <pc:spChg chg="del mod">
          <ac:chgData name="Kate Burda" userId="44c1ea53-84f5-4c7e-8f48-bfeb434f1f02" providerId="ADAL" clId="{353A9CC9-A9FD-8548-8853-9864BD4294D5}" dt="2022-08-03T20:26:57.897" v="3656"/>
          <ac:spMkLst>
            <pc:docMk/>
            <pc:sldMk cId="140709708" sldId="4158"/>
            <ac:spMk id="22" creationId="{1BD73ECD-950A-B04F-A562-946D3C13E32E}"/>
          </ac:spMkLst>
        </pc:spChg>
        <pc:spChg chg="del">
          <ac:chgData name="Kate Burda" userId="44c1ea53-84f5-4c7e-8f48-bfeb434f1f02" providerId="ADAL" clId="{353A9CC9-A9FD-8548-8853-9864BD4294D5}" dt="2022-08-03T20:26:57.258" v="3654" actId="478"/>
          <ac:spMkLst>
            <pc:docMk/>
            <pc:sldMk cId="140709708" sldId="4158"/>
            <ac:spMk id="23" creationId="{879A3B6C-6E2C-D145-9B00-F75E9FDC4A36}"/>
          </ac:spMkLst>
        </pc:spChg>
        <pc:spChg chg="mod">
          <ac:chgData name="Kate Burda" userId="44c1ea53-84f5-4c7e-8f48-bfeb434f1f02" providerId="ADAL" clId="{353A9CC9-A9FD-8548-8853-9864BD4294D5}" dt="2022-08-03T20:38:18.717" v="3755" actId="1076"/>
          <ac:spMkLst>
            <pc:docMk/>
            <pc:sldMk cId="140709708" sldId="4158"/>
            <ac:spMk id="25" creationId="{5BBE604A-4A88-0260-58BD-D5C3F25C1CB0}"/>
          </ac:spMkLst>
        </pc:spChg>
        <pc:spChg chg="del">
          <ac:chgData name="Kate Burda" userId="44c1ea53-84f5-4c7e-8f48-bfeb434f1f02" providerId="ADAL" clId="{353A9CC9-A9FD-8548-8853-9864BD4294D5}" dt="2022-08-03T20:27:06.907" v="3658" actId="478"/>
          <ac:spMkLst>
            <pc:docMk/>
            <pc:sldMk cId="140709708" sldId="4158"/>
            <ac:spMk id="29" creationId="{8D2BD606-7884-5312-209D-9AA57024F977}"/>
          </ac:spMkLst>
        </pc:spChg>
        <pc:spChg chg="add del mod">
          <ac:chgData name="Kate Burda" userId="44c1ea53-84f5-4c7e-8f48-bfeb434f1f02" providerId="ADAL" clId="{353A9CC9-A9FD-8548-8853-9864BD4294D5}" dt="2022-08-03T20:43:47.711" v="3927"/>
          <ac:spMkLst>
            <pc:docMk/>
            <pc:sldMk cId="140709708" sldId="4158"/>
            <ac:spMk id="30" creationId="{152F51D3-6E54-B8EE-50BA-0C6F10A83DAD}"/>
          </ac:spMkLst>
        </pc:spChg>
        <pc:picChg chg="add mod">
          <ac:chgData name="Kate Burda" userId="44c1ea53-84f5-4c7e-8f48-bfeb434f1f02" providerId="ADAL" clId="{353A9CC9-A9FD-8548-8853-9864BD4294D5}" dt="2022-08-03T20:35:46.890" v="3708" actId="14100"/>
          <ac:picMkLst>
            <pc:docMk/>
            <pc:sldMk cId="140709708" sldId="4158"/>
            <ac:picMk id="5" creationId="{CE34DF5C-AC56-0512-BFD6-C1DA64C8AAC1}"/>
          </ac:picMkLst>
        </pc:picChg>
        <pc:picChg chg="add mod">
          <ac:chgData name="Kate Burda" userId="44c1ea53-84f5-4c7e-8f48-bfeb434f1f02" providerId="ADAL" clId="{353A9CC9-A9FD-8548-8853-9864BD4294D5}" dt="2022-08-03T20:38:06.079" v="3754" actId="14100"/>
          <ac:picMkLst>
            <pc:docMk/>
            <pc:sldMk cId="140709708" sldId="4158"/>
            <ac:picMk id="14" creationId="{2D6D5A84-727E-087B-C7E5-99E638F89CE7}"/>
          </ac:picMkLst>
        </pc:picChg>
        <pc:picChg chg="add mod">
          <ac:chgData name="Kate Burda" userId="44c1ea53-84f5-4c7e-8f48-bfeb434f1f02" providerId="ADAL" clId="{353A9CC9-A9FD-8548-8853-9864BD4294D5}" dt="2022-08-03T20:36:58.226" v="3731" actId="1076"/>
          <ac:picMkLst>
            <pc:docMk/>
            <pc:sldMk cId="140709708" sldId="4158"/>
            <ac:picMk id="18" creationId="{21A71825-2351-3D66-0EB3-686CCF56EC09}"/>
          </ac:picMkLst>
        </pc:picChg>
        <pc:cxnChg chg="mod">
          <ac:chgData name="Kate Burda" userId="44c1ea53-84f5-4c7e-8f48-bfeb434f1f02" providerId="ADAL" clId="{353A9CC9-A9FD-8548-8853-9864BD4294D5}" dt="2022-08-06T21:01:16.995" v="7786" actId="693"/>
          <ac:cxnSpMkLst>
            <pc:docMk/>
            <pc:sldMk cId="140709708" sldId="4158"/>
            <ac:cxnSpMk id="11" creationId="{D08E52F2-6953-480B-AFA5-E6F89FA4073E}"/>
          </ac:cxnSpMkLst>
        </pc:cxnChg>
        <pc:cxnChg chg="add mod">
          <ac:chgData name="Kate Burda" userId="44c1ea53-84f5-4c7e-8f48-bfeb434f1f02" providerId="ADAL" clId="{353A9CC9-A9FD-8548-8853-9864BD4294D5}" dt="2022-08-03T20:38:26.534" v="3756"/>
          <ac:cxnSpMkLst>
            <pc:docMk/>
            <pc:sldMk cId="140709708" sldId="4158"/>
            <ac:cxnSpMk id="19" creationId="{19E1A253-2CC8-6D84-32E3-AC6BB0EBB416}"/>
          </ac:cxnSpMkLst>
        </pc:cxnChg>
        <pc:cxnChg chg="del">
          <ac:chgData name="Kate Burda" userId="44c1ea53-84f5-4c7e-8f48-bfeb434f1f02" providerId="ADAL" clId="{353A9CC9-A9FD-8548-8853-9864BD4294D5}" dt="2022-08-03T20:27:06.907" v="3658" actId="478"/>
          <ac:cxnSpMkLst>
            <pc:docMk/>
            <pc:sldMk cId="140709708" sldId="4158"/>
            <ac:cxnSpMk id="26" creationId="{7A3912A5-A719-CFCC-E8D6-F2DF8056EF22}"/>
          </ac:cxnSpMkLst>
        </pc:cxnChg>
        <pc:cxnChg chg="add mod">
          <ac:chgData name="Kate Burda" userId="44c1ea53-84f5-4c7e-8f48-bfeb434f1f02" providerId="ADAL" clId="{353A9CC9-A9FD-8548-8853-9864BD4294D5}" dt="2022-08-03T20:43:36.141" v="3925" actId="1076"/>
          <ac:cxnSpMkLst>
            <pc:docMk/>
            <pc:sldMk cId="140709708" sldId="4158"/>
            <ac:cxnSpMk id="27" creationId="{AFDEABB1-03A0-39FB-2889-9CB289FCEF14}"/>
          </ac:cxnSpMkLst>
        </pc:cxnChg>
        <pc:cxnChg chg="add del mod">
          <ac:chgData name="Kate Burda" userId="44c1ea53-84f5-4c7e-8f48-bfeb434f1f02" providerId="ADAL" clId="{353A9CC9-A9FD-8548-8853-9864BD4294D5}" dt="2022-08-03T20:43:47.711" v="3927"/>
          <ac:cxnSpMkLst>
            <pc:docMk/>
            <pc:sldMk cId="140709708" sldId="4158"/>
            <ac:cxnSpMk id="28" creationId="{EB6A1795-43E3-2B74-B20B-082919DDC84B}"/>
          </ac:cxnSpMkLst>
        </pc:cxnChg>
        <pc:cxnChg chg="add mod">
          <ac:chgData name="Kate Burda" userId="44c1ea53-84f5-4c7e-8f48-bfeb434f1f02" providerId="ADAL" clId="{353A9CC9-A9FD-8548-8853-9864BD4294D5}" dt="2022-08-03T20:43:57.497" v="3930" actId="14100"/>
          <ac:cxnSpMkLst>
            <pc:docMk/>
            <pc:sldMk cId="140709708" sldId="4158"/>
            <ac:cxnSpMk id="31" creationId="{8BD22333-3C00-3CD1-C566-7FD74F5E3FC2}"/>
          </ac:cxnSpMkLst>
        </pc:cxnChg>
      </pc:sldChg>
      <pc:sldChg chg="addSp delSp modSp new mod modClrScheme chgLayout">
        <pc:chgData name="Kate Burda" userId="44c1ea53-84f5-4c7e-8f48-bfeb434f1f02" providerId="ADAL" clId="{353A9CC9-A9FD-8548-8853-9864BD4294D5}" dt="2022-08-07T00:08:09.659" v="8801" actId="1076"/>
        <pc:sldMkLst>
          <pc:docMk/>
          <pc:sldMk cId="4007650820" sldId="4159"/>
        </pc:sldMkLst>
        <pc:spChg chg="mod ord">
          <ac:chgData name="Kate Burda" userId="44c1ea53-84f5-4c7e-8f48-bfeb434f1f02" providerId="ADAL" clId="{353A9CC9-A9FD-8548-8853-9864BD4294D5}" dt="2022-08-07T00:07:58.883" v="8798" actId="1076"/>
          <ac:spMkLst>
            <pc:docMk/>
            <pc:sldMk cId="4007650820" sldId="4159"/>
            <ac:spMk id="2" creationId="{D6BAAF62-66C9-0403-764E-006D340903DF}"/>
          </ac:spMkLst>
        </pc:spChg>
        <pc:spChg chg="add mod ord">
          <ac:chgData name="Kate Burda" userId="44c1ea53-84f5-4c7e-8f48-bfeb434f1f02" providerId="ADAL" clId="{353A9CC9-A9FD-8548-8853-9864BD4294D5}" dt="2022-08-07T00:08:09.659" v="8801" actId="1076"/>
          <ac:spMkLst>
            <pc:docMk/>
            <pc:sldMk cId="4007650820" sldId="4159"/>
            <ac:spMk id="8" creationId="{0EBA9A8E-CF9F-0EDE-EDE5-4B963042E8DD}"/>
          </ac:spMkLst>
        </pc:spChg>
        <pc:spChg chg="add del">
          <ac:chgData name="Kate Burda" userId="44c1ea53-84f5-4c7e-8f48-bfeb434f1f02" providerId="ADAL" clId="{353A9CC9-A9FD-8548-8853-9864BD4294D5}" dt="2022-08-06T23:46:13.097" v="7867" actId="478"/>
          <ac:spMkLst>
            <pc:docMk/>
            <pc:sldMk cId="4007650820" sldId="4159"/>
            <ac:spMk id="13" creationId="{33D0CFD2-036D-459D-3B9E-7F54C1B8C048}"/>
          </ac:spMkLst>
        </pc:spChg>
        <pc:spChg chg="add del mod">
          <ac:chgData name="Kate Burda" userId="44c1ea53-84f5-4c7e-8f48-bfeb434f1f02" providerId="ADAL" clId="{353A9CC9-A9FD-8548-8853-9864BD4294D5}" dt="2022-08-06T23:51:20.467" v="7903" actId="478"/>
          <ac:spMkLst>
            <pc:docMk/>
            <pc:sldMk cId="4007650820" sldId="4159"/>
            <ac:spMk id="14" creationId="{0EB764C8-E6BE-2DC5-9D63-FB6A36ECD4E0}"/>
          </ac:spMkLst>
        </pc:spChg>
        <pc:spChg chg="add del mod">
          <ac:chgData name="Kate Burda" userId="44c1ea53-84f5-4c7e-8f48-bfeb434f1f02" providerId="ADAL" clId="{353A9CC9-A9FD-8548-8853-9864BD4294D5}" dt="2022-08-06T23:52:38.112" v="7919" actId="478"/>
          <ac:spMkLst>
            <pc:docMk/>
            <pc:sldMk cId="4007650820" sldId="4159"/>
            <ac:spMk id="15" creationId="{9BDB774E-3952-E812-F63F-B93529C0CF65}"/>
          </ac:spMkLst>
        </pc:spChg>
        <pc:spChg chg="add del mod">
          <ac:chgData name="Kate Burda" userId="44c1ea53-84f5-4c7e-8f48-bfeb434f1f02" providerId="ADAL" clId="{353A9CC9-A9FD-8548-8853-9864BD4294D5}" dt="2022-08-06T23:53:25.249" v="7927" actId="478"/>
          <ac:spMkLst>
            <pc:docMk/>
            <pc:sldMk cId="4007650820" sldId="4159"/>
            <ac:spMk id="16" creationId="{3243FA9B-154F-E9E2-491F-3EF791019A03}"/>
          </ac:spMkLst>
        </pc:spChg>
        <pc:spChg chg="add del mod">
          <ac:chgData name="Kate Burda" userId="44c1ea53-84f5-4c7e-8f48-bfeb434f1f02" providerId="ADAL" clId="{353A9CC9-A9FD-8548-8853-9864BD4294D5}" dt="2022-08-06T23:52:31.892" v="7918" actId="478"/>
          <ac:spMkLst>
            <pc:docMk/>
            <pc:sldMk cId="4007650820" sldId="4159"/>
            <ac:spMk id="23" creationId="{B0FD57BF-3F5E-AA7A-12FE-849622385D81}"/>
          </ac:spMkLst>
        </pc:spChg>
        <pc:spChg chg="add del mod">
          <ac:chgData name="Kate Burda" userId="44c1ea53-84f5-4c7e-8f48-bfeb434f1f02" providerId="ADAL" clId="{353A9CC9-A9FD-8548-8853-9864BD4294D5}" dt="2022-08-06T23:53:15.170" v="7926" actId="478"/>
          <ac:spMkLst>
            <pc:docMk/>
            <pc:sldMk cId="4007650820" sldId="4159"/>
            <ac:spMk id="24" creationId="{463A1F8F-58C6-4708-889A-2A39E8C07946}"/>
          </ac:spMkLst>
        </pc:spChg>
        <pc:spChg chg="add del mod">
          <ac:chgData name="Kate Burda" userId="44c1ea53-84f5-4c7e-8f48-bfeb434f1f02" providerId="ADAL" clId="{353A9CC9-A9FD-8548-8853-9864BD4294D5}" dt="2022-08-06T23:59:04.368" v="7984"/>
          <ac:spMkLst>
            <pc:docMk/>
            <pc:sldMk cId="4007650820" sldId="4159"/>
            <ac:spMk id="59" creationId="{73B15294-AE10-9883-FCBE-2BAFC12A375B}"/>
          </ac:spMkLst>
        </pc:spChg>
        <pc:spChg chg="add mod">
          <ac:chgData name="Kate Burda" userId="44c1ea53-84f5-4c7e-8f48-bfeb434f1f02" providerId="ADAL" clId="{353A9CC9-A9FD-8548-8853-9864BD4294D5}" dt="2022-08-07T00:01:43.093" v="8145" actId="1076"/>
          <ac:spMkLst>
            <pc:docMk/>
            <pc:sldMk cId="4007650820" sldId="4159"/>
            <ac:spMk id="60" creationId="{5B182994-E083-2D8D-9438-EAC16ED362BE}"/>
          </ac:spMkLst>
        </pc:spChg>
        <pc:grpChg chg="del mod">
          <ac:chgData name="Kate Burda" userId="44c1ea53-84f5-4c7e-8f48-bfeb434f1f02" providerId="ADAL" clId="{353A9CC9-A9FD-8548-8853-9864BD4294D5}" dt="2022-08-06T23:56:48.514" v="7955" actId="478"/>
          <ac:grpSpMkLst>
            <pc:docMk/>
            <pc:sldMk cId="4007650820" sldId="4159"/>
            <ac:grpSpMk id="47" creationId="{695D8CBD-6FB7-1D18-BDF5-1F6C8D319472}"/>
          </ac:grpSpMkLst>
        </pc:grpChg>
        <pc:grpChg chg="del mod">
          <ac:chgData name="Kate Burda" userId="44c1ea53-84f5-4c7e-8f48-bfeb434f1f02" providerId="ADAL" clId="{353A9CC9-A9FD-8548-8853-9864BD4294D5}" dt="2022-08-06T23:57:35.564" v="7963"/>
          <ac:grpSpMkLst>
            <pc:docMk/>
            <pc:sldMk cId="4007650820" sldId="4159"/>
            <ac:grpSpMk id="52" creationId="{81CEEED7-FE50-9843-7F6A-2581975416A0}"/>
          </ac:grpSpMkLst>
        </pc:grpChg>
        <pc:grpChg chg="del mod">
          <ac:chgData name="Kate Burda" userId="44c1ea53-84f5-4c7e-8f48-bfeb434f1f02" providerId="ADAL" clId="{353A9CC9-A9FD-8548-8853-9864BD4294D5}" dt="2022-08-06T23:57:39.209" v="7965"/>
          <ac:grpSpMkLst>
            <pc:docMk/>
            <pc:sldMk cId="4007650820" sldId="4159"/>
            <ac:grpSpMk id="54" creationId="{4596D80B-AAFB-1303-11E9-B0602721E93D}"/>
          </ac:grpSpMkLst>
        </pc:grpChg>
        <pc:grpChg chg="del mod">
          <ac:chgData name="Kate Burda" userId="44c1ea53-84f5-4c7e-8f48-bfeb434f1f02" providerId="ADAL" clId="{353A9CC9-A9FD-8548-8853-9864BD4294D5}" dt="2022-08-06T23:57:46.293" v="7967"/>
          <ac:grpSpMkLst>
            <pc:docMk/>
            <pc:sldMk cId="4007650820" sldId="4159"/>
            <ac:grpSpMk id="56" creationId="{555D2F9B-1979-B2D5-E81A-AB7B9159B7FC}"/>
          </ac:grpSpMkLst>
        </pc:grpChg>
        <pc:grpChg chg="add del mod">
          <ac:chgData name="Kate Burda" userId="44c1ea53-84f5-4c7e-8f48-bfeb434f1f02" providerId="ADAL" clId="{353A9CC9-A9FD-8548-8853-9864BD4294D5}" dt="2022-08-06T23:58:23.699" v="7975" actId="478"/>
          <ac:grpSpMkLst>
            <pc:docMk/>
            <pc:sldMk cId="4007650820" sldId="4159"/>
            <ac:grpSpMk id="58" creationId="{097A521F-963E-26AE-9493-317FA971CE26}"/>
          </ac:grpSpMkLst>
        </pc:grpChg>
        <pc:picChg chg="add mod">
          <ac:chgData name="Kate Burda" userId="44c1ea53-84f5-4c7e-8f48-bfeb434f1f02" providerId="ADAL" clId="{353A9CC9-A9FD-8548-8853-9864BD4294D5}" dt="2022-08-07T00:01:29.332" v="8141" actId="14100"/>
          <ac:picMkLst>
            <pc:docMk/>
            <pc:sldMk cId="4007650820" sldId="4159"/>
            <ac:picMk id="3" creationId="{754EF6EA-BBF7-6BB1-A351-29E2B35604AF}"/>
          </ac:picMkLst>
        </pc:picChg>
        <pc:inkChg chg="add del">
          <ac:chgData name="Kate Burda" userId="44c1ea53-84f5-4c7e-8f48-bfeb434f1f02" providerId="ADAL" clId="{353A9CC9-A9FD-8548-8853-9864BD4294D5}" dt="2022-08-06T23:54:48.684" v="7931" actId="9405"/>
          <ac:inkMkLst>
            <pc:docMk/>
            <pc:sldMk cId="4007650820" sldId="4159"/>
            <ac:inkMk id="25" creationId="{708EC57E-DBF3-BE11-AB39-FF93D84D6452}"/>
          </ac:inkMkLst>
        </pc:inkChg>
        <pc:inkChg chg="add del">
          <ac:chgData name="Kate Burda" userId="44c1ea53-84f5-4c7e-8f48-bfeb434f1f02" providerId="ADAL" clId="{353A9CC9-A9FD-8548-8853-9864BD4294D5}" dt="2022-08-06T23:54:47.172" v="7930" actId="9405"/>
          <ac:inkMkLst>
            <pc:docMk/>
            <pc:sldMk cId="4007650820" sldId="4159"/>
            <ac:inkMk id="26" creationId="{DE9DDADE-22DA-3320-B1E5-2BBF4E2337A3}"/>
          </ac:inkMkLst>
        </pc:inkChg>
        <pc:inkChg chg="add del mod">
          <ac:chgData name="Kate Burda" userId="44c1ea53-84f5-4c7e-8f48-bfeb434f1f02" providerId="ADAL" clId="{353A9CC9-A9FD-8548-8853-9864BD4294D5}" dt="2022-08-06T23:58:43.882" v="7981" actId="478"/>
          <ac:inkMkLst>
            <pc:docMk/>
            <pc:sldMk cId="4007650820" sldId="4159"/>
            <ac:inkMk id="27" creationId="{E33B413F-806B-361D-0E58-35AA823892AA}"/>
          </ac:inkMkLst>
        </pc:inkChg>
        <pc:inkChg chg="add del">
          <ac:chgData name="Kate Burda" userId="44c1ea53-84f5-4c7e-8f48-bfeb434f1f02" providerId="ADAL" clId="{353A9CC9-A9FD-8548-8853-9864BD4294D5}" dt="2022-08-06T23:57:57.446" v="7971"/>
          <ac:inkMkLst>
            <pc:docMk/>
            <pc:sldMk cId="4007650820" sldId="4159"/>
            <ac:inkMk id="28" creationId="{76E91125-0337-0D3F-68B7-410A5F3B3CCC}"/>
          </ac:inkMkLst>
        </pc:inkChg>
        <pc:inkChg chg="add del">
          <ac:chgData name="Kate Burda" userId="44c1ea53-84f5-4c7e-8f48-bfeb434f1f02" providerId="ADAL" clId="{353A9CC9-A9FD-8548-8853-9864BD4294D5}" dt="2022-08-06T23:57:57.447" v="7972"/>
          <ac:inkMkLst>
            <pc:docMk/>
            <pc:sldMk cId="4007650820" sldId="4159"/>
            <ac:inkMk id="29" creationId="{0DD29619-F13A-8E44-ACA2-93E50B255C7D}"/>
          </ac:inkMkLst>
        </pc:inkChg>
        <pc:inkChg chg="add del">
          <ac:chgData name="Kate Burda" userId="44c1ea53-84f5-4c7e-8f48-bfeb434f1f02" providerId="ADAL" clId="{353A9CC9-A9FD-8548-8853-9864BD4294D5}" dt="2022-08-06T23:57:52.894" v="7969"/>
          <ac:inkMkLst>
            <pc:docMk/>
            <pc:sldMk cId="4007650820" sldId="4159"/>
            <ac:inkMk id="30" creationId="{0AC706B3-D616-9A5A-DA8D-1A97819FBDF4}"/>
          </ac:inkMkLst>
        </pc:inkChg>
        <pc:inkChg chg="add del">
          <ac:chgData name="Kate Burda" userId="44c1ea53-84f5-4c7e-8f48-bfeb434f1f02" providerId="ADAL" clId="{353A9CC9-A9FD-8548-8853-9864BD4294D5}" dt="2022-08-06T23:57:52.893" v="7968"/>
          <ac:inkMkLst>
            <pc:docMk/>
            <pc:sldMk cId="4007650820" sldId="4159"/>
            <ac:inkMk id="31" creationId="{A2E50BA7-F864-8EBB-6E96-A04ADDA4AFCD}"/>
          </ac:inkMkLst>
        </pc:inkChg>
        <pc:inkChg chg="add del">
          <ac:chgData name="Kate Burda" userId="44c1ea53-84f5-4c7e-8f48-bfeb434f1f02" providerId="ADAL" clId="{353A9CC9-A9FD-8548-8853-9864BD4294D5}" dt="2022-08-06T23:55:56.134" v="7938"/>
          <ac:inkMkLst>
            <pc:docMk/>
            <pc:sldMk cId="4007650820" sldId="4159"/>
            <ac:inkMk id="32" creationId="{7DCA1D19-CD7A-1970-D518-B8BED5D27C16}"/>
          </ac:inkMkLst>
        </pc:inkChg>
        <pc:inkChg chg="add del">
          <ac:chgData name="Kate Burda" userId="44c1ea53-84f5-4c7e-8f48-bfeb434f1f02" providerId="ADAL" clId="{353A9CC9-A9FD-8548-8853-9864BD4294D5}" dt="2022-08-06T23:58:43.882" v="7981" actId="478"/>
          <ac:inkMkLst>
            <pc:docMk/>
            <pc:sldMk cId="4007650820" sldId="4159"/>
            <ac:inkMk id="33" creationId="{96AF9871-4F34-C0BD-815C-A2E674F525B7}"/>
          </ac:inkMkLst>
        </pc:inkChg>
        <pc:inkChg chg="add del">
          <ac:chgData name="Kate Burda" userId="44c1ea53-84f5-4c7e-8f48-bfeb434f1f02" providerId="ADAL" clId="{353A9CC9-A9FD-8548-8853-9864BD4294D5}" dt="2022-08-06T23:58:43.882" v="7981" actId="478"/>
          <ac:inkMkLst>
            <pc:docMk/>
            <pc:sldMk cId="4007650820" sldId="4159"/>
            <ac:inkMk id="34" creationId="{5FA77F70-F3C0-658B-9B59-6E56776132D9}"/>
          </ac:inkMkLst>
        </pc:inkChg>
        <pc:inkChg chg="add del">
          <ac:chgData name="Kate Burda" userId="44c1ea53-84f5-4c7e-8f48-bfeb434f1f02" providerId="ADAL" clId="{353A9CC9-A9FD-8548-8853-9864BD4294D5}" dt="2022-08-06T23:58:43.882" v="7981" actId="478"/>
          <ac:inkMkLst>
            <pc:docMk/>
            <pc:sldMk cId="4007650820" sldId="4159"/>
            <ac:inkMk id="35" creationId="{6081C257-0851-9595-446D-9388647CB94A}"/>
          </ac:inkMkLst>
        </pc:inkChg>
        <pc:inkChg chg="add del">
          <ac:chgData name="Kate Burda" userId="44c1ea53-84f5-4c7e-8f48-bfeb434f1f02" providerId="ADAL" clId="{353A9CC9-A9FD-8548-8853-9864BD4294D5}" dt="2022-08-06T23:56:55.050" v="7956" actId="478"/>
          <ac:inkMkLst>
            <pc:docMk/>
            <pc:sldMk cId="4007650820" sldId="4159"/>
            <ac:inkMk id="36" creationId="{F7C38247-87E0-C40C-9F18-9879B502EFB4}"/>
          </ac:inkMkLst>
        </pc:inkChg>
        <pc:inkChg chg="add del">
          <ac:chgData name="Kate Burda" userId="44c1ea53-84f5-4c7e-8f48-bfeb434f1f02" providerId="ADAL" clId="{353A9CC9-A9FD-8548-8853-9864BD4294D5}" dt="2022-08-06T23:58:34.959" v="7979" actId="478"/>
          <ac:inkMkLst>
            <pc:docMk/>
            <pc:sldMk cId="4007650820" sldId="4159"/>
            <ac:inkMk id="37" creationId="{7297CE2F-73BA-F4A1-080B-AD91D6DA7F2F}"/>
          </ac:inkMkLst>
        </pc:inkChg>
        <pc:inkChg chg="add mod">
          <ac:chgData name="Kate Burda" userId="44c1ea53-84f5-4c7e-8f48-bfeb434f1f02" providerId="ADAL" clId="{353A9CC9-A9FD-8548-8853-9864BD4294D5}" dt="2022-08-06T23:56:40.425" v="7953"/>
          <ac:inkMkLst>
            <pc:docMk/>
            <pc:sldMk cId="4007650820" sldId="4159"/>
            <ac:inkMk id="38" creationId="{E32B818E-271D-EBFC-2D59-E2270F1C4C88}"/>
          </ac:inkMkLst>
        </pc:inkChg>
        <pc:inkChg chg="add mod">
          <ac:chgData name="Kate Burda" userId="44c1ea53-84f5-4c7e-8f48-bfeb434f1f02" providerId="ADAL" clId="{353A9CC9-A9FD-8548-8853-9864BD4294D5}" dt="2022-08-06T23:56:40.425" v="7953"/>
          <ac:inkMkLst>
            <pc:docMk/>
            <pc:sldMk cId="4007650820" sldId="4159"/>
            <ac:inkMk id="39" creationId="{AA5AA908-1EF3-E704-0031-E8B91ABA10D0}"/>
          </ac:inkMkLst>
        </pc:inkChg>
        <pc:inkChg chg="add mod">
          <ac:chgData name="Kate Burda" userId="44c1ea53-84f5-4c7e-8f48-bfeb434f1f02" providerId="ADAL" clId="{353A9CC9-A9FD-8548-8853-9864BD4294D5}" dt="2022-08-06T23:56:40.425" v="7953"/>
          <ac:inkMkLst>
            <pc:docMk/>
            <pc:sldMk cId="4007650820" sldId="4159"/>
            <ac:inkMk id="40" creationId="{8887670E-3A21-7EE6-3925-CCDFD3C6533D}"/>
          </ac:inkMkLst>
        </pc:inkChg>
        <pc:inkChg chg="add mod">
          <ac:chgData name="Kate Burda" userId="44c1ea53-84f5-4c7e-8f48-bfeb434f1f02" providerId="ADAL" clId="{353A9CC9-A9FD-8548-8853-9864BD4294D5}" dt="2022-08-06T23:56:40.425" v="7953"/>
          <ac:inkMkLst>
            <pc:docMk/>
            <pc:sldMk cId="4007650820" sldId="4159"/>
            <ac:inkMk id="41" creationId="{63C9FE6C-CFB3-8724-E507-6A6537449546}"/>
          </ac:inkMkLst>
        </pc:inkChg>
        <pc:inkChg chg="add mod">
          <ac:chgData name="Kate Burda" userId="44c1ea53-84f5-4c7e-8f48-bfeb434f1f02" providerId="ADAL" clId="{353A9CC9-A9FD-8548-8853-9864BD4294D5}" dt="2022-08-06T23:56:40.425" v="7953"/>
          <ac:inkMkLst>
            <pc:docMk/>
            <pc:sldMk cId="4007650820" sldId="4159"/>
            <ac:inkMk id="42" creationId="{58252EF9-559C-0E8C-5FDD-287852ADCD00}"/>
          </ac:inkMkLst>
        </pc:inkChg>
        <pc:inkChg chg="add mod">
          <ac:chgData name="Kate Burda" userId="44c1ea53-84f5-4c7e-8f48-bfeb434f1f02" providerId="ADAL" clId="{353A9CC9-A9FD-8548-8853-9864BD4294D5}" dt="2022-08-06T23:56:40.425" v="7953"/>
          <ac:inkMkLst>
            <pc:docMk/>
            <pc:sldMk cId="4007650820" sldId="4159"/>
            <ac:inkMk id="43" creationId="{78E86EF9-F986-008F-4BF1-B6081979A80A}"/>
          </ac:inkMkLst>
        </pc:inkChg>
        <pc:inkChg chg="add mod">
          <ac:chgData name="Kate Burda" userId="44c1ea53-84f5-4c7e-8f48-bfeb434f1f02" providerId="ADAL" clId="{353A9CC9-A9FD-8548-8853-9864BD4294D5}" dt="2022-08-06T23:56:40.425" v="7953"/>
          <ac:inkMkLst>
            <pc:docMk/>
            <pc:sldMk cId="4007650820" sldId="4159"/>
            <ac:inkMk id="44" creationId="{BFE8CDDE-0FC5-E3A6-958D-D90B25667F0F}"/>
          </ac:inkMkLst>
        </pc:inkChg>
        <pc:inkChg chg="add mod">
          <ac:chgData name="Kate Burda" userId="44c1ea53-84f5-4c7e-8f48-bfeb434f1f02" providerId="ADAL" clId="{353A9CC9-A9FD-8548-8853-9864BD4294D5}" dt="2022-08-06T23:56:40.425" v="7953"/>
          <ac:inkMkLst>
            <pc:docMk/>
            <pc:sldMk cId="4007650820" sldId="4159"/>
            <ac:inkMk id="45" creationId="{F38DB2B9-488E-3CD2-0F96-AF6C9370EE32}"/>
          </ac:inkMkLst>
        </pc:inkChg>
        <pc:inkChg chg="add mod">
          <ac:chgData name="Kate Burda" userId="44c1ea53-84f5-4c7e-8f48-bfeb434f1f02" providerId="ADAL" clId="{353A9CC9-A9FD-8548-8853-9864BD4294D5}" dt="2022-08-06T23:56:40.425" v="7953"/>
          <ac:inkMkLst>
            <pc:docMk/>
            <pc:sldMk cId="4007650820" sldId="4159"/>
            <ac:inkMk id="46" creationId="{7A1C6A46-D31F-278E-E5B4-5C6084490975}"/>
          </ac:inkMkLst>
        </pc:inkChg>
        <pc:inkChg chg="add del">
          <ac:chgData name="Kate Burda" userId="44c1ea53-84f5-4c7e-8f48-bfeb434f1f02" providerId="ADAL" clId="{353A9CC9-A9FD-8548-8853-9864BD4294D5}" dt="2022-08-06T23:58:43.882" v="7981" actId="478"/>
          <ac:inkMkLst>
            <pc:docMk/>
            <pc:sldMk cId="4007650820" sldId="4159"/>
            <ac:inkMk id="48" creationId="{AF393192-ACCF-28EA-02A6-3609BF7CC55E}"/>
          </ac:inkMkLst>
        </pc:inkChg>
        <pc:inkChg chg="add del">
          <ac:chgData name="Kate Burda" userId="44c1ea53-84f5-4c7e-8f48-bfeb434f1f02" providerId="ADAL" clId="{353A9CC9-A9FD-8548-8853-9864BD4294D5}" dt="2022-08-06T23:58:29.896" v="7977" actId="478"/>
          <ac:inkMkLst>
            <pc:docMk/>
            <pc:sldMk cId="4007650820" sldId="4159"/>
            <ac:inkMk id="49" creationId="{5B3174FD-ECE2-2872-F179-4B27D2921E67}"/>
          </ac:inkMkLst>
        </pc:inkChg>
        <pc:inkChg chg="add del mod">
          <ac:chgData name="Kate Burda" userId="44c1ea53-84f5-4c7e-8f48-bfeb434f1f02" providerId="ADAL" clId="{353A9CC9-A9FD-8548-8853-9864BD4294D5}" dt="2022-08-06T23:58:05.484" v="7974"/>
          <ac:inkMkLst>
            <pc:docMk/>
            <pc:sldMk cId="4007650820" sldId="4159"/>
            <ac:inkMk id="50" creationId="{1618C7DB-FB5B-21B9-C44F-4561E533D374}"/>
          </ac:inkMkLst>
        </pc:inkChg>
        <pc:inkChg chg="add mod">
          <ac:chgData name="Kate Burda" userId="44c1ea53-84f5-4c7e-8f48-bfeb434f1f02" providerId="ADAL" clId="{353A9CC9-A9FD-8548-8853-9864BD4294D5}" dt="2022-08-06T23:58:05.484" v="7974"/>
          <ac:inkMkLst>
            <pc:docMk/>
            <pc:sldMk cId="4007650820" sldId="4159"/>
            <ac:inkMk id="51" creationId="{8A446D99-AB35-0CD7-00A2-FAFBAFA28674}"/>
          </ac:inkMkLst>
        </pc:inkChg>
        <pc:inkChg chg="add del mod">
          <ac:chgData name="Kate Burda" userId="44c1ea53-84f5-4c7e-8f48-bfeb434f1f02" providerId="ADAL" clId="{353A9CC9-A9FD-8548-8853-9864BD4294D5}" dt="2022-08-06T23:58:32.158" v="7978" actId="478"/>
          <ac:inkMkLst>
            <pc:docMk/>
            <pc:sldMk cId="4007650820" sldId="4159"/>
            <ac:inkMk id="53" creationId="{C44525CF-7791-D8C0-E291-83544C9D67CA}"/>
          </ac:inkMkLst>
        </pc:inkChg>
        <pc:inkChg chg="add del mod">
          <ac:chgData name="Kate Burda" userId="44c1ea53-84f5-4c7e-8f48-bfeb434f1f02" providerId="ADAL" clId="{353A9CC9-A9FD-8548-8853-9864BD4294D5}" dt="2022-08-06T23:58:28.222" v="7976" actId="478"/>
          <ac:inkMkLst>
            <pc:docMk/>
            <pc:sldMk cId="4007650820" sldId="4159"/>
            <ac:inkMk id="55" creationId="{4E5EA5FF-9423-5FE9-C58C-BE8CF96DD360}"/>
          </ac:inkMkLst>
        </pc:inkChg>
        <pc:inkChg chg="add del mod">
          <ac:chgData name="Kate Burda" userId="44c1ea53-84f5-4c7e-8f48-bfeb434f1f02" providerId="ADAL" clId="{353A9CC9-A9FD-8548-8853-9864BD4294D5}" dt="2022-08-06T23:57:52.894" v="7970"/>
          <ac:inkMkLst>
            <pc:docMk/>
            <pc:sldMk cId="4007650820" sldId="4159"/>
            <ac:inkMk id="57" creationId="{9113F07B-F12F-8410-7CDC-DA8B6B6DE321}"/>
          </ac:inkMkLst>
        </pc:inkChg>
        <pc:cxnChg chg="add mod">
          <ac:chgData name="Kate Burda" userId="44c1ea53-84f5-4c7e-8f48-bfeb434f1f02" providerId="ADAL" clId="{353A9CC9-A9FD-8548-8853-9864BD4294D5}" dt="2022-08-07T00:01:39.257" v="8144" actId="1076"/>
          <ac:cxnSpMkLst>
            <pc:docMk/>
            <pc:sldMk cId="4007650820" sldId="4159"/>
            <ac:cxnSpMk id="5" creationId="{DA101A2D-C6EB-7E20-C08C-AE9AB12AA87A}"/>
          </ac:cxnSpMkLst>
        </pc:cxnChg>
        <pc:cxnChg chg="add mod">
          <ac:chgData name="Kate Burda" userId="44c1ea53-84f5-4c7e-8f48-bfeb434f1f02" providerId="ADAL" clId="{353A9CC9-A9FD-8548-8853-9864BD4294D5}" dt="2022-08-07T00:01:35.856" v="8143" actId="14100"/>
          <ac:cxnSpMkLst>
            <pc:docMk/>
            <pc:sldMk cId="4007650820" sldId="4159"/>
            <ac:cxnSpMk id="6" creationId="{B0CC5904-84CF-A7D9-6295-9F6F56C49A5B}"/>
          </ac:cxnSpMkLst>
        </pc:cxnChg>
        <pc:cxnChg chg="add del mod">
          <ac:chgData name="Kate Burda" userId="44c1ea53-84f5-4c7e-8f48-bfeb434f1f02" providerId="ADAL" clId="{353A9CC9-A9FD-8548-8853-9864BD4294D5}" dt="2022-08-06T23:52:12.880" v="7913" actId="478"/>
          <ac:cxnSpMkLst>
            <pc:docMk/>
            <pc:sldMk cId="4007650820" sldId="4159"/>
            <ac:cxnSpMk id="20" creationId="{8285809C-4F24-197C-821C-7AC310ECEC83}"/>
          </ac:cxnSpMkLst>
        </pc:cxnChg>
      </pc:sldChg>
      <pc:sldChg chg="modSp new del mod">
        <pc:chgData name="Kate Burda" userId="44c1ea53-84f5-4c7e-8f48-bfeb434f1f02" providerId="ADAL" clId="{353A9CC9-A9FD-8548-8853-9864BD4294D5}" dt="2022-08-07T00:40:19.253" v="8807" actId="2696"/>
        <pc:sldMkLst>
          <pc:docMk/>
          <pc:sldMk cId="139559047" sldId="4160"/>
        </pc:sldMkLst>
        <pc:spChg chg="mod">
          <ac:chgData name="Kate Burda" userId="44c1ea53-84f5-4c7e-8f48-bfeb434f1f02" providerId="ADAL" clId="{353A9CC9-A9FD-8548-8853-9864BD4294D5}" dt="2022-08-07T00:11:47.786" v="8806" actId="20577"/>
          <ac:spMkLst>
            <pc:docMk/>
            <pc:sldMk cId="139559047" sldId="4160"/>
            <ac:spMk id="2" creationId="{0EF10CC2-CDAD-6261-A873-DDCAF65AF5EC}"/>
          </ac:spMkLst>
        </pc:spChg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1664204023" sldId="4160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2321261012" sldId="4161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3790747920" sldId="4162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2095692553" sldId="4163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3349996224" sldId="4164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3227004576" sldId="4165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28677295" sldId="4166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2301819637" sldId="4167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251409506" sldId="4168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114966793" sldId="4169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1896819792" sldId="4170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728706153" sldId="4171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3955295679" sldId="4172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2606444016" sldId="4173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2376486229" sldId="4174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2253846738" sldId="4175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1605450965" sldId="4176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1181188486" sldId="4177"/>
        </pc:sldMkLst>
      </pc:sldChg>
      <pc:sldChg chg="add">
        <pc:chgData name="Kate Burda" userId="44c1ea53-84f5-4c7e-8f48-bfeb434f1f02" providerId="ADAL" clId="{353A9CC9-A9FD-8548-8853-9864BD4294D5}" dt="2022-08-17T14:54:28.197" v="8810"/>
        <pc:sldMkLst>
          <pc:docMk/>
          <pc:sldMk cId="3090688922" sldId="41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BD31-D430-3F4A-8B46-78DCED41C9B6}" type="datetimeFigureOut">
              <a:rPr lang="en-US" smtClean="0"/>
              <a:t>8/17/22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48C49-7632-A24D-A577-D5A024C91C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4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204A1-840D-CA41-9990-2FBF1DA0CC2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37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 Apply, Reinforce/Refresh</a:t>
            </a:r>
            <a:r>
              <a:rPr lang="en-US" baseline="0" dirty="0"/>
              <a:t> &amp; Coach Sessions: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Virtual / WebEx sessions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60-90 minutes each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Interactive with whiteboards and Q&amp;A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Before each session Account Directors apply strategic selling principle &amp; tool to a target account</a:t>
            </a:r>
          </a:p>
          <a:p>
            <a:pPr marL="58738" indent="-58738">
              <a:lnSpc>
                <a:spcPct val="90000"/>
              </a:lnSpc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In session:</a:t>
            </a:r>
          </a:p>
          <a:p>
            <a:pPr marL="115888" lvl="1" indent="-58738">
              <a:lnSpc>
                <a:spcPct val="90000"/>
              </a:lnSpc>
              <a:spcAft>
                <a:spcPts val="100"/>
              </a:spcAft>
              <a:buFont typeface="Courier New" charset="0"/>
              <a:buChar char="o"/>
              <a:defRPr/>
            </a:pPr>
            <a:r>
              <a:rPr lang="en-US" sz="600" kern="0" dirty="0">
                <a:solidFill>
                  <a:sysClr val="windowText" lastClr="000000"/>
                </a:solidFill>
                <a:latin typeface="Calibri"/>
              </a:rPr>
              <a:t>Review &amp; refresh </a:t>
            </a:r>
          </a:p>
          <a:p>
            <a:pPr marL="115888" lvl="1" indent="-58738">
              <a:lnSpc>
                <a:spcPct val="90000"/>
              </a:lnSpc>
              <a:spcAft>
                <a:spcPts val="100"/>
              </a:spcAft>
              <a:buFont typeface="Courier New" charset="0"/>
              <a:buChar char="o"/>
              <a:defRPr/>
            </a:pPr>
            <a:r>
              <a:rPr lang="en-US" sz="600" kern="0" dirty="0">
                <a:solidFill>
                  <a:sysClr val="windowText" lastClr="000000"/>
                </a:solidFill>
                <a:latin typeface="Calibri"/>
              </a:rPr>
              <a:t>2-3 Account Directors share experience application</a:t>
            </a:r>
          </a:p>
          <a:p>
            <a:pPr marL="115888" lvl="1" indent="-58738">
              <a:lnSpc>
                <a:spcPct val="90000"/>
              </a:lnSpc>
              <a:spcAft>
                <a:spcPts val="100"/>
              </a:spcAft>
              <a:buFont typeface="Courier New" charset="0"/>
              <a:buChar char="o"/>
              <a:defRPr/>
            </a:pPr>
            <a:r>
              <a:rPr lang="en-US" sz="600" kern="0" dirty="0">
                <a:solidFill>
                  <a:sysClr val="windowText" lastClr="000000"/>
                </a:solidFill>
                <a:latin typeface="Calibri"/>
              </a:rPr>
              <a:t>Peers, leaders &amp; TSG provide feedback (WWW / DD / how to apply)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BB8463-FF47-4AB8-A37C-6B473AF28FB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718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204A1-840D-CA41-9990-2FBF1DA0CC2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694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 Apply, Reinforce/Refresh</a:t>
            </a:r>
            <a:r>
              <a:rPr lang="en-US" baseline="0" dirty="0"/>
              <a:t> &amp; Coach Sessions: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Virtual / WebEx sessions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60-90 minutes each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Interactive with whiteboards and Q&amp;A</a:t>
            </a:r>
          </a:p>
          <a:p>
            <a:pPr marL="58738" indent="-58738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Before each session Account Directors apply strategic selling principle &amp; tool to a target account</a:t>
            </a:r>
          </a:p>
          <a:p>
            <a:pPr marL="58738" indent="-58738">
              <a:lnSpc>
                <a:spcPct val="90000"/>
              </a:lnSpc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lang="en-US" sz="700" kern="0" dirty="0">
                <a:solidFill>
                  <a:sysClr val="windowText" lastClr="000000"/>
                </a:solidFill>
                <a:latin typeface="Calibri"/>
              </a:rPr>
              <a:t>In session:</a:t>
            </a:r>
          </a:p>
          <a:p>
            <a:pPr marL="115888" lvl="1" indent="-58738">
              <a:lnSpc>
                <a:spcPct val="90000"/>
              </a:lnSpc>
              <a:spcAft>
                <a:spcPts val="100"/>
              </a:spcAft>
              <a:buFont typeface="Courier New" charset="0"/>
              <a:buChar char="o"/>
              <a:defRPr/>
            </a:pPr>
            <a:r>
              <a:rPr lang="en-US" sz="600" kern="0" dirty="0">
                <a:solidFill>
                  <a:sysClr val="windowText" lastClr="000000"/>
                </a:solidFill>
                <a:latin typeface="Calibri"/>
              </a:rPr>
              <a:t>Review &amp; refresh </a:t>
            </a:r>
          </a:p>
          <a:p>
            <a:pPr marL="115888" lvl="1" indent="-58738">
              <a:lnSpc>
                <a:spcPct val="90000"/>
              </a:lnSpc>
              <a:spcAft>
                <a:spcPts val="100"/>
              </a:spcAft>
              <a:buFont typeface="Courier New" charset="0"/>
              <a:buChar char="o"/>
              <a:defRPr/>
            </a:pPr>
            <a:r>
              <a:rPr lang="en-US" sz="600" kern="0" dirty="0">
                <a:solidFill>
                  <a:sysClr val="windowText" lastClr="000000"/>
                </a:solidFill>
                <a:latin typeface="Calibri"/>
              </a:rPr>
              <a:t>2-3 Account Directors share experience application</a:t>
            </a:r>
          </a:p>
          <a:p>
            <a:pPr marL="115888" lvl="1" indent="-58738">
              <a:lnSpc>
                <a:spcPct val="90000"/>
              </a:lnSpc>
              <a:spcAft>
                <a:spcPts val="100"/>
              </a:spcAft>
              <a:buFont typeface="Courier New" charset="0"/>
              <a:buChar char="o"/>
              <a:defRPr/>
            </a:pPr>
            <a:r>
              <a:rPr lang="en-US" sz="600" kern="0" dirty="0">
                <a:solidFill>
                  <a:sysClr val="windowText" lastClr="000000"/>
                </a:solidFill>
                <a:latin typeface="Calibri"/>
              </a:rPr>
              <a:t>Peers, leaders &amp; TSG provide feedback (WWW / DD / how to apply)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BB8463-FF47-4AB8-A37C-6B473AF28FBD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493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3030" y="491744"/>
            <a:ext cx="2617939" cy="675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8/17/22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8/17/22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8/17/22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8/17/22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8/17/22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0"/>
            <a:ext cx="9144000" cy="446049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84" y="50304"/>
            <a:ext cx="8712831" cy="323165"/>
          </a:xfrm>
        </p:spPr>
        <p:txBody>
          <a:bodyPr lIns="0" tIns="0" rIns="0" bIns="0"/>
          <a:lstStyle>
            <a:lvl1pPr algn="ctr">
              <a:defRPr sz="21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685800"/>
            <a:ext cx="9144000" cy="4457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71450"/>
            <a:ext cx="7772400" cy="323165"/>
          </a:xfrm>
        </p:spPr>
        <p:txBody>
          <a:bodyPr/>
          <a:lstStyle>
            <a:lvl1pPr algn="r">
              <a:defRPr sz="2100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Insert 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145" y="-537260"/>
            <a:ext cx="1295522" cy="1817468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9581F233-BCDC-1D47-8FFD-154F2846E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82000" y="4783455"/>
            <a:ext cx="304800" cy="184666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51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34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352534" y="4783455"/>
            <a:ext cx="438931" cy="21876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BA4BD-261B-294C-8FFE-5F808C6609ED}" type="datetime1">
              <a:rPr lang="en-US" smtClean="0"/>
              <a:t>8/17/22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84666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94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15584" y="147319"/>
            <a:ext cx="8712831" cy="3231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5139299" y="4717240"/>
            <a:ext cx="450328" cy="92333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600">
                <a:solidFill>
                  <a:schemeClr val="bg2"/>
                </a:solidFill>
                <a:latin typeface="Verdana"/>
                <a:cs typeface="Verdana"/>
              </a:defRPr>
            </a:lvl1pPr>
          </a:lstStyle>
          <a:p>
            <a:fld id="{81BF0B4E-CE60-AB48-9D7E-4434414A7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121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584" y="147319"/>
            <a:ext cx="8712831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31029" y="1031747"/>
            <a:ext cx="6281940" cy="3465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8/17/22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jpg"/><Relationship Id="rId18" Type="http://schemas.openxmlformats.org/officeDocument/2006/relationships/image" Target="../media/image35.png"/><Relationship Id="rId3" Type="http://schemas.openxmlformats.org/officeDocument/2006/relationships/image" Target="../media/image20.jp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jp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jpg"/><Relationship Id="rId20" Type="http://schemas.openxmlformats.org/officeDocument/2006/relationships/image" Target="../media/image3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g"/><Relationship Id="rId11" Type="http://schemas.openxmlformats.org/officeDocument/2006/relationships/image" Target="../media/image28.jpg"/><Relationship Id="rId5" Type="http://schemas.openxmlformats.org/officeDocument/2006/relationships/image" Target="../media/image22.jpg"/><Relationship Id="rId15" Type="http://schemas.openxmlformats.org/officeDocument/2006/relationships/image" Target="../media/image32.jpg"/><Relationship Id="rId23" Type="http://schemas.openxmlformats.org/officeDocument/2006/relationships/image" Target="../media/image40.png"/><Relationship Id="rId10" Type="http://schemas.openxmlformats.org/officeDocument/2006/relationships/image" Target="../media/image27.jp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jpg"/><Relationship Id="rId22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jpg"/><Relationship Id="rId18" Type="http://schemas.openxmlformats.org/officeDocument/2006/relationships/image" Target="../media/image35.png"/><Relationship Id="rId3" Type="http://schemas.openxmlformats.org/officeDocument/2006/relationships/image" Target="../media/image20.jp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jp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jpg"/><Relationship Id="rId20" Type="http://schemas.openxmlformats.org/officeDocument/2006/relationships/image" Target="../media/image3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g"/><Relationship Id="rId11" Type="http://schemas.openxmlformats.org/officeDocument/2006/relationships/image" Target="../media/image28.jpg"/><Relationship Id="rId5" Type="http://schemas.openxmlformats.org/officeDocument/2006/relationships/image" Target="../media/image22.jpg"/><Relationship Id="rId15" Type="http://schemas.openxmlformats.org/officeDocument/2006/relationships/image" Target="../media/image32.jpg"/><Relationship Id="rId23" Type="http://schemas.openxmlformats.org/officeDocument/2006/relationships/image" Target="../media/image40.png"/><Relationship Id="rId10" Type="http://schemas.openxmlformats.org/officeDocument/2006/relationships/image" Target="../media/image27.jp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jpg"/><Relationship Id="rId22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448"/>
            <a:ext cx="9144000" cy="975051"/>
          </a:xfrm>
          <a:custGeom>
            <a:avLst/>
            <a:gdLst/>
            <a:ahLst/>
            <a:cxnLst/>
            <a:rect l="l" t="t" r="r" b="b"/>
            <a:pathLst>
              <a:path w="9144000" h="895985">
                <a:moveTo>
                  <a:pt x="0" y="0"/>
                </a:moveTo>
                <a:lnTo>
                  <a:pt x="9143998" y="0"/>
                </a:lnTo>
                <a:lnTo>
                  <a:pt x="9143998" y="895986"/>
                </a:lnTo>
                <a:lnTo>
                  <a:pt x="0" y="89598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lvl="1"/>
            <a:endParaRPr lang="en-US" dirty="0"/>
          </a:p>
          <a:p>
            <a:r>
              <a:rPr lang="en-US" dirty="0">
                <a:latin typeface="Franklin Gothic Book" panose="020B0503020102020204" pitchFamily="34" charset="0"/>
              </a:rPr>
              <a:t>  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Prepared for:  Jasmine Ang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" y="0"/>
            <a:ext cx="9143999" cy="405384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11660" y="9859"/>
            <a:ext cx="9138285" cy="380335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solidFill>
            <a:srgbClr val="A015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947" y="0"/>
            <a:ext cx="9138285" cy="336550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5946" y="338989"/>
            <a:ext cx="9138052" cy="3950983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5947" y="2732684"/>
            <a:ext cx="9138285" cy="632460"/>
          </a:xfrm>
          <a:custGeom>
            <a:avLst/>
            <a:gdLst/>
            <a:ahLst/>
            <a:cxnLst/>
            <a:rect l="l" t="t" r="r" b="b"/>
            <a:pathLst>
              <a:path w="9138285" h="632460">
                <a:moveTo>
                  <a:pt x="0" y="0"/>
                </a:moveTo>
                <a:lnTo>
                  <a:pt x="9138053" y="0"/>
                </a:lnTo>
                <a:lnTo>
                  <a:pt x="9138053" y="632460"/>
                </a:lnTo>
                <a:lnTo>
                  <a:pt x="0" y="6324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1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221846" y="2786328"/>
            <a:ext cx="549315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Franklin Gothic Book" panose="020B0503020102020204" pitchFamily="34" charset="0"/>
                <a:cs typeface="Arial"/>
              </a:rPr>
              <a:t>A Conversation of Possibility</a:t>
            </a:r>
            <a:endParaRPr sz="28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400" y="4790286"/>
            <a:ext cx="5734050" cy="196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65"/>
              </a:spcBef>
            </a:pPr>
            <a:r>
              <a:rPr sz="8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All </a:t>
            </a:r>
            <a:r>
              <a:rPr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materials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methodologies are </a:t>
            </a:r>
            <a:r>
              <a:rPr sz="7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copy </a:t>
            </a:r>
            <a:r>
              <a:rPr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written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 Intellectual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Property </a:t>
            </a:r>
            <a:r>
              <a:rPr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of 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Kate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Burda </a:t>
            </a:r>
            <a:r>
              <a:rPr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&amp; </a:t>
            </a:r>
            <a:r>
              <a:rPr sz="800" spc="-3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Company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</a:t>
            </a:r>
            <a:r>
              <a:rPr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the </a:t>
            </a:r>
            <a:r>
              <a:rPr sz="8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express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purpose </a:t>
            </a:r>
            <a:r>
              <a:rPr lang="en-US"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Keppel Land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, </a:t>
            </a:r>
            <a:r>
              <a:rPr sz="8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systems, 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constructs are </a:t>
            </a:r>
            <a:r>
              <a:rPr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not for 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external </a:t>
            </a:r>
            <a:r>
              <a:rPr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distribution </a:t>
            </a:r>
            <a:r>
              <a:rPr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are</a:t>
            </a:r>
            <a:r>
              <a:rPr sz="800" spc="-5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 </a:t>
            </a:r>
            <a:r>
              <a:rPr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protected.</a:t>
            </a:r>
            <a:endParaRPr sz="800" dirty="0">
              <a:latin typeface="Franklin Gothic Book" panose="020B05030201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47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 Diagonal Corner Rectangle 10"/>
          <p:cNvSpPr/>
          <p:nvPr/>
        </p:nvSpPr>
        <p:spPr>
          <a:xfrm>
            <a:off x="3267796" y="1129056"/>
            <a:ext cx="2854709" cy="3871878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 Diagonal Corner Rectangle 13"/>
          <p:cNvSpPr/>
          <p:nvPr/>
        </p:nvSpPr>
        <p:spPr>
          <a:xfrm>
            <a:off x="6320921" y="1129055"/>
            <a:ext cx="2620719" cy="3871878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hevron 12"/>
          <p:cNvSpPr/>
          <p:nvPr/>
        </p:nvSpPr>
        <p:spPr>
          <a:xfrm>
            <a:off x="6198802" y="793131"/>
            <a:ext cx="2911384" cy="345337"/>
          </a:xfrm>
          <a:prstGeom prst="chevron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211402" y="793131"/>
            <a:ext cx="3089641" cy="345337"/>
          </a:xfrm>
          <a:prstGeom prst="chevron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ound Diagonal Corner Rectangle 9"/>
          <p:cNvSpPr/>
          <p:nvPr/>
        </p:nvSpPr>
        <p:spPr>
          <a:xfrm>
            <a:off x="112510" y="1129055"/>
            <a:ext cx="3052642" cy="387187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entagon 5"/>
          <p:cNvSpPr/>
          <p:nvPr/>
        </p:nvSpPr>
        <p:spPr>
          <a:xfrm>
            <a:off x="0" y="793131"/>
            <a:ext cx="3331168" cy="335925"/>
          </a:xfrm>
          <a:prstGeom prst="homePlate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/>
                <a:cs typeface="Franklin Gothic Book"/>
              </a:rPr>
              <a:t>We create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272" y="810012"/>
            <a:ext cx="3068413" cy="4455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/>
                <a:cs typeface="Franklin Gothic Book"/>
              </a:rPr>
              <a:t>WHAT YOU WANT TO ACHIEVE…</a:t>
            </a:r>
          </a:p>
          <a:p>
            <a:endParaRPr lang="en-US" sz="1400" dirty="0">
              <a:latin typeface="Franklin Gothic Book" panose="020B0503020102020204" pitchFamily="34" charset="0"/>
              <a:cs typeface="Franklin Gothic Book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Shift mindset to be more customer-centric that is at the centrum of how team members engage with customers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Having engagement and follow through throughout the organization from stakeholders to customer-facing disciplines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A plan that adjusts to your shift to become ‘asset-light’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Having a very clearly articulated ‘future state’ that you can operationalize and execute</a:t>
            </a:r>
          </a:p>
          <a:p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Positive business outcomes</a:t>
            </a:r>
            <a:endParaRPr lang="en-US" sz="1400" b="1" dirty="0"/>
          </a:p>
          <a:p>
            <a:endParaRPr lang="en-US" sz="1400" b="1" dirty="0">
              <a:latin typeface="Franklin Gothic Book" panose="020B0503020102020204" pitchFamily="34" charset="0"/>
              <a:cs typeface="Franklin Gothic Book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01186" y="793131"/>
            <a:ext cx="2821319" cy="4439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WHAT YOU GET…	</a:t>
            </a:r>
          </a:p>
          <a:p>
            <a:endParaRPr lang="en-US" sz="400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en-US" sz="400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Discovery that includes a deep dive into market conditions and trends, SWOT analysis, current customers and aspirational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‘Vision-to-Value’ roadmap that clearly defines “the new way to work”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Playbook - Implementation Plan (Playbook) that enables the new foundation and supporting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Proven and Pragmatic Approach… yet customized to KeppelLand’s vision and values</a:t>
            </a:r>
          </a:p>
          <a:p>
            <a:endParaRPr lang="en-US" sz="6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61497" y="793131"/>
            <a:ext cx="260957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SO YOU CAN…</a:t>
            </a: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Drive business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Customer Centricity that ‘future proofs’ the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Be relevant to the customers that are most valuable to you</a:t>
            </a: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Ability to flex and shift business without losing the foundation and customer centric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D249B-843D-A64A-931B-1CE488C5C8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626901" y="4836025"/>
            <a:ext cx="304800" cy="18466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90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365251"/>
            <a:ext cx="447802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We take the noise, disruption, frustration</a:t>
            </a:r>
            <a:r>
              <a:rPr lang="en-US"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 </a:t>
            </a: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and complexity of the new economy and bring you a clear, concise and simple path for </a:t>
            </a:r>
            <a:r>
              <a:rPr lang="en-US"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you </a:t>
            </a: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to get results.</a:t>
            </a:r>
            <a:endParaRPr sz="1800" dirty="0">
              <a:latin typeface="Franklin Gothic Book" panose="020B05030201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0540" y="3812540"/>
            <a:ext cx="1837689" cy="126675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36830">
              <a:lnSpc>
                <a:spcPct val="101099"/>
              </a:lnSpc>
              <a:spcBef>
                <a:spcPts val="75"/>
              </a:spcBef>
            </a:pPr>
            <a:r>
              <a:rPr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Bringing Simplicity  to</a:t>
            </a:r>
            <a:r>
              <a:rPr lang="en-US"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 Your </a:t>
            </a:r>
            <a:r>
              <a:rPr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Complexity</a:t>
            </a:r>
            <a:endParaRPr sz="1800" dirty="0">
              <a:latin typeface="Franklin Gothic Book" panose="020B0503020102020204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Franklin Gothic Book" panose="020B0503020102020204" pitchFamily="34" charset="0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solidFill>
                  <a:srgbClr val="898989"/>
                </a:solidFill>
                <a:latin typeface="Franklin Gothic Book" panose="020B0503020102020204" pitchFamily="34" charset="0"/>
                <a:cs typeface="Arial"/>
              </a:rPr>
              <a:t>3</a:t>
            </a:r>
            <a:endParaRPr sz="1800" dirty="0">
              <a:latin typeface="Franklin Gothic Book" panose="020B0503020102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2">
            <a:extLst>
              <a:ext uri="{FF2B5EF4-FFF2-40B4-BE49-F238E27FC236}">
                <a16:creationId xmlns:a16="http://schemas.microsoft.com/office/drawing/2014/main" id="{D07A4270-28C1-0049-BEEA-8A25A75B2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621" y="555019"/>
            <a:ext cx="3867344" cy="1680395"/>
          </a:xfrm>
          <a:custGeom>
            <a:avLst/>
            <a:gdLst>
              <a:gd name="T0" fmla="*/ 7607 w 7645"/>
              <a:gd name="T1" fmla="*/ 977 h 4080"/>
              <a:gd name="T2" fmla="*/ 7607 w 7645"/>
              <a:gd name="T3" fmla="*/ 977 h 4080"/>
              <a:gd name="T4" fmla="*/ 6878 w 7645"/>
              <a:gd name="T5" fmla="*/ 269 h 4080"/>
              <a:gd name="T6" fmla="*/ 6878 w 7645"/>
              <a:gd name="T7" fmla="*/ 269 h 4080"/>
              <a:gd name="T8" fmla="*/ 5865 w 7645"/>
              <a:gd name="T9" fmla="*/ 0 h 4080"/>
              <a:gd name="T10" fmla="*/ 5865 w 7645"/>
              <a:gd name="T11" fmla="*/ 0 h 4080"/>
              <a:gd name="T12" fmla="*/ 3825 w 7645"/>
              <a:gd name="T13" fmla="*/ 2039 h 4080"/>
              <a:gd name="T14" fmla="*/ 3825 w 7645"/>
              <a:gd name="T15" fmla="*/ 2039 h 4080"/>
              <a:gd name="T16" fmla="*/ 2040 w 7645"/>
              <a:gd name="T17" fmla="*/ 3825 h 4080"/>
              <a:gd name="T18" fmla="*/ 2040 w 7645"/>
              <a:gd name="T19" fmla="*/ 3825 h 4080"/>
              <a:gd name="T20" fmla="*/ 255 w 7645"/>
              <a:gd name="T21" fmla="*/ 2039 h 4080"/>
              <a:gd name="T22" fmla="*/ 255 w 7645"/>
              <a:gd name="T23" fmla="*/ 2039 h 4080"/>
              <a:gd name="T24" fmla="*/ 2040 w 7645"/>
              <a:gd name="T25" fmla="*/ 255 h 4080"/>
              <a:gd name="T26" fmla="*/ 2040 w 7645"/>
              <a:gd name="T27" fmla="*/ 255 h 4080"/>
              <a:gd name="T28" fmla="*/ 2927 w 7645"/>
              <a:gd name="T29" fmla="*/ 490 h 4080"/>
              <a:gd name="T30" fmla="*/ 2927 w 7645"/>
              <a:gd name="T31" fmla="*/ 490 h 4080"/>
              <a:gd name="T32" fmla="*/ 3564 w 7645"/>
              <a:gd name="T33" fmla="*/ 1109 h 4080"/>
              <a:gd name="T34" fmla="*/ 3564 w 7645"/>
              <a:gd name="T35" fmla="*/ 1109 h 4080"/>
              <a:gd name="T36" fmla="*/ 3739 w 7645"/>
              <a:gd name="T37" fmla="*/ 1152 h 4080"/>
              <a:gd name="T38" fmla="*/ 3739 w 7645"/>
              <a:gd name="T39" fmla="*/ 1152 h 4080"/>
              <a:gd name="T40" fmla="*/ 3782 w 7645"/>
              <a:gd name="T41" fmla="*/ 977 h 4080"/>
              <a:gd name="T42" fmla="*/ 3782 w 7645"/>
              <a:gd name="T43" fmla="*/ 977 h 4080"/>
              <a:gd name="T44" fmla="*/ 3053 w 7645"/>
              <a:gd name="T45" fmla="*/ 269 h 4080"/>
              <a:gd name="T46" fmla="*/ 3053 w 7645"/>
              <a:gd name="T47" fmla="*/ 269 h 4080"/>
              <a:gd name="T48" fmla="*/ 2040 w 7645"/>
              <a:gd name="T49" fmla="*/ 0 h 4080"/>
              <a:gd name="T50" fmla="*/ 2040 w 7645"/>
              <a:gd name="T51" fmla="*/ 0 h 4080"/>
              <a:gd name="T52" fmla="*/ 0 w 7645"/>
              <a:gd name="T53" fmla="*/ 2039 h 4080"/>
              <a:gd name="T54" fmla="*/ 0 w 7645"/>
              <a:gd name="T55" fmla="*/ 2039 h 4080"/>
              <a:gd name="T56" fmla="*/ 2040 w 7645"/>
              <a:gd name="T57" fmla="*/ 4079 h 4080"/>
              <a:gd name="T58" fmla="*/ 2040 w 7645"/>
              <a:gd name="T59" fmla="*/ 4079 h 4080"/>
              <a:gd name="T60" fmla="*/ 4080 w 7645"/>
              <a:gd name="T61" fmla="*/ 2039 h 4080"/>
              <a:gd name="T62" fmla="*/ 4080 w 7645"/>
              <a:gd name="T63" fmla="*/ 2039 h 4080"/>
              <a:gd name="T64" fmla="*/ 5865 w 7645"/>
              <a:gd name="T65" fmla="*/ 255 h 4080"/>
              <a:gd name="T66" fmla="*/ 5865 w 7645"/>
              <a:gd name="T67" fmla="*/ 255 h 4080"/>
              <a:gd name="T68" fmla="*/ 6751 w 7645"/>
              <a:gd name="T69" fmla="*/ 490 h 4080"/>
              <a:gd name="T70" fmla="*/ 6751 w 7645"/>
              <a:gd name="T71" fmla="*/ 490 h 4080"/>
              <a:gd name="T72" fmla="*/ 7389 w 7645"/>
              <a:gd name="T73" fmla="*/ 1109 h 4080"/>
              <a:gd name="T74" fmla="*/ 7389 w 7645"/>
              <a:gd name="T75" fmla="*/ 1109 h 4080"/>
              <a:gd name="T76" fmla="*/ 7565 w 7645"/>
              <a:gd name="T77" fmla="*/ 1152 h 4080"/>
              <a:gd name="T78" fmla="*/ 7565 w 7645"/>
              <a:gd name="T79" fmla="*/ 1152 h 4080"/>
              <a:gd name="T80" fmla="*/ 7607 w 7645"/>
              <a:gd name="T81" fmla="*/ 977 h 4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45" h="4080">
                <a:moveTo>
                  <a:pt x="7607" y="977"/>
                </a:moveTo>
                <a:lnTo>
                  <a:pt x="7607" y="977"/>
                </a:lnTo>
                <a:cubicBezTo>
                  <a:pt x="7428" y="685"/>
                  <a:pt x="7176" y="440"/>
                  <a:pt x="6878" y="269"/>
                </a:cubicBezTo>
                <a:lnTo>
                  <a:pt x="6878" y="269"/>
                </a:lnTo>
                <a:cubicBezTo>
                  <a:pt x="6572" y="93"/>
                  <a:pt x="6221" y="0"/>
                  <a:pt x="5865" y="0"/>
                </a:cubicBezTo>
                <a:lnTo>
                  <a:pt x="5865" y="0"/>
                </a:lnTo>
                <a:cubicBezTo>
                  <a:pt x="4741" y="0"/>
                  <a:pt x="3825" y="915"/>
                  <a:pt x="3825" y="2039"/>
                </a:cubicBezTo>
                <a:lnTo>
                  <a:pt x="3825" y="2039"/>
                </a:lnTo>
                <a:cubicBezTo>
                  <a:pt x="3825" y="3024"/>
                  <a:pt x="3025" y="3825"/>
                  <a:pt x="2040" y="3825"/>
                </a:cubicBezTo>
                <a:lnTo>
                  <a:pt x="2040" y="3825"/>
                </a:lnTo>
                <a:cubicBezTo>
                  <a:pt x="1056" y="3825"/>
                  <a:pt x="255" y="3024"/>
                  <a:pt x="255" y="2039"/>
                </a:cubicBezTo>
                <a:lnTo>
                  <a:pt x="255" y="2039"/>
                </a:lnTo>
                <a:cubicBezTo>
                  <a:pt x="255" y="1055"/>
                  <a:pt x="1056" y="255"/>
                  <a:pt x="2040" y="255"/>
                </a:cubicBezTo>
                <a:lnTo>
                  <a:pt x="2040" y="255"/>
                </a:lnTo>
                <a:cubicBezTo>
                  <a:pt x="2352" y="255"/>
                  <a:pt x="2658" y="336"/>
                  <a:pt x="2927" y="490"/>
                </a:cubicBezTo>
                <a:lnTo>
                  <a:pt x="2927" y="490"/>
                </a:lnTo>
                <a:cubicBezTo>
                  <a:pt x="3187" y="639"/>
                  <a:pt x="3407" y="854"/>
                  <a:pt x="3564" y="1109"/>
                </a:cubicBezTo>
                <a:lnTo>
                  <a:pt x="3564" y="1109"/>
                </a:lnTo>
                <a:cubicBezTo>
                  <a:pt x="3601" y="1169"/>
                  <a:pt x="3679" y="1188"/>
                  <a:pt x="3739" y="1152"/>
                </a:cubicBezTo>
                <a:lnTo>
                  <a:pt x="3739" y="1152"/>
                </a:lnTo>
                <a:cubicBezTo>
                  <a:pt x="3799" y="1115"/>
                  <a:pt x="3818" y="1037"/>
                  <a:pt x="3782" y="977"/>
                </a:cubicBezTo>
                <a:lnTo>
                  <a:pt x="3782" y="977"/>
                </a:lnTo>
                <a:cubicBezTo>
                  <a:pt x="3603" y="685"/>
                  <a:pt x="3351" y="440"/>
                  <a:pt x="3053" y="269"/>
                </a:cubicBezTo>
                <a:lnTo>
                  <a:pt x="3053" y="269"/>
                </a:lnTo>
                <a:cubicBezTo>
                  <a:pt x="2746" y="93"/>
                  <a:pt x="2396" y="0"/>
                  <a:pt x="2040" y="0"/>
                </a:cubicBezTo>
                <a:lnTo>
                  <a:pt x="2040" y="0"/>
                </a:lnTo>
                <a:cubicBezTo>
                  <a:pt x="915" y="0"/>
                  <a:pt x="0" y="915"/>
                  <a:pt x="0" y="2039"/>
                </a:cubicBezTo>
                <a:lnTo>
                  <a:pt x="0" y="2039"/>
                </a:lnTo>
                <a:cubicBezTo>
                  <a:pt x="0" y="3164"/>
                  <a:pt x="915" y="4079"/>
                  <a:pt x="2040" y="4079"/>
                </a:cubicBezTo>
                <a:lnTo>
                  <a:pt x="2040" y="4079"/>
                </a:lnTo>
                <a:cubicBezTo>
                  <a:pt x="3165" y="4079"/>
                  <a:pt x="4080" y="3164"/>
                  <a:pt x="4080" y="2039"/>
                </a:cubicBezTo>
                <a:lnTo>
                  <a:pt x="4080" y="2039"/>
                </a:lnTo>
                <a:cubicBezTo>
                  <a:pt x="4080" y="1055"/>
                  <a:pt x="4881" y="255"/>
                  <a:pt x="5865" y="255"/>
                </a:cubicBezTo>
                <a:lnTo>
                  <a:pt x="5865" y="255"/>
                </a:lnTo>
                <a:cubicBezTo>
                  <a:pt x="6177" y="255"/>
                  <a:pt x="6483" y="336"/>
                  <a:pt x="6751" y="490"/>
                </a:cubicBezTo>
                <a:lnTo>
                  <a:pt x="6751" y="490"/>
                </a:lnTo>
                <a:cubicBezTo>
                  <a:pt x="7012" y="639"/>
                  <a:pt x="7233" y="854"/>
                  <a:pt x="7389" y="1109"/>
                </a:cubicBezTo>
                <a:lnTo>
                  <a:pt x="7389" y="1109"/>
                </a:lnTo>
                <a:cubicBezTo>
                  <a:pt x="7426" y="1169"/>
                  <a:pt x="7505" y="1188"/>
                  <a:pt x="7565" y="1152"/>
                </a:cubicBezTo>
                <a:lnTo>
                  <a:pt x="7565" y="1152"/>
                </a:lnTo>
                <a:cubicBezTo>
                  <a:pt x="7625" y="1115"/>
                  <a:pt x="7644" y="1037"/>
                  <a:pt x="7607" y="977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rgbClr val="B5237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75" dirty="0"/>
          </a:p>
        </p:txBody>
      </p:sp>
      <p:sp>
        <p:nvSpPr>
          <p:cNvPr id="6" name="Freeform 74">
            <a:extLst>
              <a:ext uri="{FF2B5EF4-FFF2-40B4-BE49-F238E27FC236}">
                <a16:creationId xmlns:a16="http://schemas.microsoft.com/office/drawing/2014/main" id="{DBB53074-2F6C-BA44-BC12-3E15EC0AF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387" y="555019"/>
            <a:ext cx="3865114" cy="1680395"/>
          </a:xfrm>
          <a:custGeom>
            <a:avLst/>
            <a:gdLst>
              <a:gd name="T0" fmla="*/ 5603 w 7644"/>
              <a:gd name="T1" fmla="*/ 4079 h 4080"/>
              <a:gd name="T2" fmla="*/ 5603 w 7644"/>
              <a:gd name="T3" fmla="*/ 4079 h 4080"/>
              <a:gd name="T4" fmla="*/ 4590 w 7644"/>
              <a:gd name="T5" fmla="*/ 3810 h 4080"/>
              <a:gd name="T6" fmla="*/ 4590 w 7644"/>
              <a:gd name="T7" fmla="*/ 3810 h 4080"/>
              <a:gd name="T8" fmla="*/ 3861 w 7644"/>
              <a:gd name="T9" fmla="*/ 3102 h 4080"/>
              <a:gd name="T10" fmla="*/ 3861 w 7644"/>
              <a:gd name="T11" fmla="*/ 3102 h 4080"/>
              <a:gd name="T12" fmla="*/ 3904 w 7644"/>
              <a:gd name="T13" fmla="*/ 2927 h 4080"/>
              <a:gd name="T14" fmla="*/ 3904 w 7644"/>
              <a:gd name="T15" fmla="*/ 2927 h 4080"/>
              <a:gd name="T16" fmla="*/ 4079 w 7644"/>
              <a:gd name="T17" fmla="*/ 2969 h 4080"/>
              <a:gd name="T18" fmla="*/ 4079 w 7644"/>
              <a:gd name="T19" fmla="*/ 2969 h 4080"/>
              <a:gd name="T20" fmla="*/ 4717 w 7644"/>
              <a:gd name="T21" fmla="*/ 3589 h 4080"/>
              <a:gd name="T22" fmla="*/ 4717 w 7644"/>
              <a:gd name="T23" fmla="*/ 3589 h 4080"/>
              <a:gd name="T24" fmla="*/ 5603 w 7644"/>
              <a:gd name="T25" fmla="*/ 3825 h 4080"/>
              <a:gd name="T26" fmla="*/ 5603 w 7644"/>
              <a:gd name="T27" fmla="*/ 3825 h 4080"/>
              <a:gd name="T28" fmla="*/ 7388 w 7644"/>
              <a:gd name="T29" fmla="*/ 2039 h 4080"/>
              <a:gd name="T30" fmla="*/ 7388 w 7644"/>
              <a:gd name="T31" fmla="*/ 2039 h 4080"/>
              <a:gd name="T32" fmla="*/ 5603 w 7644"/>
              <a:gd name="T33" fmla="*/ 255 h 4080"/>
              <a:gd name="T34" fmla="*/ 5603 w 7644"/>
              <a:gd name="T35" fmla="*/ 255 h 4080"/>
              <a:gd name="T36" fmla="*/ 3818 w 7644"/>
              <a:gd name="T37" fmla="*/ 2039 h 4080"/>
              <a:gd name="T38" fmla="*/ 3818 w 7644"/>
              <a:gd name="T39" fmla="*/ 2039 h 4080"/>
              <a:gd name="T40" fmla="*/ 1778 w 7644"/>
              <a:gd name="T41" fmla="*/ 4079 h 4080"/>
              <a:gd name="T42" fmla="*/ 1778 w 7644"/>
              <a:gd name="T43" fmla="*/ 4079 h 4080"/>
              <a:gd name="T44" fmla="*/ 765 w 7644"/>
              <a:gd name="T45" fmla="*/ 3810 h 4080"/>
              <a:gd name="T46" fmla="*/ 765 w 7644"/>
              <a:gd name="T47" fmla="*/ 3810 h 4080"/>
              <a:gd name="T48" fmla="*/ 37 w 7644"/>
              <a:gd name="T49" fmla="*/ 3102 h 4080"/>
              <a:gd name="T50" fmla="*/ 37 w 7644"/>
              <a:gd name="T51" fmla="*/ 3102 h 4080"/>
              <a:gd name="T52" fmla="*/ 79 w 7644"/>
              <a:gd name="T53" fmla="*/ 2927 h 4080"/>
              <a:gd name="T54" fmla="*/ 79 w 7644"/>
              <a:gd name="T55" fmla="*/ 2927 h 4080"/>
              <a:gd name="T56" fmla="*/ 254 w 7644"/>
              <a:gd name="T57" fmla="*/ 2969 h 4080"/>
              <a:gd name="T58" fmla="*/ 254 w 7644"/>
              <a:gd name="T59" fmla="*/ 2969 h 4080"/>
              <a:gd name="T60" fmla="*/ 892 w 7644"/>
              <a:gd name="T61" fmla="*/ 3589 h 4080"/>
              <a:gd name="T62" fmla="*/ 892 w 7644"/>
              <a:gd name="T63" fmla="*/ 3589 h 4080"/>
              <a:gd name="T64" fmla="*/ 1778 w 7644"/>
              <a:gd name="T65" fmla="*/ 3825 h 4080"/>
              <a:gd name="T66" fmla="*/ 1778 w 7644"/>
              <a:gd name="T67" fmla="*/ 3825 h 4080"/>
              <a:gd name="T68" fmla="*/ 3564 w 7644"/>
              <a:gd name="T69" fmla="*/ 2039 h 4080"/>
              <a:gd name="T70" fmla="*/ 3564 w 7644"/>
              <a:gd name="T71" fmla="*/ 2039 h 4080"/>
              <a:gd name="T72" fmla="*/ 5603 w 7644"/>
              <a:gd name="T73" fmla="*/ 0 h 4080"/>
              <a:gd name="T74" fmla="*/ 5603 w 7644"/>
              <a:gd name="T75" fmla="*/ 0 h 4080"/>
              <a:gd name="T76" fmla="*/ 7643 w 7644"/>
              <a:gd name="T77" fmla="*/ 2039 h 4080"/>
              <a:gd name="T78" fmla="*/ 7643 w 7644"/>
              <a:gd name="T79" fmla="*/ 2039 h 4080"/>
              <a:gd name="T80" fmla="*/ 5603 w 7644"/>
              <a:gd name="T81" fmla="*/ 4079 h 4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44" h="4080">
                <a:moveTo>
                  <a:pt x="5603" y="4079"/>
                </a:moveTo>
                <a:lnTo>
                  <a:pt x="5603" y="4079"/>
                </a:lnTo>
                <a:cubicBezTo>
                  <a:pt x="5248" y="4079"/>
                  <a:pt x="4897" y="3986"/>
                  <a:pt x="4590" y="3810"/>
                </a:cubicBezTo>
                <a:lnTo>
                  <a:pt x="4590" y="3810"/>
                </a:lnTo>
                <a:cubicBezTo>
                  <a:pt x="4293" y="3639"/>
                  <a:pt x="4041" y="3395"/>
                  <a:pt x="3861" y="3102"/>
                </a:cubicBezTo>
                <a:lnTo>
                  <a:pt x="3861" y="3102"/>
                </a:lnTo>
                <a:cubicBezTo>
                  <a:pt x="3825" y="3042"/>
                  <a:pt x="3844" y="2963"/>
                  <a:pt x="3904" y="2927"/>
                </a:cubicBezTo>
                <a:lnTo>
                  <a:pt x="3904" y="2927"/>
                </a:lnTo>
                <a:cubicBezTo>
                  <a:pt x="3964" y="2890"/>
                  <a:pt x="4042" y="2909"/>
                  <a:pt x="4079" y="2969"/>
                </a:cubicBezTo>
                <a:lnTo>
                  <a:pt x="4079" y="2969"/>
                </a:lnTo>
                <a:cubicBezTo>
                  <a:pt x="4236" y="3225"/>
                  <a:pt x="4456" y="3440"/>
                  <a:pt x="4717" y="3589"/>
                </a:cubicBezTo>
                <a:lnTo>
                  <a:pt x="4717" y="3589"/>
                </a:lnTo>
                <a:cubicBezTo>
                  <a:pt x="4985" y="3743"/>
                  <a:pt x="5292" y="3825"/>
                  <a:pt x="5603" y="3825"/>
                </a:cubicBezTo>
                <a:lnTo>
                  <a:pt x="5603" y="3825"/>
                </a:lnTo>
                <a:cubicBezTo>
                  <a:pt x="6588" y="3825"/>
                  <a:pt x="7388" y="3024"/>
                  <a:pt x="7388" y="2039"/>
                </a:cubicBezTo>
                <a:lnTo>
                  <a:pt x="7388" y="2039"/>
                </a:lnTo>
                <a:cubicBezTo>
                  <a:pt x="7388" y="1055"/>
                  <a:pt x="6588" y="255"/>
                  <a:pt x="5603" y="255"/>
                </a:cubicBezTo>
                <a:lnTo>
                  <a:pt x="5603" y="255"/>
                </a:lnTo>
                <a:cubicBezTo>
                  <a:pt x="4619" y="255"/>
                  <a:pt x="3818" y="1055"/>
                  <a:pt x="3818" y="2039"/>
                </a:cubicBezTo>
                <a:lnTo>
                  <a:pt x="3818" y="2039"/>
                </a:lnTo>
                <a:cubicBezTo>
                  <a:pt x="3818" y="3164"/>
                  <a:pt x="2903" y="4079"/>
                  <a:pt x="1778" y="4079"/>
                </a:cubicBezTo>
                <a:lnTo>
                  <a:pt x="1778" y="4079"/>
                </a:lnTo>
                <a:cubicBezTo>
                  <a:pt x="1422" y="4079"/>
                  <a:pt x="1072" y="3986"/>
                  <a:pt x="765" y="3810"/>
                </a:cubicBezTo>
                <a:lnTo>
                  <a:pt x="765" y="3810"/>
                </a:lnTo>
                <a:cubicBezTo>
                  <a:pt x="467" y="3639"/>
                  <a:pt x="215" y="3395"/>
                  <a:pt x="37" y="3102"/>
                </a:cubicBezTo>
                <a:lnTo>
                  <a:pt x="37" y="3102"/>
                </a:lnTo>
                <a:cubicBezTo>
                  <a:pt x="0" y="3042"/>
                  <a:pt x="19" y="2963"/>
                  <a:pt x="79" y="2927"/>
                </a:cubicBezTo>
                <a:lnTo>
                  <a:pt x="79" y="2927"/>
                </a:lnTo>
                <a:cubicBezTo>
                  <a:pt x="139" y="2890"/>
                  <a:pt x="217" y="2909"/>
                  <a:pt x="254" y="2969"/>
                </a:cubicBezTo>
                <a:lnTo>
                  <a:pt x="254" y="2969"/>
                </a:lnTo>
                <a:cubicBezTo>
                  <a:pt x="410" y="3225"/>
                  <a:pt x="631" y="3440"/>
                  <a:pt x="892" y="3589"/>
                </a:cubicBezTo>
                <a:lnTo>
                  <a:pt x="892" y="3589"/>
                </a:lnTo>
                <a:cubicBezTo>
                  <a:pt x="1160" y="3743"/>
                  <a:pt x="1467" y="3825"/>
                  <a:pt x="1778" y="3825"/>
                </a:cubicBezTo>
                <a:lnTo>
                  <a:pt x="1778" y="3825"/>
                </a:lnTo>
                <a:cubicBezTo>
                  <a:pt x="2762" y="3825"/>
                  <a:pt x="3564" y="3024"/>
                  <a:pt x="3564" y="2039"/>
                </a:cubicBezTo>
                <a:lnTo>
                  <a:pt x="3564" y="2039"/>
                </a:lnTo>
                <a:cubicBezTo>
                  <a:pt x="3564" y="915"/>
                  <a:pt x="4478" y="0"/>
                  <a:pt x="5603" y="0"/>
                </a:cubicBezTo>
                <a:lnTo>
                  <a:pt x="5603" y="0"/>
                </a:lnTo>
                <a:cubicBezTo>
                  <a:pt x="6728" y="0"/>
                  <a:pt x="7643" y="915"/>
                  <a:pt x="7643" y="2039"/>
                </a:cubicBezTo>
                <a:lnTo>
                  <a:pt x="7643" y="2039"/>
                </a:lnTo>
                <a:cubicBezTo>
                  <a:pt x="7643" y="3164"/>
                  <a:pt x="6728" y="4079"/>
                  <a:pt x="5603" y="4079"/>
                </a:cubicBezTo>
              </a:path>
            </a:pathLst>
          </a:custGeom>
          <a:gradFill>
            <a:gsLst>
              <a:gs pos="0">
                <a:schemeClr val="accent3"/>
              </a:gs>
              <a:gs pos="0">
                <a:srgbClr val="B52372"/>
              </a:gs>
              <a:gs pos="100000">
                <a:srgbClr val="D51067"/>
              </a:gs>
            </a:gsLst>
            <a:lin ang="18900000" scaled="0"/>
          </a:gra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9B2F3D-3D31-9D4F-86C3-2D471CA88504}"/>
              </a:ext>
            </a:extLst>
          </p:cNvPr>
          <p:cNvSpPr txBox="1">
            <a:spLocks/>
          </p:cNvSpPr>
          <p:nvPr/>
        </p:nvSpPr>
        <p:spPr>
          <a:xfrm>
            <a:off x="1677575" y="3439568"/>
            <a:ext cx="1725556" cy="82458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we have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Products, Services,</a:t>
            </a: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Attributes</a:t>
            </a:r>
            <a:endParaRPr lang="en-US" sz="12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B8318-E4C4-D242-AB82-69C884DC7B1F}"/>
              </a:ext>
            </a:extLst>
          </p:cNvPr>
          <p:cNvSpPr txBox="1"/>
          <p:nvPr/>
        </p:nvSpPr>
        <p:spPr>
          <a:xfrm>
            <a:off x="1939717" y="1231787"/>
            <a:ext cx="1133837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Keppel Land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E62B539-C5A2-0B40-8678-C5DD097C993F}"/>
              </a:ext>
            </a:extLst>
          </p:cNvPr>
          <p:cNvSpPr txBox="1">
            <a:spLocks/>
          </p:cNvSpPr>
          <p:nvPr/>
        </p:nvSpPr>
        <p:spPr>
          <a:xfrm>
            <a:off x="3616026" y="3448571"/>
            <a:ext cx="1725556" cy="36804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our customers want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97B9EE-3417-1647-8474-6BEC78C6FBA4}"/>
              </a:ext>
            </a:extLst>
          </p:cNvPr>
          <p:cNvSpPr txBox="1"/>
          <p:nvPr/>
        </p:nvSpPr>
        <p:spPr>
          <a:xfrm>
            <a:off x="3843499" y="1156336"/>
            <a:ext cx="1306961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Keppel Land’s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Customer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DC64857-5BD9-3249-AA69-48CD8EBE394C}"/>
              </a:ext>
            </a:extLst>
          </p:cNvPr>
          <p:cNvSpPr txBox="1">
            <a:spLocks/>
          </p:cNvSpPr>
          <p:nvPr/>
        </p:nvSpPr>
        <p:spPr>
          <a:xfrm>
            <a:off x="5740869" y="3459239"/>
            <a:ext cx="1725556" cy="411138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our customer’s </a:t>
            </a:r>
          </a:p>
          <a:p>
            <a:pPr>
              <a:lnSpc>
                <a:spcPts val="1313"/>
              </a:lnSpc>
            </a:pPr>
            <a:r>
              <a:rPr lang="en-US" sz="1400" b="1" i="1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customer is needing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22023-EF56-E34C-B58B-1456E2E88AF3}"/>
              </a:ext>
            </a:extLst>
          </p:cNvPr>
          <p:cNvSpPr txBox="1"/>
          <p:nvPr/>
        </p:nvSpPr>
        <p:spPr>
          <a:xfrm>
            <a:off x="5981981" y="1134349"/>
            <a:ext cx="1087670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Customer’s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Customer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4CB5E70-F3B1-F940-DFBD-55E9191A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Outside In Thinking:  Customer Centric Thinking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8E52F2-6953-480B-AFA5-E6F89FA4073E}"/>
              </a:ext>
            </a:extLst>
          </p:cNvPr>
          <p:cNvCxnSpPr>
            <a:cxnSpLocks/>
          </p:cNvCxnSpPr>
          <p:nvPr/>
        </p:nvCxnSpPr>
        <p:spPr>
          <a:xfrm flipH="1">
            <a:off x="1329036" y="2963657"/>
            <a:ext cx="6194216" cy="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BE604A-4A88-0260-58BD-D5C3F25C1CB0}"/>
              </a:ext>
            </a:extLst>
          </p:cNvPr>
          <p:cNvSpPr txBox="1"/>
          <p:nvPr/>
        </p:nvSpPr>
        <p:spPr>
          <a:xfrm>
            <a:off x="3337301" y="2668050"/>
            <a:ext cx="4342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Franklin Gothic Book" panose="020B0503020102020204" pitchFamily="34" charset="0"/>
              </a:rPr>
              <a:t>Cultural Shift and Value Creation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3912A5-A719-CFCC-E8D6-F2DF8056EF22}"/>
              </a:ext>
            </a:extLst>
          </p:cNvPr>
          <p:cNvCxnSpPr>
            <a:cxnSpLocks/>
          </p:cNvCxnSpPr>
          <p:nvPr/>
        </p:nvCxnSpPr>
        <p:spPr>
          <a:xfrm>
            <a:off x="1546356" y="2630711"/>
            <a:ext cx="2932448" cy="0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2BD606-7884-5312-209D-9AA57024F977}"/>
              </a:ext>
            </a:extLst>
          </p:cNvPr>
          <p:cNvSpPr txBox="1"/>
          <p:nvPr/>
        </p:nvSpPr>
        <p:spPr>
          <a:xfrm>
            <a:off x="1471073" y="2262743"/>
            <a:ext cx="4342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Common Approach</a:t>
            </a:r>
          </a:p>
        </p:txBody>
      </p:sp>
    </p:spTree>
    <p:extLst>
      <p:ext uri="{BB962C8B-B14F-4D97-AF65-F5344CB8AC3E}">
        <p14:creationId xmlns:p14="http://schemas.microsoft.com/office/powerpoint/2010/main" val="220625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2">
            <a:extLst>
              <a:ext uri="{FF2B5EF4-FFF2-40B4-BE49-F238E27FC236}">
                <a16:creationId xmlns:a16="http://schemas.microsoft.com/office/drawing/2014/main" id="{D07A4270-28C1-0049-BEEA-8A25A75B2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621" y="555019"/>
            <a:ext cx="3867344" cy="1680395"/>
          </a:xfrm>
          <a:custGeom>
            <a:avLst/>
            <a:gdLst>
              <a:gd name="T0" fmla="*/ 7607 w 7645"/>
              <a:gd name="T1" fmla="*/ 977 h 4080"/>
              <a:gd name="T2" fmla="*/ 7607 w 7645"/>
              <a:gd name="T3" fmla="*/ 977 h 4080"/>
              <a:gd name="T4" fmla="*/ 6878 w 7645"/>
              <a:gd name="T5" fmla="*/ 269 h 4080"/>
              <a:gd name="T6" fmla="*/ 6878 w 7645"/>
              <a:gd name="T7" fmla="*/ 269 h 4080"/>
              <a:gd name="T8" fmla="*/ 5865 w 7645"/>
              <a:gd name="T9" fmla="*/ 0 h 4080"/>
              <a:gd name="T10" fmla="*/ 5865 w 7645"/>
              <a:gd name="T11" fmla="*/ 0 h 4080"/>
              <a:gd name="T12" fmla="*/ 3825 w 7645"/>
              <a:gd name="T13" fmla="*/ 2039 h 4080"/>
              <a:gd name="T14" fmla="*/ 3825 w 7645"/>
              <a:gd name="T15" fmla="*/ 2039 h 4080"/>
              <a:gd name="T16" fmla="*/ 2040 w 7645"/>
              <a:gd name="T17" fmla="*/ 3825 h 4080"/>
              <a:gd name="T18" fmla="*/ 2040 w 7645"/>
              <a:gd name="T19" fmla="*/ 3825 h 4080"/>
              <a:gd name="T20" fmla="*/ 255 w 7645"/>
              <a:gd name="T21" fmla="*/ 2039 h 4080"/>
              <a:gd name="T22" fmla="*/ 255 w 7645"/>
              <a:gd name="T23" fmla="*/ 2039 h 4080"/>
              <a:gd name="T24" fmla="*/ 2040 w 7645"/>
              <a:gd name="T25" fmla="*/ 255 h 4080"/>
              <a:gd name="T26" fmla="*/ 2040 w 7645"/>
              <a:gd name="T27" fmla="*/ 255 h 4080"/>
              <a:gd name="T28" fmla="*/ 2927 w 7645"/>
              <a:gd name="T29" fmla="*/ 490 h 4080"/>
              <a:gd name="T30" fmla="*/ 2927 w 7645"/>
              <a:gd name="T31" fmla="*/ 490 h 4080"/>
              <a:gd name="T32" fmla="*/ 3564 w 7645"/>
              <a:gd name="T33" fmla="*/ 1109 h 4080"/>
              <a:gd name="T34" fmla="*/ 3564 w 7645"/>
              <a:gd name="T35" fmla="*/ 1109 h 4080"/>
              <a:gd name="T36" fmla="*/ 3739 w 7645"/>
              <a:gd name="T37" fmla="*/ 1152 h 4080"/>
              <a:gd name="T38" fmla="*/ 3739 w 7645"/>
              <a:gd name="T39" fmla="*/ 1152 h 4080"/>
              <a:gd name="T40" fmla="*/ 3782 w 7645"/>
              <a:gd name="T41" fmla="*/ 977 h 4080"/>
              <a:gd name="T42" fmla="*/ 3782 w 7645"/>
              <a:gd name="T43" fmla="*/ 977 h 4080"/>
              <a:gd name="T44" fmla="*/ 3053 w 7645"/>
              <a:gd name="T45" fmla="*/ 269 h 4080"/>
              <a:gd name="T46" fmla="*/ 3053 w 7645"/>
              <a:gd name="T47" fmla="*/ 269 h 4080"/>
              <a:gd name="T48" fmla="*/ 2040 w 7645"/>
              <a:gd name="T49" fmla="*/ 0 h 4080"/>
              <a:gd name="T50" fmla="*/ 2040 w 7645"/>
              <a:gd name="T51" fmla="*/ 0 h 4080"/>
              <a:gd name="T52" fmla="*/ 0 w 7645"/>
              <a:gd name="T53" fmla="*/ 2039 h 4080"/>
              <a:gd name="T54" fmla="*/ 0 w 7645"/>
              <a:gd name="T55" fmla="*/ 2039 h 4080"/>
              <a:gd name="T56" fmla="*/ 2040 w 7645"/>
              <a:gd name="T57" fmla="*/ 4079 h 4080"/>
              <a:gd name="T58" fmla="*/ 2040 w 7645"/>
              <a:gd name="T59" fmla="*/ 4079 h 4080"/>
              <a:gd name="T60" fmla="*/ 4080 w 7645"/>
              <a:gd name="T61" fmla="*/ 2039 h 4080"/>
              <a:gd name="T62" fmla="*/ 4080 w 7645"/>
              <a:gd name="T63" fmla="*/ 2039 h 4080"/>
              <a:gd name="T64" fmla="*/ 5865 w 7645"/>
              <a:gd name="T65" fmla="*/ 255 h 4080"/>
              <a:gd name="T66" fmla="*/ 5865 w 7645"/>
              <a:gd name="T67" fmla="*/ 255 h 4080"/>
              <a:gd name="T68" fmla="*/ 6751 w 7645"/>
              <a:gd name="T69" fmla="*/ 490 h 4080"/>
              <a:gd name="T70" fmla="*/ 6751 w 7645"/>
              <a:gd name="T71" fmla="*/ 490 h 4080"/>
              <a:gd name="T72" fmla="*/ 7389 w 7645"/>
              <a:gd name="T73" fmla="*/ 1109 h 4080"/>
              <a:gd name="T74" fmla="*/ 7389 w 7645"/>
              <a:gd name="T75" fmla="*/ 1109 h 4080"/>
              <a:gd name="T76" fmla="*/ 7565 w 7645"/>
              <a:gd name="T77" fmla="*/ 1152 h 4080"/>
              <a:gd name="T78" fmla="*/ 7565 w 7645"/>
              <a:gd name="T79" fmla="*/ 1152 h 4080"/>
              <a:gd name="T80" fmla="*/ 7607 w 7645"/>
              <a:gd name="T81" fmla="*/ 977 h 4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45" h="4080">
                <a:moveTo>
                  <a:pt x="7607" y="977"/>
                </a:moveTo>
                <a:lnTo>
                  <a:pt x="7607" y="977"/>
                </a:lnTo>
                <a:cubicBezTo>
                  <a:pt x="7428" y="685"/>
                  <a:pt x="7176" y="440"/>
                  <a:pt x="6878" y="269"/>
                </a:cubicBezTo>
                <a:lnTo>
                  <a:pt x="6878" y="269"/>
                </a:lnTo>
                <a:cubicBezTo>
                  <a:pt x="6572" y="93"/>
                  <a:pt x="6221" y="0"/>
                  <a:pt x="5865" y="0"/>
                </a:cubicBezTo>
                <a:lnTo>
                  <a:pt x="5865" y="0"/>
                </a:lnTo>
                <a:cubicBezTo>
                  <a:pt x="4741" y="0"/>
                  <a:pt x="3825" y="915"/>
                  <a:pt x="3825" y="2039"/>
                </a:cubicBezTo>
                <a:lnTo>
                  <a:pt x="3825" y="2039"/>
                </a:lnTo>
                <a:cubicBezTo>
                  <a:pt x="3825" y="3024"/>
                  <a:pt x="3025" y="3825"/>
                  <a:pt x="2040" y="3825"/>
                </a:cubicBezTo>
                <a:lnTo>
                  <a:pt x="2040" y="3825"/>
                </a:lnTo>
                <a:cubicBezTo>
                  <a:pt x="1056" y="3825"/>
                  <a:pt x="255" y="3024"/>
                  <a:pt x="255" y="2039"/>
                </a:cubicBezTo>
                <a:lnTo>
                  <a:pt x="255" y="2039"/>
                </a:lnTo>
                <a:cubicBezTo>
                  <a:pt x="255" y="1055"/>
                  <a:pt x="1056" y="255"/>
                  <a:pt x="2040" y="255"/>
                </a:cubicBezTo>
                <a:lnTo>
                  <a:pt x="2040" y="255"/>
                </a:lnTo>
                <a:cubicBezTo>
                  <a:pt x="2352" y="255"/>
                  <a:pt x="2658" y="336"/>
                  <a:pt x="2927" y="490"/>
                </a:cubicBezTo>
                <a:lnTo>
                  <a:pt x="2927" y="490"/>
                </a:lnTo>
                <a:cubicBezTo>
                  <a:pt x="3187" y="639"/>
                  <a:pt x="3407" y="854"/>
                  <a:pt x="3564" y="1109"/>
                </a:cubicBezTo>
                <a:lnTo>
                  <a:pt x="3564" y="1109"/>
                </a:lnTo>
                <a:cubicBezTo>
                  <a:pt x="3601" y="1169"/>
                  <a:pt x="3679" y="1188"/>
                  <a:pt x="3739" y="1152"/>
                </a:cubicBezTo>
                <a:lnTo>
                  <a:pt x="3739" y="1152"/>
                </a:lnTo>
                <a:cubicBezTo>
                  <a:pt x="3799" y="1115"/>
                  <a:pt x="3818" y="1037"/>
                  <a:pt x="3782" y="977"/>
                </a:cubicBezTo>
                <a:lnTo>
                  <a:pt x="3782" y="977"/>
                </a:lnTo>
                <a:cubicBezTo>
                  <a:pt x="3603" y="685"/>
                  <a:pt x="3351" y="440"/>
                  <a:pt x="3053" y="269"/>
                </a:cubicBezTo>
                <a:lnTo>
                  <a:pt x="3053" y="269"/>
                </a:lnTo>
                <a:cubicBezTo>
                  <a:pt x="2746" y="93"/>
                  <a:pt x="2396" y="0"/>
                  <a:pt x="2040" y="0"/>
                </a:cubicBezTo>
                <a:lnTo>
                  <a:pt x="2040" y="0"/>
                </a:lnTo>
                <a:cubicBezTo>
                  <a:pt x="915" y="0"/>
                  <a:pt x="0" y="915"/>
                  <a:pt x="0" y="2039"/>
                </a:cubicBezTo>
                <a:lnTo>
                  <a:pt x="0" y="2039"/>
                </a:lnTo>
                <a:cubicBezTo>
                  <a:pt x="0" y="3164"/>
                  <a:pt x="915" y="4079"/>
                  <a:pt x="2040" y="4079"/>
                </a:cubicBezTo>
                <a:lnTo>
                  <a:pt x="2040" y="4079"/>
                </a:lnTo>
                <a:cubicBezTo>
                  <a:pt x="3165" y="4079"/>
                  <a:pt x="4080" y="3164"/>
                  <a:pt x="4080" y="2039"/>
                </a:cubicBezTo>
                <a:lnTo>
                  <a:pt x="4080" y="2039"/>
                </a:lnTo>
                <a:cubicBezTo>
                  <a:pt x="4080" y="1055"/>
                  <a:pt x="4881" y="255"/>
                  <a:pt x="5865" y="255"/>
                </a:cubicBezTo>
                <a:lnTo>
                  <a:pt x="5865" y="255"/>
                </a:lnTo>
                <a:cubicBezTo>
                  <a:pt x="6177" y="255"/>
                  <a:pt x="6483" y="336"/>
                  <a:pt x="6751" y="490"/>
                </a:cubicBezTo>
                <a:lnTo>
                  <a:pt x="6751" y="490"/>
                </a:lnTo>
                <a:cubicBezTo>
                  <a:pt x="7012" y="639"/>
                  <a:pt x="7233" y="854"/>
                  <a:pt x="7389" y="1109"/>
                </a:cubicBezTo>
                <a:lnTo>
                  <a:pt x="7389" y="1109"/>
                </a:lnTo>
                <a:cubicBezTo>
                  <a:pt x="7426" y="1169"/>
                  <a:pt x="7505" y="1188"/>
                  <a:pt x="7565" y="1152"/>
                </a:cubicBezTo>
                <a:lnTo>
                  <a:pt x="7565" y="1152"/>
                </a:lnTo>
                <a:cubicBezTo>
                  <a:pt x="7625" y="1115"/>
                  <a:pt x="7644" y="1037"/>
                  <a:pt x="7607" y="977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rgbClr val="B5237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75" dirty="0"/>
          </a:p>
        </p:txBody>
      </p:sp>
      <p:sp>
        <p:nvSpPr>
          <p:cNvPr id="6" name="Freeform 74">
            <a:extLst>
              <a:ext uri="{FF2B5EF4-FFF2-40B4-BE49-F238E27FC236}">
                <a16:creationId xmlns:a16="http://schemas.microsoft.com/office/drawing/2014/main" id="{DBB53074-2F6C-BA44-BC12-3E15EC0AF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387" y="555019"/>
            <a:ext cx="3865114" cy="1680395"/>
          </a:xfrm>
          <a:custGeom>
            <a:avLst/>
            <a:gdLst>
              <a:gd name="T0" fmla="*/ 5603 w 7644"/>
              <a:gd name="T1" fmla="*/ 4079 h 4080"/>
              <a:gd name="T2" fmla="*/ 5603 w 7644"/>
              <a:gd name="T3" fmla="*/ 4079 h 4080"/>
              <a:gd name="T4" fmla="*/ 4590 w 7644"/>
              <a:gd name="T5" fmla="*/ 3810 h 4080"/>
              <a:gd name="T6" fmla="*/ 4590 w 7644"/>
              <a:gd name="T7" fmla="*/ 3810 h 4080"/>
              <a:gd name="T8" fmla="*/ 3861 w 7644"/>
              <a:gd name="T9" fmla="*/ 3102 h 4080"/>
              <a:gd name="T10" fmla="*/ 3861 w 7644"/>
              <a:gd name="T11" fmla="*/ 3102 h 4080"/>
              <a:gd name="T12" fmla="*/ 3904 w 7644"/>
              <a:gd name="T13" fmla="*/ 2927 h 4080"/>
              <a:gd name="T14" fmla="*/ 3904 w 7644"/>
              <a:gd name="T15" fmla="*/ 2927 h 4080"/>
              <a:gd name="T16" fmla="*/ 4079 w 7644"/>
              <a:gd name="T17" fmla="*/ 2969 h 4080"/>
              <a:gd name="T18" fmla="*/ 4079 w 7644"/>
              <a:gd name="T19" fmla="*/ 2969 h 4080"/>
              <a:gd name="T20" fmla="*/ 4717 w 7644"/>
              <a:gd name="T21" fmla="*/ 3589 h 4080"/>
              <a:gd name="T22" fmla="*/ 4717 w 7644"/>
              <a:gd name="T23" fmla="*/ 3589 h 4080"/>
              <a:gd name="T24" fmla="*/ 5603 w 7644"/>
              <a:gd name="T25" fmla="*/ 3825 h 4080"/>
              <a:gd name="T26" fmla="*/ 5603 w 7644"/>
              <a:gd name="T27" fmla="*/ 3825 h 4080"/>
              <a:gd name="T28" fmla="*/ 7388 w 7644"/>
              <a:gd name="T29" fmla="*/ 2039 h 4080"/>
              <a:gd name="T30" fmla="*/ 7388 w 7644"/>
              <a:gd name="T31" fmla="*/ 2039 h 4080"/>
              <a:gd name="T32" fmla="*/ 5603 w 7644"/>
              <a:gd name="T33" fmla="*/ 255 h 4080"/>
              <a:gd name="T34" fmla="*/ 5603 w 7644"/>
              <a:gd name="T35" fmla="*/ 255 h 4080"/>
              <a:gd name="T36" fmla="*/ 3818 w 7644"/>
              <a:gd name="T37" fmla="*/ 2039 h 4080"/>
              <a:gd name="T38" fmla="*/ 3818 w 7644"/>
              <a:gd name="T39" fmla="*/ 2039 h 4080"/>
              <a:gd name="T40" fmla="*/ 1778 w 7644"/>
              <a:gd name="T41" fmla="*/ 4079 h 4080"/>
              <a:gd name="T42" fmla="*/ 1778 w 7644"/>
              <a:gd name="T43" fmla="*/ 4079 h 4080"/>
              <a:gd name="T44" fmla="*/ 765 w 7644"/>
              <a:gd name="T45" fmla="*/ 3810 h 4080"/>
              <a:gd name="T46" fmla="*/ 765 w 7644"/>
              <a:gd name="T47" fmla="*/ 3810 h 4080"/>
              <a:gd name="T48" fmla="*/ 37 w 7644"/>
              <a:gd name="T49" fmla="*/ 3102 h 4080"/>
              <a:gd name="T50" fmla="*/ 37 w 7644"/>
              <a:gd name="T51" fmla="*/ 3102 h 4080"/>
              <a:gd name="T52" fmla="*/ 79 w 7644"/>
              <a:gd name="T53" fmla="*/ 2927 h 4080"/>
              <a:gd name="T54" fmla="*/ 79 w 7644"/>
              <a:gd name="T55" fmla="*/ 2927 h 4080"/>
              <a:gd name="T56" fmla="*/ 254 w 7644"/>
              <a:gd name="T57" fmla="*/ 2969 h 4080"/>
              <a:gd name="T58" fmla="*/ 254 w 7644"/>
              <a:gd name="T59" fmla="*/ 2969 h 4080"/>
              <a:gd name="T60" fmla="*/ 892 w 7644"/>
              <a:gd name="T61" fmla="*/ 3589 h 4080"/>
              <a:gd name="T62" fmla="*/ 892 w 7644"/>
              <a:gd name="T63" fmla="*/ 3589 h 4080"/>
              <a:gd name="T64" fmla="*/ 1778 w 7644"/>
              <a:gd name="T65" fmla="*/ 3825 h 4080"/>
              <a:gd name="T66" fmla="*/ 1778 w 7644"/>
              <a:gd name="T67" fmla="*/ 3825 h 4080"/>
              <a:gd name="T68" fmla="*/ 3564 w 7644"/>
              <a:gd name="T69" fmla="*/ 2039 h 4080"/>
              <a:gd name="T70" fmla="*/ 3564 w 7644"/>
              <a:gd name="T71" fmla="*/ 2039 h 4080"/>
              <a:gd name="T72" fmla="*/ 5603 w 7644"/>
              <a:gd name="T73" fmla="*/ 0 h 4080"/>
              <a:gd name="T74" fmla="*/ 5603 w 7644"/>
              <a:gd name="T75" fmla="*/ 0 h 4080"/>
              <a:gd name="T76" fmla="*/ 7643 w 7644"/>
              <a:gd name="T77" fmla="*/ 2039 h 4080"/>
              <a:gd name="T78" fmla="*/ 7643 w 7644"/>
              <a:gd name="T79" fmla="*/ 2039 h 4080"/>
              <a:gd name="T80" fmla="*/ 5603 w 7644"/>
              <a:gd name="T81" fmla="*/ 4079 h 4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44" h="4080">
                <a:moveTo>
                  <a:pt x="5603" y="4079"/>
                </a:moveTo>
                <a:lnTo>
                  <a:pt x="5603" y="4079"/>
                </a:lnTo>
                <a:cubicBezTo>
                  <a:pt x="5248" y="4079"/>
                  <a:pt x="4897" y="3986"/>
                  <a:pt x="4590" y="3810"/>
                </a:cubicBezTo>
                <a:lnTo>
                  <a:pt x="4590" y="3810"/>
                </a:lnTo>
                <a:cubicBezTo>
                  <a:pt x="4293" y="3639"/>
                  <a:pt x="4041" y="3395"/>
                  <a:pt x="3861" y="3102"/>
                </a:cubicBezTo>
                <a:lnTo>
                  <a:pt x="3861" y="3102"/>
                </a:lnTo>
                <a:cubicBezTo>
                  <a:pt x="3825" y="3042"/>
                  <a:pt x="3844" y="2963"/>
                  <a:pt x="3904" y="2927"/>
                </a:cubicBezTo>
                <a:lnTo>
                  <a:pt x="3904" y="2927"/>
                </a:lnTo>
                <a:cubicBezTo>
                  <a:pt x="3964" y="2890"/>
                  <a:pt x="4042" y="2909"/>
                  <a:pt x="4079" y="2969"/>
                </a:cubicBezTo>
                <a:lnTo>
                  <a:pt x="4079" y="2969"/>
                </a:lnTo>
                <a:cubicBezTo>
                  <a:pt x="4236" y="3225"/>
                  <a:pt x="4456" y="3440"/>
                  <a:pt x="4717" y="3589"/>
                </a:cubicBezTo>
                <a:lnTo>
                  <a:pt x="4717" y="3589"/>
                </a:lnTo>
                <a:cubicBezTo>
                  <a:pt x="4985" y="3743"/>
                  <a:pt x="5292" y="3825"/>
                  <a:pt x="5603" y="3825"/>
                </a:cubicBezTo>
                <a:lnTo>
                  <a:pt x="5603" y="3825"/>
                </a:lnTo>
                <a:cubicBezTo>
                  <a:pt x="6588" y="3825"/>
                  <a:pt x="7388" y="3024"/>
                  <a:pt x="7388" y="2039"/>
                </a:cubicBezTo>
                <a:lnTo>
                  <a:pt x="7388" y="2039"/>
                </a:lnTo>
                <a:cubicBezTo>
                  <a:pt x="7388" y="1055"/>
                  <a:pt x="6588" y="255"/>
                  <a:pt x="5603" y="255"/>
                </a:cubicBezTo>
                <a:lnTo>
                  <a:pt x="5603" y="255"/>
                </a:lnTo>
                <a:cubicBezTo>
                  <a:pt x="4619" y="255"/>
                  <a:pt x="3818" y="1055"/>
                  <a:pt x="3818" y="2039"/>
                </a:cubicBezTo>
                <a:lnTo>
                  <a:pt x="3818" y="2039"/>
                </a:lnTo>
                <a:cubicBezTo>
                  <a:pt x="3818" y="3164"/>
                  <a:pt x="2903" y="4079"/>
                  <a:pt x="1778" y="4079"/>
                </a:cubicBezTo>
                <a:lnTo>
                  <a:pt x="1778" y="4079"/>
                </a:lnTo>
                <a:cubicBezTo>
                  <a:pt x="1422" y="4079"/>
                  <a:pt x="1072" y="3986"/>
                  <a:pt x="765" y="3810"/>
                </a:cubicBezTo>
                <a:lnTo>
                  <a:pt x="765" y="3810"/>
                </a:lnTo>
                <a:cubicBezTo>
                  <a:pt x="467" y="3639"/>
                  <a:pt x="215" y="3395"/>
                  <a:pt x="37" y="3102"/>
                </a:cubicBezTo>
                <a:lnTo>
                  <a:pt x="37" y="3102"/>
                </a:lnTo>
                <a:cubicBezTo>
                  <a:pt x="0" y="3042"/>
                  <a:pt x="19" y="2963"/>
                  <a:pt x="79" y="2927"/>
                </a:cubicBezTo>
                <a:lnTo>
                  <a:pt x="79" y="2927"/>
                </a:lnTo>
                <a:cubicBezTo>
                  <a:pt x="139" y="2890"/>
                  <a:pt x="217" y="2909"/>
                  <a:pt x="254" y="2969"/>
                </a:cubicBezTo>
                <a:lnTo>
                  <a:pt x="254" y="2969"/>
                </a:lnTo>
                <a:cubicBezTo>
                  <a:pt x="410" y="3225"/>
                  <a:pt x="631" y="3440"/>
                  <a:pt x="892" y="3589"/>
                </a:cubicBezTo>
                <a:lnTo>
                  <a:pt x="892" y="3589"/>
                </a:lnTo>
                <a:cubicBezTo>
                  <a:pt x="1160" y="3743"/>
                  <a:pt x="1467" y="3825"/>
                  <a:pt x="1778" y="3825"/>
                </a:cubicBezTo>
                <a:lnTo>
                  <a:pt x="1778" y="3825"/>
                </a:lnTo>
                <a:cubicBezTo>
                  <a:pt x="2762" y="3825"/>
                  <a:pt x="3564" y="3024"/>
                  <a:pt x="3564" y="2039"/>
                </a:cubicBezTo>
                <a:lnTo>
                  <a:pt x="3564" y="2039"/>
                </a:lnTo>
                <a:cubicBezTo>
                  <a:pt x="3564" y="915"/>
                  <a:pt x="4478" y="0"/>
                  <a:pt x="5603" y="0"/>
                </a:cubicBezTo>
                <a:lnTo>
                  <a:pt x="5603" y="0"/>
                </a:lnTo>
                <a:cubicBezTo>
                  <a:pt x="6728" y="0"/>
                  <a:pt x="7643" y="915"/>
                  <a:pt x="7643" y="2039"/>
                </a:cubicBezTo>
                <a:lnTo>
                  <a:pt x="7643" y="2039"/>
                </a:lnTo>
                <a:cubicBezTo>
                  <a:pt x="7643" y="3164"/>
                  <a:pt x="6728" y="4079"/>
                  <a:pt x="5603" y="4079"/>
                </a:cubicBezTo>
              </a:path>
            </a:pathLst>
          </a:custGeom>
          <a:gradFill>
            <a:gsLst>
              <a:gs pos="0">
                <a:schemeClr val="accent3"/>
              </a:gs>
              <a:gs pos="0">
                <a:srgbClr val="B52372"/>
              </a:gs>
              <a:gs pos="100000">
                <a:srgbClr val="D51067"/>
              </a:gs>
            </a:gsLst>
            <a:lin ang="18900000" scaled="0"/>
          </a:gra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9B2F3D-3D31-9D4F-86C3-2D471CA88504}"/>
              </a:ext>
            </a:extLst>
          </p:cNvPr>
          <p:cNvSpPr txBox="1">
            <a:spLocks/>
          </p:cNvSpPr>
          <p:nvPr/>
        </p:nvSpPr>
        <p:spPr>
          <a:xfrm>
            <a:off x="1329036" y="3104102"/>
            <a:ext cx="2074095" cy="1917192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u="sng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we have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Products, Services,</a:t>
            </a: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Attributes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Those products, services, and attributes that directly connect into what our customer and customers customer want</a:t>
            </a:r>
            <a:endParaRPr lang="en-US" sz="12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E62B539-C5A2-0B40-8678-C5DD097C993F}"/>
              </a:ext>
            </a:extLst>
          </p:cNvPr>
          <p:cNvSpPr txBox="1">
            <a:spLocks/>
          </p:cNvSpPr>
          <p:nvPr/>
        </p:nvSpPr>
        <p:spPr>
          <a:xfrm>
            <a:off x="3600528" y="3056278"/>
            <a:ext cx="1725556" cy="1793568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u="sng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our customers want</a:t>
            </a:r>
          </a:p>
          <a:p>
            <a:pPr>
              <a:lnSpc>
                <a:spcPts val="1313"/>
              </a:lnSpc>
            </a:pPr>
            <a:endParaRPr lang="en-US" sz="1400" b="1" i="1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An experience that they can brag about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Checking the box</a:t>
            </a: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DC64857-5BD9-3249-AA69-48CD8EBE394C}"/>
              </a:ext>
            </a:extLst>
          </p:cNvPr>
          <p:cNvSpPr txBox="1">
            <a:spLocks/>
          </p:cNvSpPr>
          <p:nvPr/>
        </p:nvSpPr>
        <p:spPr>
          <a:xfrm>
            <a:off x="5740871" y="3039884"/>
            <a:ext cx="1725556" cy="225625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u="sng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our customer’s </a:t>
            </a:r>
          </a:p>
          <a:p>
            <a:pPr>
              <a:lnSpc>
                <a:spcPts val="1313"/>
              </a:lnSpc>
            </a:pPr>
            <a:r>
              <a:rPr lang="en-US" sz="1400" b="1" i="1" u="sng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customer cares about</a:t>
            </a:r>
          </a:p>
          <a:p>
            <a:pPr>
              <a:lnSpc>
                <a:spcPts val="1313"/>
              </a:lnSpc>
            </a:pPr>
            <a:endParaRPr lang="en-US" sz="1400" b="1" i="1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Family Time and Experiences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Memories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endParaRPr lang="en-US" sz="1400" b="1" i="1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endParaRPr lang="en-US" sz="1400" b="1" i="1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4CB5E70-F3B1-F940-DFBD-55E9191A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Outside In Thinking:  Customer Centric Thinking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8E52F2-6953-480B-AFA5-E6F89FA4073E}"/>
              </a:ext>
            </a:extLst>
          </p:cNvPr>
          <p:cNvCxnSpPr>
            <a:cxnSpLocks/>
          </p:cNvCxnSpPr>
          <p:nvPr/>
        </p:nvCxnSpPr>
        <p:spPr>
          <a:xfrm flipH="1">
            <a:off x="1329036" y="2867057"/>
            <a:ext cx="6194216" cy="0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BE604A-4A88-0260-58BD-D5C3F25C1CB0}"/>
              </a:ext>
            </a:extLst>
          </p:cNvPr>
          <p:cNvSpPr txBox="1"/>
          <p:nvPr/>
        </p:nvSpPr>
        <p:spPr>
          <a:xfrm>
            <a:off x="3337301" y="2571450"/>
            <a:ext cx="4342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Franklin Gothic Book" panose="020B0503020102020204" pitchFamily="34" charset="0"/>
              </a:rPr>
              <a:t>Cultural Shift and Value Creation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6D7E69-29D2-3FE6-D416-DAFA6E94BEB7}"/>
              </a:ext>
            </a:extLst>
          </p:cNvPr>
          <p:cNvSpPr txBox="1"/>
          <p:nvPr/>
        </p:nvSpPr>
        <p:spPr>
          <a:xfrm>
            <a:off x="98156" y="1023883"/>
            <a:ext cx="971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Golf Course</a:t>
            </a:r>
          </a:p>
        </p:txBody>
      </p:sp>
      <p:pic>
        <p:nvPicPr>
          <p:cNvPr id="5" name="Picture 4" descr="A picture containing grass, person, tree, outdoor&#10;&#10;Description automatically generated">
            <a:extLst>
              <a:ext uri="{FF2B5EF4-FFF2-40B4-BE49-F238E27FC236}">
                <a16:creationId xmlns:a16="http://schemas.microsoft.com/office/drawing/2014/main" id="{CE34DF5C-AC56-0512-BFD6-C1DA64C8A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312" y="618015"/>
            <a:ext cx="1996113" cy="157757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 descr="A person swinging a golf club&#10;&#10;Description automatically generated">
            <a:extLst>
              <a:ext uri="{FF2B5EF4-FFF2-40B4-BE49-F238E27FC236}">
                <a16:creationId xmlns:a16="http://schemas.microsoft.com/office/drawing/2014/main" id="{2D6D5A84-727E-087B-C7E5-99E638F89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387" y="684643"/>
            <a:ext cx="1786849" cy="147843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 descr="A golf ball on a golf course&#10;&#10;Description automatically generated with low confidence">
            <a:extLst>
              <a:ext uri="{FF2B5EF4-FFF2-40B4-BE49-F238E27FC236}">
                <a16:creationId xmlns:a16="http://schemas.microsoft.com/office/drawing/2014/main" id="{21A71825-2351-3D66-0EB3-686CCF56EC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499" y="685630"/>
            <a:ext cx="1898246" cy="145078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E1A253-2CC8-6D84-32E3-AC6BB0EBB416}"/>
              </a:ext>
            </a:extLst>
          </p:cNvPr>
          <p:cNvCxnSpPr>
            <a:cxnSpLocks/>
          </p:cNvCxnSpPr>
          <p:nvPr/>
        </p:nvCxnSpPr>
        <p:spPr>
          <a:xfrm>
            <a:off x="1546356" y="2630711"/>
            <a:ext cx="2932448" cy="0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AD047B-EE12-5B5C-4592-0408BBE43507}"/>
              </a:ext>
            </a:extLst>
          </p:cNvPr>
          <p:cNvSpPr txBox="1"/>
          <p:nvPr/>
        </p:nvSpPr>
        <p:spPr>
          <a:xfrm>
            <a:off x="1471073" y="2262743"/>
            <a:ext cx="4342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Common Approach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FDEABB1-03A0-39FB-2889-9CB289FCEF14}"/>
              </a:ext>
            </a:extLst>
          </p:cNvPr>
          <p:cNvCxnSpPr/>
          <p:nvPr/>
        </p:nvCxnSpPr>
        <p:spPr>
          <a:xfrm>
            <a:off x="1947620" y="3611106"/>
            <a:ext cx="11727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BD22333-3C00-3CD1-C566-7FD74F5E3FC2}"/>
              </a:ext>
            </a:extLst>
          </p:cNvPr>
          <p:cNvCxnSpPr>
            <a:cxnSpLocks/>
          </p:cNvCxnSpPr>
          <p:nvPr/>
        </p:nvCxnSpPr>
        <p:spPr>
          <a:xfrm>
            <a:off x="2100020" y="3830666"/>
            <a:ext cx="7981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0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1">
            <a:extLst>
              <a:ext uri="{FF2B5EF4-FFF2-40B4-BE49-F238E27FC236}">
                <a16:creationId xmlns:a16="http://schemas.microsoft.com/office/drawing/2014/main" id="{6661786B-1E03-6044-9258-2D384ED78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225894"/>
            <a:ext cx="8991600" cy="15013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>
              <a:latin typeface="Lato Light" panose="020F0502020204030203" pitchFamily="34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5252E18-2FFA-1545-83AF-546F43669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05" y="1658594"/>
            <a:ext cx="1284736" cy="1284736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A9D67-CD43-0B47-8040-F95CCC8496BC}"/>
              </a:ext>
            </a:extLst>
          </p:cNvPr>
          <p:cNvSpPr txBox="1"/>
          <p:nvPr/>
        </p:nvSpPr>
        <p:spPr>
          <a:xfrm>
            <a:off x="2595322" y="229640"/>
            <a:ext cx="3953390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50" b="1" dirty="0">
                <a:solidFill>
                  <a:schemeClr val="tx2"/>
                </a:solidFill>
                <a:latin typeface="Franklin Gothic Book" panose="020B0503020102020204" pitchFamily="34" charset="0"/>
                <a:cs typeface="Poppins" pitchFamily="2" charset="77"/>
              </a:rPr>
              <a:t>Strategic Engagement Pathway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ECB0E47-80BF-9B46-95D3-E7B730656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018" y="165859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123A7FA7-121E-9042-8277-B581CAF1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104" y="1658594"/>
            <a:ext cx="1284736" cy="1284736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4D8D2FC-2F50-514B-A51A-8DD75EB1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247" y="165859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8F81EE76-86C6-3B4C-A8C2-828BA4B8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860" y="165859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B5E234F5-E01F-8748-97B5-C537826DB6AD}"/>
              </a:ext>
            </a:extLst>
          </p:cNvPr>
          <p:cNvSpPr txBox="1">
            <a:spLocks/>
          </p:cNvSpPr>
          <p:nvPr/>
        </p:nvSpPr>
        <p:spPr>
          <a:xfrm>
            <a:off x="3690729" y="4162578"/>
            <a:ext cx="1762544" cy="18620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endParaRPr lang="en-US" sz="9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3304DA-A9E9-694B-A21D-04CFF68CB580}"/>
              </a:ext>
            </a:extLst>
          </p:cNvPr>
          <p:cNvSpPr txBox="1"/>
          <p:nvPr/>
        </p:nvSpPr>
        <p:spPr>
          <a:xfrm>
            <a:off x="3753512" y="3009553"/>
            <a:ext cx="1636987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075DD1CF-DF07-BD4B-B87E-5D39B904B89D}"/>
              </a:ext>
            </a:extLst>
          </p:cNvPr>
          <p:cNvSpPr txBox="1">
            <a:spLocks/>
          </p:cNvSpPr>
          <p:nvPr/>
        </p:nvSpPr>
        <p:spPr>
          <a:xfrm>
            <a:off x="6836765" y="3603578"/>
            <a:ext cx="1762544" cy="51962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Measurement of results, KPI’s,  readjusting and moving to the next level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40761-40DB-E84E-A3EF-63A2CA78643E}"/>
              </a:ext>
            </a:extLst>
          </p:cNvPr>
          <p:cNvSpPr txBox="1"/>
          <p:nvPr/>
        </p:nvSpPr>
        <p:spPr>
          <a:xfrm>
            <a:off x="6848758" y="3122835"/>
            <a:ext cx="1684949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5- Measure &amp; Equip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354159BB-7EAF-4B4B-91AA-5A5230AD11FD}"/>
              </a:ext>
            </a:extLst>
          </p:cNvPr>
          <p:cNvSpPr txBox="1">
            <a:spLocks/>
          </p:cNvSpPr>
          <p:nvPr/>
        </p:nvSpPr>
        <p:spPr>
          <a:xfrm>
            <a:off x="372937" y="3603578"/>
            <a:ext cx="2334045" cy="131247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 deep dive into the current state that looks at;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 Market and Trends (SWOT)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Current Customer Segmentation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Aspirational Customer in strategic  move forward vision</a:t>
            </a:r>
          </a:p>
          <a:p>
            <a:pPr>
              <a:lnSpc>
                <a:spcPts val="1313"/>
              </a:lnSpc>
            </a:pPr>
            <a:endParaRPr lang="en-US" sz="10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0ACC24-D91E-EC40-A611-1223B9CD21DD}"/>
              </a:ext>
            </a:extLst>
          </p:cNvPr>
          <p:cNvSpPr txBox="1"/>
          <p:nvPr/>
        </p:nvSpPr>
        <p:spPr>
          <a:xfrm>
            <a:off x="659066" y="3027796"/>
            <a:ext cx="1587422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Current State –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Discover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E33F8457-9D45-6142-80AF-9ABB79C73947}"/>
              </a:ext>
            </a:extLst>
          </p:cNvPr>
          <p:cNvSpPr txBox="1">
            <a:spLocks/>
          </p:cNvSpPr>
          <p:nvPr/>
        </p:nvSpPr>
        <p:spPr>
          <a:xfrm>
            <a:off x="1598347" y="1108237"/>
            <a:ext cx="2791067" cy="189091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The Future State of the ‘New Way to Work’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E94EE5-6BBF-1946-8C3C-5F56412DF390}"/>
              </a:ext>
            </a:extLst>
          </p:cNvPr>
          <p:cNvSpPr txBox="1"/>
          <p:nvPr/>
        </p:nvSpPr>
        <p:spPr>
          <a:xfrm>
            <a:off x="1873226" y="801527"/>
            <a:ext cx="2264146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Building the Future State</a:t>
            </a:r>
          </a:p>
        </p:txBody>
      </p:sp>
      <p:sp>
        <p:nvSpPr>
          <p:cNvPr id="46" name="Subtitle 2">
            <a:extLst>
              <a:ext uri="{FF2B5EF4-FFF2-40B4-BE49-F238E27FC236}">
                <a16:creationId xmlns:a16="http://schemas.microsoft.com/office/drawing/2014/main" id="{AFDB8E0E-8409-BF44-9307-2E1BE903DF89}"/>
              </a:ext>
            </a:extLst>
          </p:cNvPr>
          <p:cNvSpPr txBox="1">
            <a:spLocks/>
          </p:cNvSpPr>
          <p:nvPr/>
        </p:nvSpPr>
        <p:spPr>
          <a:xfrm>
            <a:off x="5191206" y="1107170"/>
            <a:ext cx="1762544" cy="352917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Sustainability and coaching to results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0F1A5-9095-4247-9D9A-6C986097B2E5}"/>
              </a:ext>
            </a:extLst>
          </p:cNvPr>
          <p:cNvSpPr txBox="1"/>
          <p:nvPr/>
        </p:nvSpPr>
        <p:spPr>
          <a:xfrm>
            <a:off x="5296217" y="800459"/>
            <a:ext cx="1552541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4- Drive &amp; Sustain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0CE52-93A5-C747-8206-246B7817F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943948">
            <a:off x="1141452" y="1896051"/>
            <a:ext cx="548306" cy="8882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A481E3-6DC4-634C-BA0D-82B7E8461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1" y="1864680"/>
            <a:ext cx="797720" cy="672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2CB5E4-9672-8B48-985C-E1CE527C5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5323" y="1932576"/>
            <a:ext cx="848248" cy="6624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EB0B2B-97E2-7F4C-9B30-B61CB92139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95595">
            <a:off x="5878640" y="1830746"/>
            <a:ext cx="657497" cy="937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6E0855-D429-1C4B-B85E-DA8D8939F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6063" y="1877359"/>
            <a:ext cx="726490" cy="717630"/>
          </a:xfrm>
          <a:prstGeom prst="rect">
            <a:avLst/>
          </a:prstGeom>
        </p:spPr>
      </p:pic>
      <p:sp>
        <p:nvSpPr>
          <p:cNvPr id="26" name="Subtitle 2">
            <a:extLst>
              <a:ext uri="{FF2B5EF4-FFF2-40B4-BE49-F238E27FC236}">
                <a16:creationId xmlns:a16="http://schemas.microsoft.com/office/drawing/2014/main" id="{C8CCE1EB-2C49-374D-88E4-651A42A7F963}"/>
              </a:ext>
            </a:extLst>
          </p:cNvPr>
          <p:cNvSpPr txBox="1">
            <a:spLocks/>
          </p:cNvSpPr>
          <p:nvPr/>
        </p:nvSpPr>
        <p:spPr>
          <a:xfrm>
            <a:off x="3753512" y="3603578"/>
            <a:ext cx="1762544" cy="91749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Playbook that gives you: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Foundation (Implementation Plan)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Framework (Tools and Supporting Resources) </a:t>
            </a:r>
          </a:p>
        </p:txBody>
      </p:sp>
    </p:spTree>
    <p:extLst>
      <p:ext uri="{BB962C8B-B14F-4D97-AF65-F5344CB8AC3E}">
        <p14:creationId xmlns:p14="http://schemas.microsoft.com/office/powerpoint/2010/main" val="259206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16" grpId="0" animBg="1"/>
      <p:bldP spid="38" grpId="0"/>
      <p:bldP spid="40" grpId="0"/>
      <p:bldP spid="41" grpId="0"/>
      <p:bldP spid="19" grpId="0"/>
      <p:bldP spid="20" grpId="0"/>
      <p:bldP spid="43" grpId="0"/>
      <p:bldP spid="44" grpId="0"/>
      <p:bldP spid="46" grpId="0"/>
      <p:bldP spid="47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1">
            <a:extLst>
              <a:ext uri="{FF2B5EF4-FFF2-40B4-BE49-F238E27FC236}">
                <a16:creationId xmlns:a16="http://schemas.microsoft.com/office/drawing/2014/main" id="{6661786B-1E03-6044-9258-2D384ED78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7070"/>
            <a:ext cx="8991600" cy="15013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>
              <a:latin typeface="Lato Light" panose="020F0502020204030203" pitchFamily="34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5252E18-2FFA-1545-83AF-546F43669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90" y="949490"/>
            <a:ext cx="1284736" cy="1284736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A9D67-CD43-0B47-8040-F95CCC8496BC}"/>
              </a:ext>
            </a:extLst>
          </p:cNvPr>
          <p:cNvSpPr txBox="1"/>
          <p:nvPr/>
        </p:nvSpPr>
        <p:spPr>
          <a:xfrm>
            <a:off x="2351537" y="229640"/>
            <a:ext cx="4440960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50" b="1" dirty="0">
                <a:solidFill>
                  <a:schemeClr val="tx2"/>
                </a:solidFill>
                <a:latin typeface="Franklin Gothic Book" panose="020B0503020102020204" pitchFamily="34" charset="0"/>
                <a:cs typeface="Poppins" pitchFamily="2" charset="77"/>
              </a:rPr>
              <a:t>Strategic Engagement Deliverables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ECB0E47-80BF-9B46-95D3-E7B730656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003" y="949490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123A7FA7-121E-9042-8277-B581CAF1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296" y="918524"/>
            <a:ext cx="1284736" cy="1284736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4D8D2FC-2F50-514B-A51A-8DD75EB1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87" y="91852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8F81EE76-86C6-3B4C-A8C2-828BA4B8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273" y="94822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3304DA-A9E9-694B-A21D-04CFF68CB580}"/>
              </a:ext>
            </a:extLst>
          </p:cNvPr>
          <p:cNvSpPr txBox="1"/>
          <p:nvPr/>
        </p:nvSpPr>
        <p:spPr>
          <a:xfrm>
            <a:off x="3824519" y="2542518"/>
            <a:ext cx="1681872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Enhance, </a:t>
            </a:r>
          </a:p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40761-40DB-E84E-A3EF-63A2CA78643E}"/>
              </a:ext>
            </a:extLst>
          </p:cNvPr>
          <p:cNvSpPr txBox="1"/>
          <p:nvPr/>
        </p:nvSpPr>
        <p:spPr>
          <a:xfrm>
            <a:off x="7173380" y="2650240"/>
            <a:ext cx="1684949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5- Measure &amp; Equip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0ACC24-D91E-EC40-A611-1223B9CD21DD}"/>
              </a:ext>
            </a:extLst>
          </p:cNvPr>
          <p:cNvSpPr txBox="1"/>
          <p:nvPr/>
        </p:nvSpPr>
        <p:spPr>
          <a:xfrm>
            <a:off x="497597" y="2542518"/>
            <a:ext cx="1734321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Current State – </a:t>
            </a:r>
          </a:p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Discovery &amp; Analysis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E94EE5-6BBF-1946-8C3C-5F56412DF390}"/>
              </a:ext>
            </a:extLst>
          </p:cNvPr>
          <p:cNvSpPr txBox="1"/>
          <p:nvPr/>
        </p:nvSpPr>
        <p:spPr>
          <a:xfrm>
            <a:off x="1820495" y="2542518"/>
            <a:ext cx="2414688" cy="5232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Building the </a:t>
            </a:r>
          </a:p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Future State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0F1A5-9095-4247-9D9A-6C986097B2E5}"/>
              </a:ext>
            </a:extLst>
          </p:cNvPr>
          <p:cNvSpPr txBox="1"/>
          <p:nvPr/>
        </p:nvSpPr>
        <p:spPr>
          <a:xfrm>
            <a:off x="5119447" y="2650240"/>
            <a:ext cx="2414688" cy="3077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4- Drive &amp; Sustain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0CE52-93A5-C747-8206-246B7817F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943948">
            <a:off x="1053437" y="1186947"/>
            <a:ext cx="548306" cy="8882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A481E3-6DC4-634C-BA0D-82B7E8461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317" y="1148928"/>
            <a:ext cx="797720" cy="672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2CB5E4-9672-8B48-985C-E1CE527C5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7308" y="1223472"/>
            <a:ext cx="848248" cy="6624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EB0B2B-97E2-7F4C-9B30-B61CB92139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95595">
            <a:off x="5904807" y="1100635"/>
            <a:ext cx="657497" cy="937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6E0855-D429-1C4B-B85E-DA8D8939F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183" y="1165392"/>
            <a:ext cx="726490" cy="7176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94F4BA-8963-D247-9A43-767DAD47D912}"/>
              </a:ext>
            </a:extLst>
          </p:cNvPr>
          <p:cNvSpPr/>
          <p:nvPr/>
        </p:nvSpPr>
        <p:spPr>
          <a:xfrm>
            <a:off x="497597" y="3181350"/>
            <a:ext cx="8341603" cy="167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97CD5-0E15-5449-BB44-2EBC721B2894}"/>
              </a:ext>
            </a:extLst>
          </p:cNvPr>
          <p:cNvSpPr txBox="1"/>
          <p:nvPr/>
        </p:nvSpPr>
        <p:spPr>
          <a:xfrm rot="16200000">
            <a:off x="-653709" y="383488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Deliverables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6AE9D-8B26-DC40-A121-71C5525A7BE8}"/>
              </a:ext>
            </a:extLst>
          </p:cNvPr>
          <p:cNvSpPr txBox="1"/>
          <p:nvPr/>
        </p:nvSpPr>
        <p:spPr>
          <a:xfrm>
            <a:off x="636776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Insights, Findings and Recommendations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1D17F9-0D7F-8E45-B5CA-42B904023E27}"/>
              </a:ext>
            </a:extLst>
          </p:cNvPr>
          <p:cNvSpPr txBox="1"/>
          <p:nvPr/>
        </p:nvSpPr>
        <p:spPr>
          <a:xfrm>
            <a:off x="3920246" y="3289071"/>
            <a:ext cx="1604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Playbook </a:t>
            </a:r>
            <a:r>
              <a:rPr lang="en-US" sz="1200" dirty="0"/>
              <a:t>:</a:t>
            </a:r>
          </a:p>
          <a:p>
            <a:pPr algn="ctr"/>
            <a:r>
              <a:rPr lang="en-US" sz="1200" dirty="0"/>
              <a:t>Programs and Implementation Plan</a:t>
            </a:r>
          </a:p>
          <a:p>
            <a:pPr algn="ctr"/>
            <a:endParaRPr lang="en-US" sz="1000" dirty="0">
              <a:latin typeface="Franklin Gothic Book" panose="020B0503020102020204" pitchFamily="34" charset="0"/>
            </a:endParaRPr>
          </a:p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Tools and Resources (Framework):</a:t>
            </a:r>
          </a:p>
          <a:p>
            <a:pPr algn="ctr"/>
            <a:r>
              <a:rPr lang="en-US" sz="1000" dirty="0">
                <a:latin typeface="Franklin Gothic Book" panose="020B0503020102020204" pitchFamily="34" charset="0"/>
              </a:rPr>
              <a:t>Programs, Processes, Training Materials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68DD71-3188-BA47-AEB7-42E34C61CC0F}"/>
              </a:ext>
            </a:extLst>
          </p:cNvPr>
          <p:cNvSpPr txBox="1"/>
          <p:nvPr/>
        </p:nvSpPr>
        <p:spPr>
          <a:xfrm>
            <a:off x="2215858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Vision-to-Value Roadmap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DB7FCF-5DE1-044A-8566-B28D6A001A91}"/>
              </a:ext>
            </a:extLst>
          </p:cNvPr>
          <p:cNvSpPr txBox="1"/>
          <p:nvPr/>
        </p:nvSpPr>
        <p:spPr>
          <a:xfrm>
            <a:off x="7213846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Benchmark Scorecard, KPIs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BD9024-4ABF-9341-B027-34B48CDD958F}"/>
              </a:ext>
            </a:extLst>
          </p:cNvPr>
          <p:cNvSpPr txBox="1"/>
          <p:nvPr/>
        </p:nvSpPr>
        <p:spPr>
          <a:xfrm>
            <a:off x="5524782" y="3707404"/>
            <a:ext cx="1604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Sustainability Program, Maturation Modeling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1E920-CB3E-F448-863E-42074B6331BE}"/>
              </a:ext>
            </a:extLst>
          </p:cNvPr>
          <p:cNvCxnSpPr>
            <a:cxnSpLocks/>
          </p:cNvCxnSpPr>
          <p:nvPr/>
        </p:nvCxnSpPr>
        <p:spPr>
          <a:xfrm>
            <a:off x="2236897" y="3455072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111472-8064-0A44-A784-213154FD1613}"/>
              </a:ext>
            </a:extLst>
          </p:cNvPr>
          <p:cNvCxnSpPr>
            <a:cxnSpLocks/>
          </p:cNvCxnSpPr>
          <p:nvPr/>
        </p:nvCxnSpPr>
        <p:spPr>
          <a:xfrm>
            <a:off x="5555555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23B14B-58BD-4F4B-B98B-13FFCD7F39B7}"/>
              </a:ext>
            </a:extLst>
          </p:cNvPr>
          <p:cNvCxnSpPr>
            <a:cxnSpLocks/>
          </p:cNvCxnSpPr>
          <p:nvPr/>
        </p:nvCxnSpPr>
        <p:spPr>
          <a:xfrm>
            <a:off x="3896226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DB2DEF-8348-B04A-AB3D-EBAD9E3FF155}"/>
              </a:ext>
            </a:extLst>
          </p:cNvPr>
          <p:cNvCxnSpPr>
            <a:cxnSpLocks/>
          </p:cNvCxnSpPr>
          <p:nvPr/>
        </p:nvCxnSpPr>
        <p:spPr>
          <a:xfrm>
            <a:off x="7214883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287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8EFEEEF8-72C8-FCC4-9287-A81514681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60" y="1191267"/>
            <a:ext cx="1009414" cy="6942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558FC-1E1E-3445-B627-B6AE46E889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53888"/>
          </a:xfrm>
        </p:spPr>
        <p:txBody>
          <a:bodyPr/>
          <a:lstStyle/>
          <a:p>
            <a:fld id="{B6F15528-21DE-4FAA-801E-634DDDAF4B2B}" type="slidenum">
              <a:rPr lang="en-US" sz="1000" smtClean="0">
                <a:latin typeface="Franklin Gothic Book" panose="020B0503020102020204" pitchFamily="34" charset="0"/>
              </a:rPr>
              <a:t>8</a:t>
            </a:fld>
            <a:endParaRPr lang="en-US" sz="10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7C12-D442-E74D-86E2-2FC4CD33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 State- Discovery and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537430" y="2383520"/>
            <a:ext cx="1827245" cy="110409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7CA32FF-EABB-244D-B51E-03E627718C53}"/>
              </a:ext>
            </a:extLst>
          </p:cNvPr>
          <p:cNvSpPr txBox="1">
            <a:spLocks/>
          </p:cNvSpPr>
          <p:nvPr/>
        </p:nvSpPr>
        <p:spPr>
          <a:xfrm>
            <a:off x="581870" y="2428274"/>
            <a:ext cx="1698798" cy="860492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Current State Benchmarking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Effectiveness Mapping  </a:t>
            </a:r>
            <a:r>
              <a:rPr lang="en-US" sz="6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*example of a heat map within appendices</a:t>
            </a:r>
            <a:endParaRPr lang="en-US" sz="900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Insights, Recommendations, and Outcomes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235865" y="2782885"/>
            <a:ext cx="1104098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535698" y="3635109"/>
            <a:ext cx="1827245" cy="123384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289892" y="4113531"/>
            <a:ext cx="1233846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0FDB204-7C28-AE4F-B2D3-5A51655213EB}"/>
              </a:ext>
            </a:extLst>
          </p:cNvPr>
          <p:cNvSpPr txBox="1">
            <a:spLocks/>
          </p:cNvSpPr>
          <p:nvPr/>
        </p:nvSpPr>
        <p:spPr>
          <a:xfrm>
            <a:off x="581870" y="3680066"/>
            <a:ext cx="1421188" cy="955390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See what may be holding you back from realizing full potential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Give you insights to how </a:t>
            </a:r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‘what the best do differently’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DDFB46CD-9ECA-5105-AFA4-F256F1126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77" y="664685"/>
            <a:ext cx="868680" cy="868680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4FD50-3EEB-18DF-69EA-81D6CC04178F}"/>
              </a:ext>
            </a:extLst>
          </p:cNvPr>
          <p:cNvSpPr txBox="1"/>
          <p:nvPr/>
        </p:nvSpPr>
        <p:spPr>
          <a:xfrm>
            <a:off x="333111" y="1654155"/>
            <a:ext cx="1734321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Current State – </a:t>
            </a:r>
          </a:p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Discovery &amp;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F321C2-D7CB-A612-6608-AE415789C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43948">
            <a:off x="799790" y="827185"/>
            <a:ext cx="389764" cy="65304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F199D14-039B-A9E4-347A-AD617CA449EC}"/>
              </a:ext>
            </a:extLst>
          </p:cNvPr>
          <p:cNvGrpSpPr/>
          <p:nvPr/>
        </p:nvGrpSpPr>
        <p:grpSpPr>
          <a:xfrm>
            <a:off x="2634083" y="1805667"/>
            <a:ext cx="6448102" cy="2754823"/>
            <a:chOff x="214843" y="1182836"/>
            <a:chExt cx="11845960" cy="522116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66E8164-FEEF-1618-D886-566964784FCF}"/>
                </a:ext>
              </a:extLst>
            </p:cNvPr>
            <p:cNvGrpSpPr/>
            <p:nvPr/>
          </p:nvGrpSpPr>
          <p:grpSpPr>
            <a:xfrm>
              <a:off x="214843" y="1182836"/>
              <a:ext cx="11845960" cy="5221169"/>
              <a:chOff x="214843" y="1182836"/>
              <a:chExt cx="11845960" cy="5221169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3370582-9E53-8918-0C11-A79E88B8C7F6}"/>
                  </a:ext>
                </a:extLst>
              </p:cNvPr>
              <p:cNvGrpSpPr/>
              <p:nvPr/>
            </p:nvGrpSpPr>
            <p:grpSpPr>
              <a:xfrm>
                <a:off x="214843" y="1182836"/>
                <a:ext cx="11845960" cy="5221169"/>
                <a:chOff x="214842" y="1128451"/>
                <a:chExt cx="11845960" cy="5221169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03379510-3102-29D7-8574-F1D6331CEABE}"/>
                    </a:ext>
                  </a:extLst>
                </p:cNvPr>
                <p:cNvGrpSpPr/>
                <p:nvPr/>
              </p:nvGrpSpPr>
              <p:grpSpPr>
                <a:xfrm>
                  <a:off x="3873869" y="4589040"/>
                  <a:ext cx="4493626" cy="495827"/>
                  <a:chOff x="4166088" y="4618068"/>
                  <a:chExt cx="4493626" cy="495827"/>
                </a:xfrm>
              </p:grpSpPr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F2382AB5-C0E4-AD0F-4546-DB0008CF7518}"/>
                      </a:ext>
                    </a:extLst>
                  </p:cNvPr>
                  <p:cNvSpPr/>
                  <p:nvPr/>
                </p:nvSpPr>
                <p:spPr>
                  <a:xfrm>
                    <a:off x="4166088" y="4618068"/>
                    <a:ext cx="1249231" cy="495826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lvl="0" algn="ctr" defTabSz="914400">
                      <a:defRPr/>
                    </a:pPr>
                    <a:r>
                      <a:rPr lang="en-US" sz="1100" b="1" i="1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rPr>
                      <a:t>Internal </a:t>
                    </a:r>
                  </a:p>
                </p:txBody>
              </p: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318DC4F1-2523-86A1-0170-149C9368175A}"/>
                      </a:ext>
                    </a:extLst>
                  </p:cNvPr>
                  <p:cNvSpPr/>
                  <p:nvPr/>
                </p:nvSpPr>
                <p:spPr>
                  <a:xfrm>
                    <a:off x="7431095" y="4618070"/>
                    <a:ext cx="1228619" cy="495825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lvl="0" algn="ctr" defTabSz="914400">
                      <a:defRPr/>
                    </a:pPr>
                    <a:r>
                      <a:rPr lang="en-US" sz="1100" b="1" i="1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rPr>
                      <a:t>External</a:t>
                    </a: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8F3EDB00-F0E4-A500-8A6C-88AAE08979DA}"/>
                    </a:ext>
                  </a:extLst>
                </p:cNvPr>
                <p:cNvGrpSpPr/>
                <p:nvPr/>
              </p:nvGrpSpPr>
              <p:grpSpPr>
                <a:xfrm>
                  <a:off x="214842" y="1128451"/>
                  <a:ext cx="11845960" cy="5221169"/>
                  <a:chOff x="214842" y="1293551"/>
                  <a:chExt cx="11845960" cy="5221169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79087423-7F99-62A0-5C3B-018D7C3A7DAB}"/>
                      </a:ext>
                    </a:extLst>
                  </p:cNvPr>
                  <p:cNvGrpSpPr/>
                  <p:nvPr/>
                </p:nvGrpSpPr>
                <p:grpSpPr>
                  <a:xfrm>
                    <a:off x="2585579" y="1610589"/>
                    <a:ext cx="7068788" cy="3249218"/>
                    <a:chOff x="2585579" y="1610589"/>
                    <a:chExt cx="7068788" cy="3249218"/>
                  </a:xfrm>
                </p:grpSpPr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ADD61F81-7190-A05F-D324-1740FF2269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85579" y="1610589"/>
                      <a:ext cx="7068788" cy="3249218"/>
                      <a:chOff x="2585579" y="1610589"/>
                      <a:chExt cx="7068788" cy="3249218"/>
                    </a:xfrm>
                  </p:grpSpPr>
                  <p:grpSp>
                    <p:nvGrpSpPr>
                      <p:cNvPr id="68" name="Group 67">
                        <a:extLst>
                          <a:ext uri="{FF2B5EF4-FFF2-40B4-BE49-F238E27FC236}">
                            <a16:creationId xmlns:a16="http://schemas.microsoft.com/office/drawing/2014/main" id="{95B5B2B2-1A27-562C-3288-4ABBD1C6100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592477" y="1610589"/>
                        <a:ext cx="6042348" cy="3249218"/>
                        <a:chOff x="2592477" y="1610589"/>
                        <a:chExt cx="6042348" cy="3249218"/>
                      </a:xfrm>
                    </p:grpSpPr>
                    <p:grpSp>
                      <p:nvGrpSpPr>
                        <p:cNvPr id="84" name="Group 83">
                          <a:extLst>
                            <a:ext uri="{FF2B5EF4-FFF2-40B4-BE49-F238E27FC236}">
                              <a16:creationId xmlns:a16="http://schemas.microsoft.com/office/drawing/2014/main" id="{773791B9-81CF-948D-E553-B811DEE4E7E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927853" y="3306021"/>
                          <a:ext cx="3142747" cy="1553786"/>
                          <a:chOff x="2927853" y="3306021"/>
                          <a:chExt cx="3142747" cy="1553786"/>
                        </a:xfrm>
                      </p:grpSpPr>
                      <p:sp>
                        <p:nvSpPr>
                          <p:cNvPr id="92" name="Rectangle 91">
                            <a:extLst>
                              <a:ext uri="{FF2B5EF4-FFF2-40B4-BE49-F238E27FC236}">
                                <a16:creationId xmlns:a16="http://schemas.microsoft.com/office/drawing/2014/main" id="{837D86C0-F009-E18E-1E1E-442A358969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927853" y="3306021"/>
                            <a:ext cx="3142747" cy="1553786"/>
                          </a:xfrm>
                          <a:prstGeom prst="rect">
                            <a:avLst/>
                          </a:prstGeom>
                          <a:solidFill>
                            <a:srgbClr val="B52372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>
                              <a:solidFill>
                                <a:schemeClr val="bg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94" name="TextBox 93">
                            <a:extLst>
                              <a:ext uri="{FF2B5EF4-FFF2-40B4-BE49-F238E27FC236}">
                                <a16:creationId xmlns:a16="http://schemas.microsoft.com/office/drawing/2014/main" id="{61860B32-C4FE-4B5C-6654-DAC412AEBA5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309861" y="3878751"/>
                            <a:ext cx="339374" cy="408328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 anchor="ctr">
                            <a:spAutoFit/>
                          </a:bodyPr>
                          <a:lstStyle/>
                          <a:p>
                            <a:endParaRPr lang="en-US" sz="800" b="1" dirty="0">
                              <a:solidFill>
                                <a:schemeClr val="bg2"/>
                              </a:solidFill>
                              <a:latin typeface="Franklin Gothic Book" panose="020B0503020102020204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85" name="Group 84">
                          <a:extLst>
                            <a:ext uri="{FF2B5EF4-FFF2-40B4-BE49-F238E27FC236}">
                              <a16:creationId xmlns:a16="http://schemas.microsoft.com/office/drawing/2014/main" id="{40DE31C1-0ED1-FA6C-2A39-43EBC6DECD2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592477" y="1610589"/>
                          <a:ext cx="6042348" cy="1579187"/>
                          <a:chOff x="2592477" y="1610589"/>
                          <a:chExt cx="6042348" cy="1579187"/>
                        </a:xfrm>
                      </p:grpSpPr>
                      <p:sp>
                        <p:nvSpPr>
                          <p:cNvPr id="86" name="Rectangle 85">
                            <a:extLst>
                              <a:ext uri="{FF2B5EF4-FFF2-40B4-BE49-F238E27FC236}">
                                <a16:creationId xmlns:a16="http://schemas.microsoft.com/office/drawing/2014/main" id="{3FCD14E6-BC08-D324-C2E2-C76409A80E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927852" y="1610589"/>
                            <a:ext cx="3142747" cy="1579187"/>
                          </a:xfrm>
                          <a:prstGeom prst="rect">
                            <a:avLst/>
                          </a:prstGeom>
                          <a:solidFill>
                            <a:srgbClr val="B52372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grpSp>
                        <p:nvGrpSpPr>
                          <p:cNvPr id="87" name="Group 86">
                            <a:extLst>
                              <a:ext uri="{FF2B5EF4-FFF2-40B4-BE49-F238E27FC236}">
                                <a16:creationId xmlns:a16="http://schemas.microsoft.com/office/drawing/2014/main" id="{888889F9-6E97-4F49-16E0-037705AA8A7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592477" y="1892119"/>
                            <a:ext cx="6042348" cy="845831"/>
                            <a:chOff x="2567965" y="2498093"/>
                            <a:chExt cx="6042348" cy="845831"/>
                          </a:xfrm>
                        </p:grpSpPr>
                        <p:sp>
                          <p:nvSpPr>
                            <p:cNvPr id="90" name="Hexagon 3">
                              <a:extLst>
                                <a:ext uri="{FF2B5EF4-FFF2-40B4-BE49-F238E27FC236}">
                                  <a16:creationId xmlns:a16="http://schemas.microsoft.com/office/drawing/2014/main" id="{E6CC9933-8F98-DA94-94B0-81EDF0CCEAB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567965" y="2683535"/>
                              <a:ext cx="654945" cy="660389"/>
                            </a:xfrm>
                            <a:prstGeom prst="ellipse">
                              <a:avLst/>
                            </a:prstGeom>
                            <a:solidFill>
                              <a:srgbClr val="D51067"/>
                            </a:solidFill>
                            <a:ln w="19050">
                              <a:solidFill>
                                <a:schemeClr val="bg1"/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marL="0" marR="0" lvl="0" indent="0" algn="ctr" defTabSz="4572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8" name="TextBox 87">
                              <a:extLst>
                                <a:ext uri="{FF2B5EF4-FFF2-40B4-BE49-F238E27FC236}">
                                  <a16:creationId xmlns:a16="http://schemas.microsoft.com/office/drawing/2014/main" id="{D1B8EDEF-632F-16CA-E58E-A09C9018212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010635" y="2498093"/>
                              <a:ext cx="1599678" cy="40832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 anchor="ctr">
                              <a:spAutoFit/>
                            </a:bodyPr>
                            <a:lstStyle/>
                            <a:p>
                              <a:r>
                                <a:rPr lang="en-US" sz="8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Market Analysis</a:t>
                              </a:r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69" name="Group 68">
                        <a:extLst>
                          <a:ext uri="{FF2B5EF4-FFF2-40B4-BE49-F238E27FC236}">
                            <a16:creationId xmlns:a16="http://schemas.microsoft.com/office/drawing/2014/main" id="{CBDA7BC5-3A7A-93F3-421C-FA25CDBB65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585579" y="1610590"/>
                        <a:ext cx="7068788" cy="3249217"/>
                        <a:chOff x="2585579" y="1610590"/>
                        <a:chExt cx="7068788" cy="3249217"/>
                      </a:xfrm>
                    </p:grpSpPr>
                    <p:grpSp>
                      <p:nvGrpSpPr>
                        <p:cNvPr id="70" name="Group 69">
                          <a:extLst>
                            <a:ext uri="{FF2B5EF4-FFF2-40B4-BE49-F238E27FC236}">
                              <a16:creationId xmlns:a16="http://schemas.microsoft.com/office/drawing/2014/main" id="{71AAEC0E-29FA-E30B-9070-E31E25CB7CB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585579" y="3306021"/>
                          <a:ext cx="6740371" cy="1553786"/>
                          <a:chOff x="2561067" y="3911995"/>
                          <a:chExt cx="6740371" cy="1553786"/>
                        </a:xfrm>
                      </p:grpSpPr>
                      <p:sp>
                        <p:nvSpPr>
                          <p:cNvPr id="78" name="Rectangle 77">
                            <a:extLst>
                              <a:ext uri="{FF2B5EF4-FFF2-40B4-BE49-F238E27FC236}">
                                <a16:creationId xmlns:a16="http://schemas.microsoft.com/office/drawing/2014/main" id="{A068042D-49C0-757D-D930-C01B30A439C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148487" y="3911995"/>
                            <a:ext cx="3152951" cy="1553786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5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grpSp>
                        <p:nvGrpSpPr>
                          <p:cNvPr id="79" name="Group 78">
                            <a:extLst>
                              <a:ext uri="{FF2B5EF4-FFF2-40B4-BE49-F238E27FC236}">
                                <a16:creationId xmlns:a16="http://schemas.microsoft.com/office/drawing/2014/main" id="{6C93820B-DC62-6784-9141-CC1244582FD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561067" y="4295718"/>
                            <a:ext cx="6398096" cy="772332"/>
                            <a:chOff x="2561067" y="4262008"/>
                            <a:chExt cx="6398096" cy="772332"/>
                          </a:xfrm>
                        </p:grpSpPr>
                        <p:sp>
                          <p:nvSpPr>
                            <p:cNvPr id="80" name="TextBox 79">
                              <a:extLst>
                                <a:ext uri="{FF2B5EF4-FFF2-40B4-BE49-F238E27FC236}">
                                  <a16:creationId xmlns:a16="http://schemas.microsoft.com/office/drawing/2014/main" id="{90D6B1BE-0151-2EC6-5187-06E9A64A832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391878" y="4276018"/>
                              <a:ext cx="1567285" cy="75832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 anchor="ctr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Aspirational </a:t>
                              </a:r>
                            </a:p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Customer</a:t>
                              </a:r>
                            </a:p>
                          </p:txBody>
                        </p:sp>
                        <p:sp>
                          <p:nvSpPr>
                            <p:cNvPr id="82" name="Hexagon 3">
                              <a:extLst>
                                <a:ext uri="{FF2B5EF4-FFF2-40B4-BE49-F238E27FC236}">
                                  <a16:creationId xmlns:a16="http://schemas.microsoft.com/office/drawing/2014/main" id="{08618974-0815-2806-3FA2-428EF8ED4A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561067" y="4262008"/>
                              <a:ext cx="660440" cy="665927"/>
                            </a:xfrm>
                            <a:prstGeom prst="ellipse">
                              <a:avLst/>
                            </a:prstGeom>
                            <a:solidFill>
                              <a:srgbClr val="D51067"/>
                            </a:solidFill>
                            <a:ln w="19050">
                              <a:solidFill>
                                <a:schemeClr val="bg1"/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marL="0" marR="0" lvl="0" indent="0" algn="ctr" defTabSz="4572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71" name="Group 70">
                          <a:extLst>
                            <a:ext uri="{FF2B5EF4-FFF2-40B4-BE49-F238E27FC236}">
                              <a16:creationId xmlns:a16="http://schemas.microsoft.com/office/drawing/2014/main" id="{A5B42A7A-B4C5-729D-22A1-77CF26133DD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119605" y="1610590"/>
                          <a:ext cx="6534762" cy="2861324"/>
                          <a:chOff x="3095093" y="2216564"/>
                          <a:chExt cx="6534762" cy="2861324"/>
                        </a:xfrm>
                      </p:grpSpPr>
                      <p:sp>
                        <p:nvSpPr>
                          <p:cNvPr id="72" name="Rectangle 71">
                            <a:extLst>
                              <a:ext uri="{FF2B5EF4-FFF2-40B4-BE49-F238E27FC236}">
                                <a16:creationId xmlns:a16="http://schemas.microsoft.com/office/drawing/2014/main" id="{69F63949-EDDF-6E45-9964-3B00C34B44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147687" y="2216564"/>
                            <a:ext cx="3153752" cy="1579185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5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grpSp>
                        <p:nvGrpSpPr>
                          <p:cNvPr id="73" name="Group 72">
                            <a:extLst>
                              <a:ext uri="{FF2B5EF4-FFF2-40B4-BE49-F238E27FC236}">
                                <a16:creationId xmlns:a16="http://schemas.microsoft.com/office/drawing/2014/main" id="{D8688367-CE4B-F2AE-37B2-1DC8A704A3D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095093" y="2673193"/>
                            <a:ext cx="6534762" cy="2404695"/>
                            <a:chOff x="3095093" y="2738209"/>
                            <a:chExt cx="6534762" cy="2404695"/>
                          </a:xfrm>
                        </p:grpSpPr>
                        <p:sp>
                          <p:nvSpPr>
                            <p:cNvPr id="74" name="TextBox 73">
                              <a:extLst>
                                <a:ext uri="{FF2B5EF4-FFF2-40B4-BE49-F238E27FC236}">
                                  <a16:creationId xmlns:a16="http://schemas.microsoft.com/office/drawing/2014/main" id="{F5E4DFFF-0E32-F922-96EC-929F2D7223B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3095093" y="4384582"/>
                              <a:ext cx="2156267" cy="75832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 anchor="ctr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Current Customer </a:t>
                              </a:r>
                            </a:p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Engagement</a:t>
                              </a:r>
                            </a:p>
                          </p:txBody>
                        </p:sp>
                        <p:sp>
                          <p:nvSpPr>
                            <p:cNvPr id="76" name="Hexagon 3">
                              <a:extLst>
                                <a:ext uri="{FF2B5EF4-FFF2-40B4-BE49-F238E27FC236}">
                                  <a16:creationId xmlns:a16="http://schemas.microsoft.com/office/drawing/2014/main" id="{68E95835-30EF-A87F-1033-33A1FC6664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69414" y="2738209"/>
                              <a:ext cx="660441" cy="665925"/>
                            </a:xfrm>
                            <a:prstGeom prst="ellipse">
                              <a:avLst/>
                            </a:prstGeom>
                            <a:solidFill>
                              <a:schemeClr val="bg1">
                                <a:lumMod val="75000"/>
                              </a:schemeClr>
                            </a:solidFill>
                            <a:ln w="19050">
                              <a:solidFill>
                                <a:schemeClr val="bg1"/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marL="0" marR="0" lvl="0" indent="0" algn="ctr" defTabSz="4572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E3C4C84D-DADD-2DDB-6750-9F4D5D97AC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4871" y="1961748"/>
                      <a:ext cx="2556160" cy="2572302"/>
                      <a:chOff x="4820359" y="2567722"/>
                      <a:chExt cx="2556160" cy="2572302"/>
                    </a:xfrm>
                  </p:grpSpPr>
                  <p:grpSp>
                    <p:nvGrpSpPr>
                      <p:cNvPr id="56" name="Group 55">
                        <a:extLst>
                          <a:ext uri="{FF2B5EF4-FFF2-40B4-BE49-F238E27FC236}">
                            <a16:creationId xmlns:a16="http://schemas.microsoft.com/office/drawing/2014/main" id="{227D81B3-AD69-F286-6E16-F710AE6AC91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820359" y="2567722"/>
                        <a:ext cx="2556160" cy="2572302"/>
                        <a:chOff x="4596712" y="2110121"/>
                        <a:chExt cx="2621204" cy="2637758"/>
                      </a:xfrm>
                    </p:grpSpPr>
                    <p:grpSp>
                      <p:nvGrpSpPr>
                        <p:cNvPr id="62" name="Group 61">
                          <a:extLst>
                            <a:ext uri="{FF2B5EF4-FFF2-40B4-BE49-F238E27FC236}">
                              <a16:creationId xmlns:a16="http://schemas.microsoft.com/office/drawing/2014/main" id="{27DA5B06-8B15-AE40-2BE3-92B22E1EE7D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596712" y="2110121"/>
                          <a:ext cx="2621204" cy="2637758"/>
                          <a:chOff x="4596712" y="2110121"/>
                          <a:chExt cx="2621204" cy="2637758"/>
                        </a:xfrm>
                      </p:grpSpPr>
                      <p:sp>
                        <p:nvSpPr>
                          <p:cNvPr id="64" name="Freeform: Shape 32">
                            <a:extLst>
                              <a:ext uri="{FF2B5EF4-FFF2-40B4-BE49-F238E27FC236}">
                                <a16:creationId xmlns:a16="http://schemas.microsoft.com/office/drawing/2014/main" id="{3C72AD8B-C75A-2A7F-C8DE-7786F3E2FE7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58636" y="3488600"/>
                            <a:ext cx="1259280" cy="1259278"/>
                          </a:xfrm>
                          <a:custGeom>
                            <a:avLst/>
                            <a:gdLst>
                              <a:gd name="connsiteX0" fmla="*/ 900671 w 1259280"/>
                              <a:gd name="connsiteY0" fmla="*/ 0 h 1259278"/>
                              <a:gd name="connsiteX1" fmla="*/ 1259280 w 1259280"/>
                              <a:gd name="connsiteY1" fmla="*/ 0 h 1259278"/>
                              <a:gd name="connsiteX2" fmla="*/ 1255092 w 1259280"/>
                              <a:gd name="connsiteY2" fmla="*/ 82944 h 1259278"/>
                              <a:gd name="connsiteX3" fmla="*/ 82944 w 1259280"/>
                              <a:gd name="connsiteY3" fmla="*/ 1255090 h 1259278"/>
                              <a:gd name="connsiteX4" fmla="*/ 0 w 1259280"/>
                              <a:gd name="connsiteY4" fmla="*/ 1259278 h 1259278"/>
                              <a:gd name="connsiteX5" fmla="*/ 0 w 1259280"/>
                              <a:gd name="connsiteY5" fmla="*/ 900671 h 1259278"/>
                              <a:gd name="connsiteX6" fmla="*/ 46277 w 1259280"/>
                              <a:gd name="connsiteY6" fmla="*/ 898333 h 1259278"/>
                              <a:gd name="connsiteX7" fmla="*/ 898334 w 1259280"/>
                              <a:gd name="connsiteY7" fmla="*/ 46278 h 1259278"/>
                              <a:gd name="connsiteX8" fmla="*/ 900671 w 1259280"/>
                              <a:gd name="connsiteY8" fmla="*/ 0 h 125927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80" h="1259278">
                                <a:moveTo>
                                  <a:pt x="900671" y="0"/>
                                </a:moveTo>
                                <a:lnTo>
                                  <a:pt x="1259280" y="0"/>
                                </a:lnTo>
                                <a:lnTo>
                                  <a:pt x="1255092" y="82944"/>
                                </a:lnTo>
                                <a:cubicBezTo>
                                  <a:pt x="1192327" y="700983"/>
                                  <a:pt x="700985" y="1192325"/>
                                  <a:pt x="82944" y="1255090"/>
                                </a:cubicBezTo>
                                <a:lnTo>
                                  <a:pt x="0" y="1259278"/>
                                </a:lnTo>
                                <a:lnTo>
                                  <a:pt x="0" y="900671"/>
                                </a:lnTo>
                                <a:lnTo>
                                  <a:pt x="46277" y="898333"/>
                                </a:lnTo>
                                <a:cubicBezTo>
                                  <a:pt x="495543" y="852708"/>
                                  <a:pt x="852708" y="495543"/>
                                  <a:pt x="898334" y="46278"/>
                                </a:cubicBezTo>
                                <a:lnTo>
                                  <a:pt x="900671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65" name="Freeform: Shape 33">
                            <a:extLst>
                              <a:ext uri="{FF2B5EF4-FFF2-40B4-BE49-F238E27FC236}">
                                <a16:creationId xmlns:a16="http://schemas.microsoft.com/office/drawing/2014/main" id="{E92E64F8-031E-108A-93F5-E56A4949BE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96712" y="3488600"/>
                            <a:ext cx="1259277" cy="1259279"/>
                          </a:xfrm>
                          <a:custGeom>
                            <a:avLst/>
                            <a:gdLst>
                              <a:gd name="connsiteX0" fmla="*/ 0 w 1259277"/>
                              <a:gd name="connsiteY0" fmla="*/ 0 h 1259279"/>
                              <a:gd name="connsiteX1" fmla="*/ 358607 w 1259277"/>
                              <a:gd name="connsiteY1" fmla="*/ 0 h 1259279"/>
                              <a:gd name="connsiteX2" fmla="*/ 360943 w 1259277"/>
                              <a:gd name="connsiteY2" fmla="*/ 46278 h 1259279"/>
                              <a:gd name="connsiteX3" fmla="*/ 1212999 w 1259277"/>
                              <a:gd name="connsiteY3" fmla="*/ 898334 h 1259279"/>
                              <a:gd name="connsiteX4" fmla="*/ 1259277 w 1259277"/>
                              <a:gd name="connsiteY4" fmla="*/ 900672 h 1259279"/>
                              <a:gd name="connsiteX5" fmla="*/ 1259277 w 1259277"/>
                              <a:gd name="connsiteY5" fmla="*/ 1259279 h 1259279"/>
                              <a:gd name="connsiteX6" fmla="*/ 1176335 w 1259277"/>
                              <a:gd name="connsiteY6" fmla="*/ 1255091 h 1259279"/>
                              <a:gd name="connsiteX7" fmla="*/ 4187 w 1259277"/>
                              <a:gd name="connsiteY7" fmla="*/ 82944 h 1259279"/>
                              <a:gd name="connsiteX8" fmla="*/ 0 w 1259277"/>
                              <a:gd name="connsiteY8" fmla="*/ 0 h 125927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77" h="1259279">
                                <a:moveTo>
                                  <a:pt x="0" y="0"/>
                                </a:moveTo>
                                <a:lnTo>
                                  <a:pt x="358607" y="0"/>
                                </a:lnTo>
                                <a:lnTo>
                                  <a:pt x="360943" y="46278"/>
                                </a:lnTo>
                                <a:cubicBezTo>
                                  <a:pt x="406568" y="495544"/>
                                  <a:pt x="763734" y="852709"/>
                                  <a:pt x="1212999" y="898334"/>
                                </a:cubicBezTo>
                                <a:lnTo>
                                  <a:pt x="1259277" y="900672"/>
                                </a:lnTo>
                                <a:lnTo>
                                  <a:pt x="1259277" y="1259279"/>
                                </a:lnTo>
                                <a:lnTo>
                                  <a:pt x="1176335" y="1255091"/>
                                </a:lnTo>
                                <a:cubicBezTo>
                                  <a:pt x="558295" y="1192326"/>
                                  <a:pt x="66954" y="700985"/>
                                  <a:pt x="4187" y="82944"/>
                                </a:cubicBez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D51067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66" name="Freeform: Shape 34">
                            <a:extLst>
                              <a:ext uri="{FF2B5EF4-FFF2-40B4-BE49-F238E27FC236}">
                                <a16:creationId xmlns:a16="http://schemas.microsoft.com/office/drawing/2014/main" id="{8CE5B724-7EE6-BB40-F859-9AA64E7E6A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58636" y="2110121"/>
                            <a:ext cx="1259280" cy="1259278"/>
                          </a:xfrm>
                          <a:custGeom>
                            <a:avLst/>
                            <a:gdLst>
                              <a:gd name="connsiteX0" fmla="*/ 0 w 1259280"/>
                              <a:gd name="connsiteY0" fmla="*/ 0 h 1259278"/>
                              <a:gd name="connsiteX1" fmla="*/ 82944 w 1259280"/>
                              <a:gd name="connsiteY1" fmla="*/ 4187 h 1259278"/>
                              <a:gd name="connsiteX2" fmla="*/ 1255092 w 1259280"/>
                              <a:gd name="connsiteY2" fmla="*/ 1176335 h 1259278"/>
                              <a:gd name="connsiteX3" fmla="*/ 1259280 w 1259280"/>
                              <a:gd name="connsiteY3" fmla="*/ 1259278 h 1259278"/>
                              <a:gd name="connsiteX4" fmla="*/ 900671 w 1259280"/>
                              <a:gd name="connsiteY4" fmla="*/ 1259278 h 1259278"/>
                              <a:gd name="connsiteX5" fmla="*/ 898334 w 1259280"/>
                              <a:gd name="connsiteY5" fmla="*/ 1213000 h 1259278"/>
                              <a:gd name="connsiteX6" fmla="*/ 46277 w 1259280"/>
                              <a:gd name="connsiteY6" fmla="*/ 360944 h 1259278"/>
                              <a:gd name="connsiteX7" fmla="*/ 0 w 1259280"/>
                              <a:gd name="connsiteY7" fmla="*/ 358608 h 1259278"/>
                              <a:gd name="connsiteX8" fmla="*/ 0 w 1259280"/>
                              <a:gd name="connsiteY8" fmla="*/ 0 h 125927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80" h="1259278">
                                <a:moveTo>
                                  <a:pt x="0" y="0"/>
                                </a:moveTo>
                                <a:lnTo>
                                  <a:pt x="82944" y="4187"/>
                                </a:lnTo>
                                <a:cubicBezTo>
                                  <a:pt x="700985" y="66954"/>
                                  <a:pt x="1192327" y="558295"/>
                                  <a:pt x="1255092" y="1176335"/>
                                </a:cubicBezTo>
                                <a:lnTo>
                                  <a:pt x="1259280" y="1259278"/>
                                </a:lnTo>
                                <a:lnTo>
                                  <a:pt x="900671" y="1259278"/>
                                </a:lnTo>
                                <a:lnTo>
                                  <a:pt x="898334" y="1213000"/>
                                </a:lnTo>
                                <a:cubicBezTo>
                                  <a:pt x="852708" y="763735"/>
                                  <a:pt x="495543" y="406569"/>
                                  <a:pt x="46277" y="360944"/>
                                </a:cubicBezTo>
                                <a:lnTo>
                                  <a:pt x="0" y="358608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67" name="Freeform: Shape 35">
                            <a:extLst>
                              <a:ext uri="{FF2B5EF4-FFF2-40B4-BE49-F238E27FC236}">
                                <a16:creationId xmlns:a16="http://schemas.microsoft.com/office/drawing/2014/main" id="{25CA91EB-B71E-B555-A85F-FCEC10A32F3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96712" y="2110122"/>
                            <a:ext cx="1259277" cy="1259277"/>
                          </a:xfrm>
                          <a:custGeom>
                            <a:avLst/>
                            <a:gdLst>
                              <a:gd name="connsiteX0" fmla="*/ 1259277 w 1259277"/>
                              <a:gd name="connsiteY0" fmla="*/ 0 h 1259277"/>
                              <a:gd name="connsiteX1" fmla="*/ 1259277 w 1259277"/>
                              <a:gd name="connsiteY1" fmla="*/ 358608 h 1259277"/>
                              <a:gd name="connsiteX2" fmla="*/ 1212999 w 1259277"/>
                              <a:gd name="connsiteY2" fmla="*/ 360944 h 1259277"/>
                              <a:gd name="connsiteX3" fmla="*/ 360943 w 1259277"/>
                              <a:gd name="connsiteY3" fmla="*/ 1213000 h 1259277"/>
                              <a:gd name="connsiteX4" fmla="*/ 358607 w 1259277"/>
                              <a:gd name="connsiteY4" fmla="*/ 1259277 h 1259277"/>
                              <a:gd name="connsiteX5" fmla="*/ 0 w 1259277"/>
                              <a:gd name="connsiteY5" fmla="*/ 1259277 h 1259277"/>
                              <a:gd name="connsiteX6" fmla="*/ 4187 w 1259277"/>
                              <a:gd name="connsiteY6" fmla="*/ 1176335 h 1259277"/>
                              <a:gd name="connsiteX7" fmla="*/ 1176335 w 1259277"/>
                              <a:gd name="connsiteY7" fmla="*/ 4187 h 1259277"/>
                              <a:gd name="connsiteX8" fmla="*/ 1259277 w 1259277"/>
                              <a:gd name="connsiteY8" fmla="*/ 0 h 125927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77" h="1259277">
                                <a:moveTo>
                                  <a:pt x="1259277" y="0"/>
                                </a:moveTo>
                                <a:lnTo>
                                  <a:pt x="1259277" y="358608"/>
                                </a:lnTo>
                                <a:lnTo>
                                  <a:pt x="1212999" y="360944"/>
                                </a:lnTo>
                                <a:cubicBezTo>
                                  <a:pt x="763734" y="406569"/>
                                  <a:pt x="406568" y="763735"/>
                                  <a:pt x="360943" y="1213000"/>
                                </a:cubicBezTo>
                                <a:lnTo>
                                  <a:pt x="358607" y="1259277"/>
                                </a:lnTo>
                                <a:lnTo>
                                  <a:pt x="0" y="1259277"/>
                                </a:lnTo>
                                <a:lnTo>
                                  <a:pt x="4187" y="1176335"/>
                                </a:lnTo>
                                <a:cubicBezTo>
                                  <a:pt x="66954" y="558295"/>
                                  <a:pt x="558295" y="66954"/>
                                  <a:pt x="1176335" y="4187"/>
                                </a:cubicBezTo>
                                <a:lnTo>
                                  <a:pt x="1259277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D51067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</p:grpSp>
                    <p:sp>
                      <p:nvSpPr>
                        <p:cNvPr id="63" name="Oval 62">
                          <a:extLst>
                            <a:ext uri="{FF2B5EF4-FFF2-40B4-BE49-F238E27FC236}">
                              <a16:creationId xmlns:a16="http://schemas.microsoft.com/office/drawing/2014/main" id="{B2839DAA-38EA-7AFF-302A-5B1F34FB08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67001" y="2288687"/>
                          <a:ext cx="2280627" cy="2280626"/>
                        </a:xfrm>
                        <a:prstGeom prst="ellipse">
                          <a:avLst/>
                        </a:prstGeom>
                        <a:solidFill>
                          <a:schemeClr val="bg1">
                            <a:lumMod val="65000"/>
                            <a:alpha val="29804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58" name="Oval 57">
                        <a:extLst>
                          <a:ext uri="{FF2B5EF4-FFF2-40B4-BE49-F238E27FC236}">
                            <a16:creationId xmlns:a16="http://schemas.microsoft.com/office/drawing/2014/main" id="{F65078D6-E3D5-7F51-18D4-5D9BD09FDD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57054" y="2912489"/>
                        <a:ext cx="1882769" cy="1882769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en-US" dirty="0"/>
                      </a:p>
                    </p:txBody>
                  </p:sp>
                </p:grpSp>
              </p:grp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C455EE9B-9B17-9926-F2D7-C2C0B105F89C}"/>
                      </a:ext>
                    </a:extLst>
                  </p:cNvPr>
                  <p:cNvGrpSpPr/>
                  <p:nvPr/>
                </p:nvGrpSpPr>
                <p:grpSpPr>
                  <a:xfrm>
                    <a:off x="214842" y="1293551"/>
                    <a:ext cx="11845960" cy="5221169"/>
                    <a:chOff x="176741" y="1899525"/>
                    <a:chExt cx="11845960" cy="5221168"/>
                  </a:xfrm>
                </p:grpSpPr>
                <p:grpSp>
                  <p:nvGrpSpPr>
                    <p:cNvPr id="48" name="Group 47">
                      <a:extLst>
                        <a:ext uri="{FF2B5EF4-FFF2-40B4-BE49-F238E27FC236}">
                          <a16:creationId xmlns:a16="http://schemas.microsoft.com/office/drawing/2014/main" id="{7F4E0AB4-27BC-0668-BA22-1DD3D57DAE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6741" y="2225924"/>
                      <a:ext cx="2766600" cy="4894769"/>
                      <a:chOff x="176741" y="2225924"/>
                      <a:chExt cx="2766600" cy="4894769"/>
                    </a:xfrm>
                  </p:grpSpPr>
                  <p:sp>
                    <p:nvSpPr>
                      <p:cNvPr id="52" name="Rectangle 51">
                        <a:extLst>
                          <a:ext uri="{FF2B5EF4-FFF2-40B4-BE49-F238E27FC236}">
                            <a16:creationId xmlns:a16="http://schemas.microsoft.com/office/drawing/2014/main" id="{14F611F5-A5C5-1B4C-CD99-F9F4D8024B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1594" y="2225924"/>
                        <a:ext cx="2255586" cy="1224980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Strategy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Future Vision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Alignment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Competencies</a:t>
                        </a:r>
                      </a:p>
                    </p:txBody>
                  </p:sp>
                  <p:sp>
                    <p:nvSpPr>
                      <p:cNvPr id="53" name="Rectangle 52">
                        <a:extLst>
                          <a:ext uri="{FF2B5EF4-FFF2-40B4-BE49-F238E27FC236}">
                            <a16:creationId xmlns:a16="http://schemas.microsoft.com/office/drawing/2014/main" id="{BAE1B229-852C-4FF1-66E6-9875A5C3EA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6741" y="3795749"/>
                        <a:ext cx="2766600" cy="3324944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Current Customer Segmentation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Current Customer Experiences by segment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Value Proposition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Processes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Systems</a:t>
                        </a:r>
                      </a:p>
                      <a:p>
                        <a:pPr lvl="0" defTabSz="914400">
                          <a:defRPr/>
                        </a:pPr>
                        <a:endParaRPr lang="en-US" sz="9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lvl="0" defTabSz="914400"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Within all customer- facing disciplines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endParaRPr lang="en-US" sz="9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88B0B472-8797-AE48-EC88-1B7278206F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63420" y="1899525"/>
                      <a:ext cx="2359281" cy="4326466"/>
                      <a:chOff x="9663420" y="1899525"/>
                      <a:chExt cx="2359281" cy="4326466"/>
                    </a:xfrm>
                  </p:grpSpPr>
                  <p:sp>
                    <p:nvSpPr>
                      <p:cNvPr id="50" name="Rectangle 49">
                        <a:extLst>
                          <a:ext uri="{FF2B5EF4-FFF2-40B4-BE49-F238E27FC236}">
                            <a16:creationId xmlns:a16="http://schemas.microsoft.com/office/drawing/2014/main" id="{E740E593-FC2D-46A4-6E2B-82C475E2B2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63420" y="1899525"/>
                        <a:ext cx="2359281" cy="201246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Strengths, Weaknesses, Opportunities, Threats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Economic Overlay (PEST)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Trends</a:t>
                        </a:r>
                      </a:p>
                    </p:txBody>
                  </p:sp>
                  <p:sp>
                    <p:nvSpPr>
                      <p:cNvPr id="51" name="Rectangle 50">
                        <a:extLst>
                          <a:ext uri="{FF2B5EF4-FFF2-40B4-BE49-F238E27FC236}">
                            <a16:creationId xmlns:a16="http://schemas.microsoft.com/office/drawing/2014/main" id="{C4E5B3E5-C5EF-E3A7-4BF4-3913FFCAB1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1066" y="4213525"/>
                        <a:ext cx="2108769" cy="2012466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New customer acquisition plans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Potential Customer Segments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endParaRPr lang="en-US" sz="9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</p:grp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626A003-6646-E604-A05A-B0B03D974B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17430" y="3778425"/>
                <a:ext cx="0" cy="1397767"/>
              </a:xfrm>
              <a:prstGeom prst="line">
                <a:avLst/>
              </a:prstGeom>
              <a:ln>
                <a:solidFill>
                  <a:schemeClr val="bg2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2809B28-337B-AF4F-0563-3F5F16471504}"/>
                </a:ext>
              </a:extLst>
            </p:cNvPr>
            <p:cNvCxnSpPr>
              <a:cxnSpLocks/>
            </p:cNvCxnSpPr>
            <p:nvPr/>
          </p:nvCxnSpPr>
          <p:spPr>
            <a:xfrm>
              <a:off x="5830325" y="5176192"/>
              <a:ext cx="574211" cy="0"/>
            </a:xfrm>
            <a:prstGeom prst="line">
              <a:avLst/>
            </a:prstGeom>
            <a:ln>
              <a:solidFill>
                <a:schemeClr val="bg2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C9F7CD0-B3C6-19BB-A570-EA29E122737C}"/>
              </a:ext>
            </a:extLst>
          </p:cNvPr>
          <p:cNvSpPr txBox="1"/>
          <p:nvPr/>
        </p:nvSpPr>
        <p:spPr>
          <a:xfrm>
            <a:off x="6362463" y="2183078"/>
            <a:ext cx="103586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Market Analysis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04E2A1-B0C0-5837-C967-68F7F613FEC0}"/>
              </a:ext>
            </a:extLst>
          </p:cNvPr>
          <p:cNvSpPr txBox="1"/>
          <p:nvPr/>
        </p:nvSpPr>
        <p:spPr>
          <a:xfrm>
            <a:off x="4326029" y="2025144"/>
            <a:ext cx="1077538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Keppel Land’s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Internal Strategy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 and alignment</a:t>
            </a:r>
          </a:p>
        </p:txBody>
      </p:sp>
      <p:sp>
        <p:nvSpPr>
          <p:cNvPr id="102" name="Hexagon 3">
            <a:extLst>
              <a:ext uri="{FF2B5EF4-FFF2-40B4-BE49-F238E27FC236}">
                <a16:creationId xmlns:a16="http://schemas.microsoft.com/office/drawing/2014/main" id="{70F28798-ADE3-6F1C-02DC-B9E6A5AB208F}"/>
              </a:ext>
            </a:extLst>
          </p:cNvPr>
          <p:cNvSpPr/>
          <p:nvPr/>
        </p:nvSpPr>
        <p:spPr>
          <a:xfrm>
            <a:off x="7409477" y="3081088"/>
            <a:ext cx="359497" cy="351359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881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558FC-1E1E-3445-B627-B6AE46E889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53888"/>
          </a:xfrm>
        </p:spPr>
        <p:txBody>
          <a:bodyPr/>
          <a:lstStyle/>
          <a:p>
            <a:fld id="{B6F15528-21DE-4FAA-801E-634DDDAF4B2B}" type="slidenum">
              <a:rPr lang="en-US" sz="1000" smtClean="0">
                <a:latin typeface="Franklin Gothic Book" panose="020B0503020102020204" pitchFamily="34" charset="0"/>
              </a:rPr>
              <a:t>9</a:t>
            </a:fld>
            <a:endParaRPr lang="en-US" sz="10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7C12-D442-E74D-86E2-2FC4CD33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Building the Future State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537430" y="2383520"/>
            <a:ext cx="1827245" cy="110409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235865" y="2782885"/>
            <a:ext cx="1104098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535698" y="3635109"/>
            <a:ext cx="1827245" cy="123384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289892" y="4113531"/>
            <a:ext cx="1233846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9F7CD0-B3C6-19BB-A570-EA29E122737C}"/>
              </a:ext>
            </a:extLst>
          </p:cNvPr>
          <p:cNvSpPr txBox="1"/>
          <p:nvPr/>
        </p:nvSpPr>
        <p:spPr>
          <a:xfrm>
            <a:off x="6362463" y="2183078"/>
            <a:ext cx="103586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Market Analysis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04E2A1-B0C0-5837-C967-68F7F613FEC0}"/>
              </a:ext>
            </a:extLst>
          </p:cNvPr>
          <p:cNvSpPr txBox="1"/>
          <p:nvPr/>
        </p:nvSpPr>
        <p:spPr>
          <a:xfrm>
            <a:off x="4326028" y="2102088"/>
            <a:ext cx="107753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Internal Strategy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 and alignment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F852F9A-E5DC-52C4-77B4-779514DC6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42" y="577400"/>
            <a:ext cx="871778" cy="868680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1BE3A-0FD4-49BA-B387-519DDFE1BA97}"/>
              </a:ext>
            </a:extLst>
          </p:cNvPr>
          <p:cNvSpPr txBox="1"/>
          <p:nvPr/>
        </p:nvSpPr>
        <p:spPr>
          <a:xfrm>
            <a:off x="-73113" y="1502944"/>
            <a:ext cx="2414688" cy="5232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Building the </a:t>
            </a:r>
          </a:p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Future State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2BDA-6C26-F899-282B-247CBC8EF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235" y="761589"/>
            <a:ext cx="575592" cy="449491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86D0AB71-D652-8671-38C5-81B618E9A9F6}"/>
              </a:ext>
            </a:extLst>
          </p:cNvPr>
          <p:cNvSpPr txBox="1">
            <a:spLocks/>
          </p:cNvSpPr>
          <p:nvPr/>
        </p:nvSpPr>
        <p:spPr>
          <a:xfrm>
            <a:off x="707614" y="2331600"/>
            <a:ext cx="1483185" cy="996427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</a:pP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Vision to Value Roadmap  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Future State Build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Stakeholder Engagement and Alignment 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4BAE9E9-F620-9D75-F0EC-818108E3BA20}"/>
              </a:ext>
            </a:extLst>
          </p:cNvPr>
          <p:cNvSpPr txBox="1">
            <a:spLocks/>
          </p:cNvSpPr>
          <p:nvPr/>
        </p:nvSpPr>
        <p:spPr>
          <a:xfrm>
            <a:off x="628918" y="3767862"/>
            <a:ext cx="1646083" cy="906658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Have a clear and transparent roadmap 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‘Critical Crowd’ Engagement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Customer-centric ‘future proofing’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DF93F8-95B6-DD9E-A0EB-189252125893}"/>
              </a:ext>
            </a:extLst>
          </p:cNvPr>
          <p:cNvGrpSpPr/>
          <p:nvPr/>
        </p:nvGrpSpPr>
        <p:grpSpPr>
          <a:xfrm>
            <a:off x="2650502" y="882217"/>
            <a:ext cx="6070790" cy="3659559"/>
            <a:chOff x="391984" y="959343"/>
            <a:chExt cx="11507127" cy="563672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89D0526-1B83-0DBF-80B9-A6AA24FC75B7}"/>
                </a:ext>
              </a:extLst>
            </p:cNvPr>
            <p:cNvGrpSpPr/>
            <p:nvPr/>
          </p:nvGrpSpPr>
          <p:grpSpPr>
            <a:xfrm>
              <a:off x="4853304" y="2149192"/>
              <a:ext cx="4828164" cy="3608701"/>
              <a:chOff x="4853304" y="2149192"/>
              <a:chExt cx="4828164" cy="3608701"/>
            </a:xfrm>
          </p:grpSpPr>
          <p:grpSp>
            <p:nvGrpSpPr>
              <p:cNvPr id="254" name="Group 253">
                <a:extLst>
                  <a:ext uri="{FF2B5EF4-FFF2-40B4-BE49-F238E27FC236}">
                    <a16:creationId xmlns:a16="http://schemas.microsoft.com/office/drawing/2014/main" id="{88E5A0EC-3AD6-3BC4-E826-917E8D1BA87E}"/>
                  </a:ext>
                </a:extLst>
              </p:cNvPr>
              <p:cNvGrpSpPr/>
              <p:nvPr/>
            </p:nvGrpSpPr>
            <p:grpSpPr>
              <a:xfrm>
                <a:off x="9065038" y="2149192"/>
                <a:ext cx="616430" cy="3608701"/>
                <a:chOff x="9065038" y="2149192"/>
                <a:chExt cx="616430" cy="3608701"/>
              </a:xfrm>
            </p:grpSpPr>
            <p:grpSp>
              <p:nvGrpSpPr>
                <p:cNvPr id="263" name="Group 262">
                  <a:extLst>
                    <a:ext uri="{FF2B5EF4-FFF2-40B4-BE49-F238E27FC236}">
                      <a16:creationId xmlns:a16="http://schemas.microsoft.com/office/drawing/2014/main" id="{26306C17-58C9-F7C9-DDAE-7765496A06D2}"/>
                    </a:ext>
                  </a:extLst>
                </p:cNvPr>
                <p:cNvGrpSpPr/>
                <p:nvPr/>
              </p:nvGrpSpPr>
              <p:grpSpPr>
                <a:xfrm>
                  <a:off x="9065038" y="2149192"/>
                  <a:ext cx="602737" cy="689770"/>
                  <a:chOff x="9062822" y="2110601"/>
                  <a:chExt cx="652675" cy="816900"/>
                </a:xfrm>
              </p:grpSpPr>
              <p:sp>
                <p:nvSpPr>
                  <p:cNvPr id="277" name="Freeform: Shape 235">
                    <a:extLst>
                      <a:ext uri="{FF2B5EF4-FFF2-40B4-BE49-F238E27FC236}">
                        <a16:creationId xmlns:a16="http://schemas.microsoft.com/office/drawing/2014/main" id="{0CEA3070-10D8-CF44-D341-52F4CB93A8A9}"/>
                      </a:ext>
                    </a:extLst>
                  </p:cNvPr>
                  <p:cNvSpPr/>
                  <p:nvPr/>
                </p:nvSpPr>
                <p:spPr>
                  <a:xfrm>
                    <a:off x="9062822" y="2360138"/>
                    <a:ext cx="192241" cy="0"/>
                  </a:xfrm>
                  <a:custGeom>
                    <a:avLst/>
                    <a:gdLst>
                      <a:gd name="connsiteX0" fmla="*/ 0 w 264318"/>
                      <a:gd name="connsiteY0" fmla="*/ 0 h 14287"/>
                      <a:gd name="connsiteX1" fmla="*/ 264318 w 264318"/>
                      <a:gd name="connsiteY1" fmla="*/ 0 h 14287"/>
                      <a:gd name="connsiteX2" fmla="*/ 264318 w 264318"/>
                      <a:gd name="connsiteY2" fmla="*/ 14287 h 14287"/>
                      <a:gd name="connsiteX0" fmla="*/ 0 w 264318"/>
                      <a:gd name="connsiteY0" fmla="*/ 0 h 0"/>
                      <a:gd name="connsiteX1" fmla="*/ 264318 w 264318"/>
                      <a:gd name="connsiteY1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64318">
                        <a:moveTo>
                          <a:pt x="0" y="0"/>
                        </a:moveTo>
                        <a:lnTo>
                          <a:pt x="264318" y="0"/>
                        </a:lnTo>
                      </a:path>
                    </a:pathLst>
                  </a:custGeom>
                  <a:noFill/>
                  <a:ln w="6350"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Franklin Gothic Book" panose="020B0503020102020204" pitchFamily="34" charset="0"/>
                    </a:endParaRPr>
                  </a:p>
                </p:txBody>
              </p:sp>
              <p:sp>
                <p:nvSpPr>
                  <p:cNvPr id="278" name="Freeform: Shape 232">
                    <a:extLst>
                      <a:ext uri="{FF2B5EF4-FFF2-40B4-BE49-F238E27FC236}">
                        <a16:creationId xmlns:a16="http://schemas.microsoft.com/office/drawing/2014/main" id="{92664CF7-C200-4127-7DD3-312B4F4FB421}"/>
                      </a:ext>
                    </a:extLst>
                  </p:cNvPr>
                  <p:cNvSpPr/>
                  <p:nvPr/>
                </p:nvSpPr>
                <p:spPr>
                  <a:xfrm>
                    <a:off x="9251153" y="2110601"/>
                    <a:ext cx="464344" cy="816900"/>
                  </a:xfrm>
                  <a:custGeom>
                    <a:avLst/>
                    <a:gdLst>
                      <a:gd name="connsiteX0" fmla="*/ 495300 w 501194"/>
                      <a:gd name="connsiteY0" fmla="*/ 0 h 504825"/>
                      <a:gd name="connsiteX1" fmla="*/ 0 w 501194"/>
                      <a:gd name="connsiteY1" fmla="*/ 0 h 504825"/>
                      <a:gd name="connsiteX2" fmla="*/ 0 w 501194"/>
                      <a:gd name="connsiteY2" fmla="*/ 504825 h 504825"/>
                      <a:gd name="connsiteX3" fmla="*/ 457200 w 501194"/>
                      <a:gd name="connsiteY3" fmla="*/ 504825 h 504825"/>
                      <a:gd name="connsiteX4" fmla="*/ 457200 w 501194"/>
                      <a:gd name="connsiteY4" fmla="*/ 476250 h 504825"/>
                      <a:gd name="connsiteX0" fmla="*/ 495300 w 495300"/>
                      <a:gd name="connsiteY0" fmla="*/ 0 h 504825"/>
                      <a:gd name="connsiteX1" fmla="*/ 0 w 495300"/>
                      <a:gd name="connsiteY1" fmla="*/ 0 h 504825"/>
                      <a:gd name="connsiteX2" fmla="*/ 0 w 495300"/>
                      <a:gd name="connsiteY2" fmla="*/ 504825 h 504825"/>
                      <a:gd name="connsiteX3" fmla="*/ 457200 w 495300"/>
                      <a:gd name="connsiteY3" fmla="*/ 504825 h 504825"/>
                      <a:gd name="connsiteX0" fmla="*/ 464343 w 464343"/>
                      <a:gd name="connsiteY0" fmla="*/ 0 h 504825"/>
                      <a:gd name="connsiteX1" fmla="*/ 0 w 464343"/>
                      <a:gd name="connsiteY1" fmla="*/ 0 h 504825"/>
                      <a:gd name="connsiteX2" fmla="*/ 0 w 464343"/>
                      <a:gd name="connsiteY2" fmla="*/ 504825 h 504825"/>
                      <a:gd name="connsiteX3" fmla="*/ 457200 w 464343"/>
                      <a:gd name="connsiteY3" fmla="*/ 504825 h 504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64343" h="504825">
                        <a:moveTo>
                          <a:pt x="464343" y="0"/>
                        </a:moveTo>
                        <a:lnTo>
                          <a:pt x="0" y="0"/>
                        </a:lnTo>
                        <a:lnTo>
                          <a:pt x="0" y="504825"/>
                        </a:lnTo>
                        <a:lnTo>
                          <a:pt x="457200" y="504825"/>
                        </a:lnTo>
                      </a:path>
                    </a:pathLst>
                  </a:custGeom>
                  <a:noFill/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headEnd type="triangle" w="sm" len="sm"/>
                    <a:tailEnd type="triangle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Franklin Gothic Book" panose="020B0503020102020204" pitchFamily="34" charset="0"/>
                    </a:endParaRPr>
                  </a:p>
                </p:txBody>
              </p:sp>
            </p:grpSp>
            <p:grpSp>
              <p:nvGrpSpPr>
                <p:cNvPr id="264" name="Group 263">
                  <a:extLst>
                    <a:ext uri="{FF2B5EF4-FFF2-40B4-BE49-F238E27FC236}">
                      <a16:creationId xmlns:a16="http://schemas.microsoft.com/office/drawing/2014/main" id="{11EB8D4A-1989-2358-4F67-52BFF3A592E0}"/>
                    </a:ext>
                  </a:extLst>
                </p:cNvPr>
                <p:cNvGrpSpPr/>
                <p:nvPr/>
              </p:nvGrpSpPr>
              <p:grpSpPr>
                <a:xfrm>
                  <a:off x="9072226" y="3005496"/>
                  <a:ext cx="609242" cy="2752397"/>
                  <a:chOff x="9072226" y="3005496"/>
                  <a:chExt cx="609242" cy="2752397"/>
                </a:xfrm>
              </p:grpSpPr>
              <p:grpSp>
                <p:nvGrpSpPr>
                  <p:cNvPr id="265" name="Group 264">
                    <a:extLst>
                      <a:ext uri="{FF2B5EF4-FFF2-40B4-BE49-F238E27FC236}">
                        <a16:creationId xmlns:a16="http://schemas.microsoft.com/office/drawing/2014/main" id="{D19ACAF8-2771-2B13-C823-E116CB2F10A7}"/>
                      </a:ext>
                    </a:extLst>
                  </p:cNvPr>
                  <p:cNvGrpSpPr/>
                  <p:nvPr/>
                </p:nvGrpSpPr>
                <p:grpSpPr>
                  <a:xfrm>
                    <a:off x="9072226" y="3005496"/>
                    <a:ext cx="602737" cy="620668"/>
                    <a:chOff x="9072226" y="3005496"/>
                    <a:chExt cx="602737" cy="620668"/>
                  </a:xfrm>
                </p:grpSpPr>
                <p:sp>
                  <p:nvSpPr>
                    <p:cNvPr id="275" name="Freeform: Shape 217">
                      <a:extLst>
                        <a:ext uri="{FF2B5EF4-FFF2-40B4-BE49-F238E27FC236}">
                          <a16:creationId xmlns:a16="http://schemas.microsoft.com/office/drawing/2014/main" id="{E352893D-A5ED-C2E5-F469-1472B65F40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2226" y="3159381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6" name="Freeform: Shape 219">
                      <a:extLst>
                        <a:ext uri="{FF2B5EF4-FFF2-40B4-BE49-F238E27FC236}">
                          <a16:creationId xmlns:a16="http://schemas.microsoft.com/office/drawing/2014/main" id="{F6175C3A-1939-9C11-2AC2-E399CD2050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3005496"/>
                      <a:ext cx="428816" cy="620668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  <p:grpSp>
                <p:nvGrpSpPr>
                  <p:cNvPr id="266" name="Group 265">
                    <a:extLst>
                      <a:ext uri="{FF2B5EF4-FFF2-40B4-BE49-F238E27FC236}">
                        <a16:creationId xmlns:a16="http://schemas.microsoft.com/office/drawing/2014/main" id="{7AF0CA9D-07D6-9B91-4988-45D6D670AA12}"/>
                      </a:ext>
                    </a:extLst>
                  </p:cNvPr>
                  <p:cNvGrpSpPr/>
                  <p:nvPr/>
                </p:nvGrpSpPr>
                <p:grpSpPr>
                  <a:xfrm>
                    <a:off x="9073887" y="3829581"/>
                    <a:ext cx="596843" cy="620668"/>
                    <a:chOff x="9072226" y="3005496"/>
                    <a:chExt cx="602737" cy="620668"/>
                  </a:xfrm>
                </p:grpSpPr>
                <p:sp>
                  <p:nvSpPr>
                    <p:cNvPr id="273" name="Freeform: Shape 222">
                      <a:extLst>
                        <a:ext uri="{FF2B5EF4-FFF2-40B4-BE49-F238E27FC236}">
                          <a16:creationId xmlns:a16="http://schemas.microsoft.com/office/drawing/2014/main" id="{1AE51F0E-F16B-936A-637A-88C975B56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2226" y="3134782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4" name="Freeform: Shape 243">
                      <a:extLst>
                        <a:ext uri="{FF2B5EF4-FFF2-40B4-BE49-F238E27FC236}">
                          <a16:creationId xmlns:a16="http://schemas.microsoft.com/office/drawing/2014/main" id="{B8F25BEB-8990-F68C-0309-68D58AB4FB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3005496"/>
                      <a:ext cx="428816" cy="620668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  <p:grpSp>
                <p:nvGrpSpPr>
                  <p:cNvPr id="267" name="Group 266">
                    <a:extLst>
                      <a:ext uri="{FF2B5EF4-FFF2-40B4-BE49-F238E27FC236}">
                        <a16:creationId xmlns:a16="http://schemas.microsoft.com/office/drawing/2014/main" id="{3B6B7040-4D22-8E05-AF1E-D02C1BCD0145}"/>
                      </a:ext>
                    </a:extLst>
                  </p:cNvPr>
                  <p:cNvGrpSpPr/>
                  <p:nvPr/>
                </p:nvGrpSpPr>
                <p:grpSpPr>
                  <a:xfrm>
                    <a:off x="9082244" y="4651608"/>
                    <a:ext cx="599224" cy="532181"/>
                    <a:chOff x="9069821" y="3032939"/>
                    <a:chExt cx="605142" cy="532181"/>
                  </a:xfrm>
                </p:grpSpPr>
                <p:sp>
                  <p:nvSpPr>
                    <p:cNvPr id="271" name="Freeform: Shape 274">
                      <a:extLst>
                        <a:ext uri="{FF2B5EF4-FFF2-40B4-BE49-F238E27FC236}">
                          <a16:creationId xmlns:a16="http://schemas.microsoft.com/office/drawing/2014/main" id="{C292CDC1-3D84-3A69-E317-9428535053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9821" y="3139684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2" name="Freeform: Shape 281">
                      <a:extLst>
                        <a:ext uri="{FF2B5EF4-FFF2-40B4-BE49-F238E27FC236}">
                          <a16:creationId xmlns:a16="http://schemas.microsoft.com/office/drawing/2014/main" id="{CE376182-ED38-B6C6-9886-3A64243CD1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3032939"/>
                      <a:ext cx="428816" cy="532181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  <p:grpSp>
                <p:nvGrpSpPr>
                  <p:cNvPr id="268" name="Group 267">
                    <a:extLst>
                      <a:ext uri="{FF2B5EF4-FFF2-40B4-BE49-F238E27FC236}">
                        <a16:creationId xmlns:a16="http://schemas.microsoft.com/office/drawing/2014/main" id="{CF1CD564-F399-6880-351A-591F03CD8237}"/>
                      </a:ext>
                    </a:extLst>
                  </p:cNvPr>
                  <p:cNvGrpSpPr/>
                  <p:nvPr/>
                </p:nvGrpSpPr>
                <p:grpSpPr>
                  <a:xfrm>
                    <a:off x="9081408" y="5288762"/>
                    <a:ext cx="599224" cy="469131"/>
                    <a:chOff x="9069821" y="2994897"/>
                    <a:chExt cx="605142" cy="469131"/>
                  </a:xfrm>
                </p:grpSpPr>
                <p:sp>
                  <p:nvSpPr>
                    <p:cNvPr id="269" name="Freeform: Shape 283">
                      <a:extLst>
                        <a:ext uri="{FF2B5EF4-FFF2-40B4-BE49-F238E27FC236}">
                          <a16:creationId xmlns:a16="http://schemas.microsoft.com/office/drawing/2014/main" id="{EB90C221-CDC3-C83F-B11C-4D772272BA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9821" y="3263972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0" name="Freeform: Shape 284">
                      <a:extLst>
                        <a:ext uri="{FF2B5EF4-FFF2-40B4-BE49-F238E27FC236}">
                          <a16:creationId xmlns:a16="http://schemas.microsoft.com/office/drawing/2014/main" id="{4D89D5FF-EF4F-86CA-D27A-D6AC9A3364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2994897"/>
                      <a:ext cx="428816" cy="469131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255" name="Freeform: Shape 147">
                <a:extLst>
                  <a:ext uri="{FF2B5EF4-FFF2-40B4-BE49-F238E27FC236}">
                    <a16:creationId xmlns:a16="http://schemas.microsoft.com/office/drawing/2014/main" id="{66B8AC48-F795-6083-0084-1CA6F1F23CEB}"/>
                  </a:ext>
                </a:extLst>
              </p:cNvPr>
              <p:cNvSpPr/>
              <p:nvPr/>
            </p:nvSpPr>
            <p:spPr>
              <a:xfrm>
                <a:off x="4853304" y="2224046"/>
                <a:ext cx="201197" cy="2874168"/>
              </a:xfrm>
              <a:custGeom>
                <a:avLst/>
                <a:gdLst>
                  <a:gd name="connsiteX0" fmla="*/ 0 w 241300"/>
                  <a:gd name="connsiteY0" fmla="*/ 3403600 h 3403600"/>
                  <a:gd name="connsiteX1" fmla="*/ 76200 w 241300"/>
                  <a:gd name="connsiteY1" fmla="*/ 3403600 h 3403600"/>
                  <a:gd name="connsiteX2" fmla="*/ 76200 w 241300"/>
                  <a:gd name="connsiteY2" fmla="*/ 38100 h 3403600"/>
                  <a:gd name="connsiteX3" fmla="*/ 241300 w 241300"/>
                  <a:gd name="connsiteY3" fmla="*/ 38100 h 3403600"/>
                  <a:gd name="connsiteX4" fmla="*/ 241300 w 241300"/>
                  <a:gd name="connsiteY4" fmla="*/ 0 h 3403600"/>
                  <a:gd name="connsiteX0" fmla="*/ 0 w 241300"/>
                  <a:gd name="connsiteY0" fmla="*/ 3365500 h 3365500"/>
                  <a:gd name="connsiteX1" fmla="*/ 76200 w 241300"/>
                  <a:gd name="connsiteY1" fmla="*/ 3365500 h 3365500"/>
                  <a:gd name="connsiteX2" fmla="*/ 76200 w 241300"/>
                  <a:gd name="connsiteY2" fmla="*/ 0 h 3365500"/>
                  <a:gd name="connsiteX3" fmla="*/ 241300 w 241300"/>
                  <a:gd name="connsiteY3" fmla="*/ 0 h 3365500"/>
                  <a:gd name="connsiteX0" fmla="*/ 0 w 297669"/>
                  <a:gd name="connsiteY0" fmla="*/ 3365500 h 3365500"/>
                  <a:gd name="connsiteX1" fmla="*/ 132569 w 297669"/>
                  <a:gd name="connsiteY1" fmla="*/ 3365500 h 3365500"/>
                  <a:gd name="connsiteX2" fmla="*/ 132569 w 297669"/>
                  <a:gd name="connsiteY2" fmla="*/ 0 h 3365500"/>
                  <a:gd name="connsiteX3" fmla="*/ 297669 w 297669"/>
                  <a:gd name="connsiteY3" fmla="*/ 0 h 336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7669" h="3365500">
                    <a:moveTo>
                      <a:pt x="0" y="3365500"/>
                    </a:moveTo>
                    <a:lnTo>
                      <a:pt x="132569" y="3365500"/>
                    </a:lnTo>
                    <a:lnTo>
                      <a:pt x="132569" y="0"/>
                    </a:lnTo>
                    <a:lnTo>
                      <a:pt x="297669" y="0"/>
                    </a:lnTo>
                  </a:path>
                </a:pathLst>
              </a:custGeom>
              <a:noFill/>
              <a:ln w="63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>
                  <a:latin typeface="Franklin Gothic Book" panose="020B0503020102020204" pitchFamily="34" charset="0"/>
                </a:endParaRPr>
              </a:p>
            </p:txBody>
          </p:sp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8FCA4465-8781-5A42-DB16-C12E64F63E2A}"/>
                  </a:ext>
                </a:extLst>
              </p:cNvPr>
              <p:cNvGrpSpPr/>
              <p:nvPr/>
            </p:nvGrpSpPr>
            <p:grpSpPr>
              <a:xfrm>
                <a:off x="7236533" y="2351792"/>
                <a:ext cx="376788" cy="3203465"/>
                <a:chOff x="7185328" y="2454185"/>
                <a:chExt cx="376788" cy="3123309"/>
              </a:xfrm>
            </p:grpSpPr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613BD93C-A34A-F5BA-B0D4-149A72C201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7709" y="2454185"/>
                  <a:ext cx="0" cy="3123309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57C7320A-E5B0-3951-83B1-267E34C28D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2460054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98DE9372-A291-D97D-4F55-17B6336D5E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3233195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44E1B764-B7ED-5EEF-BF1A-C5FB7082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4016964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F55D8CA2-8399-DC31-79F3-1DAA2890E0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4796257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5C236E1B-D659-7891-8328-6872253971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5577494"/>
                  <a:ext cx="347987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EC15A87-116F-8B50-4D48-FDC92A4C631F}"/>
                </a:ext>
              </a:extLst>
            </p:cNvPr>
            <p:cNvGrpSpPr/>
            <p:nvPr/>
          </p:nvGrpSpPr>
          <p:grpSpPr>
            <a:xfrm>
              <a:off x="391984" y="959343"/>
              <a:ext cx="11507127" cy="5636720"/>
              <a:chOff x="391984" y="959343"/>
              <a:chExt cx="11507127" cy="563672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3337627-9A33-875D-4491-1EA8FC047B45}"/>
                  </a:ext>
                </a:extLst>
              </p:cNvPr>
              <p:cNvGrpSpPr/>
              <p:nvPr/>
            </p:nvGrpSpPr>
            <p:grpSpPr>
              <a:xfrm>
                <a:off x="391984" y="976788"/>
                <a:ext cx="2168734" cy="5619275"/>
                <a:chOff x="580767" y="956765"/>
                <a:chExt cx="2168734" cy="5619275"/>
              </a:xfrm>
            </p:grpSpPr>
            <p:grpSp>
              <p:nvGrpSpPr>
                <p:cNvPr id="231" name="Group 230">
                  <a:extLst>
                    <a:ext uri="{FF2B5EF4-FFF2-40B4-BE49-F238E27FC236}">
                      <a16:creationId xmlns:a16="http://schemas.microsoft.com/office/drawing/2014/main" id="{9BC416B0-E4D6-474C-1973-E39B6F170D32}"/>
                    </a:ext>
                  </a:extLst>
                </p:cNvPr>
                <p:cNvGrpSpPr/>
                <p:nvPr/>
              </p:nvGrpSpPr>
              <p:grpSpPr>
                <a:xfrm>
                  <a:off x="1665134" y="1841018"/>
                  <a:ext cx="1" cy="4308124"/>
                  <a:chOff x="1665134" y="1841018"/>
                  <a:chExt cx="1" cy="4308124"/>
                </a:xfrm>
              </p:grpSpPr>
              <p:cxnSp>
                <p:nvCxnSpPr>
                  <p:cNvPr id="252" name="Straight Connector 251">
                    <a:extLst>
                      <a:ext uri="{FF2B5EF4-FFF2-40B4-BE49-F238E27FC236}">
                        <a16:creationId xmlns:a16="http://schemas.microsoft.com/office/drawing/2014/main" id="{29584628-104E-6ED3-D361-2A03BE4CC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65135" y="1841018"/>
                    <a:ext cx="0" cy="23160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3" name="Straight Connector 252">
                    <a:extLst>
                      <a:ext uri="{FF2B5EF4-FFF2-40B4-BE49-F238E27FC236}">
                        <a16:creationId xmlns:a16="http://schemas.microsoft.com/office/drawing/2014/main" id="{2B57FFE0-673B-1989-4018-6DDDEF8451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665134" y="5804462"/>
                    <a:ext cx="1" cy="34468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2" name="Group 231">
                  <a:extLst>
                    <a:ext uri="{FF2B5EF4-FFF2-40B4-BE49-F238E27FC236}">
                      <a16:creationId xmlns:a16="http://schemas.microsoft.com/office/drawing/2014/main" id="{CC83D655-196F-3CD5-2200-5B20A051F6C7}"/>
                    </a:ext>
                  </a:extLst>
                </p:cNvPr>
                <p:cNvGrpSpPr/>
                <p:nvPr/>
              </p:nvGrpSpPr>
              <p:grpSpPr>
                <a:xfrm>
                  <a:off x="580767" y="956765"/>
                  <a:ext cx="2168734" cy="5619275"/>
                  <a:chOff x="580767" y="939320"/>
                  <a:chExt cx="2168734" cy="5619275"/>
                </a:xfrm>
              </p:grpSpPr>
              <p:grpSp>
                <p:nvGrpSpPr>
                  <p:cNvPr id="233" name="Group 232">
                    <a:extLst>
                      <a:ext uri="{FF2B5EF4-FFF2-40B4-BE49-F238E27FC236}">
                        <a16:creationId xmlns:a16="http://schemas.microsoft.com/office/drawing/2014/main" id="{2B2A146D-4154-58B5-8ADD-205F976CB06B}"/>
                      </a:ext>
                    </a:extLst>
                  </p:cNvPr>
                  <p:cNvGrpSpPr/>
                  <p:nvPr/>
                </p:nvGrpSpPr>
                <p:grpSpPr>
                  <a:xfrm>
                    <a:off x="612237" y="2057554"/>
                    <a:ext cx="2105795" cy="3727689"/>
                    <a:chOff x="465116" y="2100272"/>
                    <a:chExt cx="2105795" cy="3727689"/>
                  </a:xfrm>
                </p:grpSpPr>
                <p:sp>
                  <p:nvSpPr>
                    <p:cNvPr id="250" name="Rectangle 249">
                      <a:extLst>
                        <a:ext uri="{FF2B5EF4-FFF2-40B4-BE49-F238E27FC236}">
                          <a16:creationId xmlns:a16="http://schemas.microsoft.com/office/drawing/2014/main" id="{AA6E1D87-2A11-1895-CAA4-CB164DE42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5116" y="2100272"/>
                      <a:ext cx="2105795" cy="3727689"/>
                    </a:xfrm>
                    <a:prstGeom prst="rect">
                      <a:avLst/>
                    </a:prstGeom>
                    <a:solidFill>
                      <a:schemeClr val="bg2">
                        <a:lumMod val="95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51" name="TextBox 250">
                      <a:extLst>
                        <a:ext uri="{FF2B5EF4-FFF2-40B4-BE49-F238E27FC236}">
                          <a16:creationId xmlns:a16="http://schemas.microsoft.com/office/drawing/2014/main" id="{AF450959-C271-BA9A-4D36-A6A894F022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3521" y="2262229"/>
                      <a:ext cx="1822552" cy="3128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Customer Segmentation (Current and Aspirational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Customized Value Proposition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Customer Journey (Customer Experience)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Internal capabilities and core competencies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Trend Modeling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SWOT</a:t>
                      </a:r>
                    </a:p>
                  </p:txBody>
                </p:sp>
              </p:grpSp>
              <p:grpSp>
                <p:nvGrpSpPr>
                  <p:cNvPr id="234" name="Group 233">
                    <a:extLst>
                      <a:ext uri="{FF2B5EF4-FFF2-40B4-BE49-F238E27FC236}">
                        <a16:creationId xmlns:a16="http://schemas.microsoft.com/office/drawing/2014/main" id="{ECC0F304-C215-F50A-AB72-717CB3AE775A}"/>
                      </a:ext>
                    </a:extLst>
                  </p:cNvPr>
                  <p:cNvGrpSpPr/>
                  <p:nvPr/>
                </p:nvGrpSpPr>
                <p:grpSpPr>
                  <a:xfrm>
                    <a:off x="580767" y="6084534"/>
                    <a:ext cx="2168734" cy="474061"/>
                    <a:chOff x="458759" y="6139237"/>
                    <a:chExt cx="2168734" cy="474061"/>
                  </a:xfrm>
                </p:grpSpPr>
                <p:sp>
                  <p:nvSpPr>
                    <p:cNvPr id="248" name="Rectangle 247">
                      <a:extLst>
                        <a:ext uri="{FF2B5EF4-FFF2-40B4-BE49-F238E27FC236}">
                          <a16:creationId xmlns:a16="http://schemas.microsoft.com/office/drawing/2014/main" id="{EFAB3836-F3FE-AD19-D86A-7FED80DBC9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229" y="6180327"/>
                      <a:ext cx="2105795" cy="39188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49" name="TextBox 248">
                      <a:extLst>
                        <a:ext uri="{FF2B5EF4-FFF2-40B4-BE49-F238E27FC236}">
                          <a16:creationId xmlns:a16="http://schemas.microsoft.com/office/drawing/2014/main" id="{0C65895C-6718-95B3-3BE6-D0C6E5D068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8759" y="6139237"/>
                      <a:ext cx="2168734" cy="474061"/>
                    </a:xfrm>
                    <a:prstGeom prst="rect">
                      <a:avLst/>
                    </a:prstGeom>
                    <a:solidFill>
                      <a:srgbClr val="B52372"/>
                    </a:solidFill>
                  </p:spPr>
                  <p:txBody>
                    <a:bodyPr wrap="square" anchor="ctr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Aspirational Position in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Franklin Gothic Book" panose="020B0503020102020204" pitchFamily="34" charset="0"/>
                        </a:rPr>
                        <a:t>t</a:t>
                      </a: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he Market</a:t>
                      </a:r>
                    </a:p>
                  </p:txBody>
                </p:sp>
              </p:grpSp>
              <p:grpSp>
                <p:nvGrpSpPr>
                  <p:cNvPr id="235" name="Group 234">
                    <a:extLst>
                      <a:ext uri="{FF2B5EF4-FFF2-40B4-BE49-F238E27FC236}">
                        <a16:creationId xmlns:a16="http://schemas.microsoft.com/office/drawing/2014/main" id="{1C97ED63-15D8-EE40-DF38-237F5FCEA2FC}"/>
                      </a:ext>
                    </a:extLst>
                  </p:cNvPr>
                  <p:cNvGrpSpPr/>
                  <p:nvPr/>
                </p:nvGrpSpPr>
                <p:grpSpPr>
                  <a:xfrm>
                    <a:off x="591072" y="939320"/>
                    <a:ext cx="2148124" cy="1003263"/>
                    <a:chOff x="443951" y="983255"/>
                    <a:chExt cx="2148124" cy="1003263"/>
                  </a:xfrm>
                </p:grpSpPr>
                <p:grpSp>
                  <p:nvGrpSpPr>
                    <p:cNvPr id="236" name="Group 235">
                      <a:extLst>
                        <a:ext uri="{FF2B5EF4-FFF2-40B4-BE49-F238E27FC236}">
                          <a16:creationId xmlns:a16="http://schemas.microsoft.com/office/drawing/2014/main" id="{4B6930CF-4DA4-33EB-24B1-78860F4C16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3951" y="1267148"/>
                      <a:ext cx="2148124" cy="719370"/>
                      <a:chOff x="418372" y="1324298"/>
                      <a:chExt cx="2148124" cy="719370"/>
                    </a:xfrm>
                  </p:grpSpPr>
                  <p:sp>
                    <p:nvSpPr>
                      <p:cNvPr id="245" name="Google Shape;83409;p3921">
                        <a:extLst>
                          <a:ext uri="{FF2B5EF4-FFF2-40B4-BE49-F238E27FC236}">
                            <a16:creationId xmlns:a16="http://schemas.microsoft.com/office/drawing/2014/main" id="{918BDF5A-91F8-65BA-981B-AFCD9A7765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9537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6" name="Google Shape;83415;p3921">
                        <a:extLst>
                          <a:ext uri="{FF2B5EF4-FFF2-40B4-BE49-F238E27FC236}">
                            <a16:creationId xmlns:a16="http://schemas.microsoft.com/office/drawing/2014/main" id="{0F541C18-A0B0-8B55-7EDB-7413D0F1FF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8372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7" name="TextBox 246">
                        <a:extLst>
                          <a:ext uri="{FF2B5EF4-FFF2-40B4-BE49-F238E27FC236}">
                            <a16:creationId xmlns:a16="http://schemas.microsoft.com/office/drawing/2014/main" id="{D089A647-3909-B50A-716A-ADBD85B91D1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31295" y="1529910"/>
                        <a:ext cx="2122279" cy="30813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700" b="1" dirty="0">
                            <a:solidFill>
                              <a:schemeClr val="bg2"/>
                            </a:solidFill>
                            <a:latin typeface="Franklin Gothic Book" panose="020B0503020102020204" pitchFamily="34" charset="0"/>
                          </a:rPr>
                          <a:t>Most Valuable Customer</a:t>
                        </a:r>
                        <a:endPara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37" name="Group 236">
                      <a:extLst>
                        <a:ext uri="{FF2B5EF4-FFF2-40B4-BE49-F238E27FC236}">
                          <a16:creationId xmlns:a16="http://schemas.microsoft.com/office/drawing/2014/main" id="{282F7CD7-E71A-541E-89B9-0B59DF3878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69934" y="983255"/>
                      <a:ext cx="896159" cy="372147"/>
                      <a:chOff x="1069934" y="983255"/>
                      <a:chExt cx="896159" cy="372147"/>
                    </a:xfrm>
                  </p:grpSpPr>
                  <p:grpSp>
                    <p:nvGrpSpPr>
                      <p:cNvPr id="238" name="Google Shape;83411;p3921">
                        <a:extLst>
                          <a:ext uri="{FF2B5EF4-FFF2-40B4-BE49-F238E27FC236}">
                            <a16:creationId xmlns:a16="http://schemas.microsoft.com/office/drawing/2014/main" id="{699B6292-05E9-7C61-63BD-C8A576094E3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69934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242" name="Google Shape;83412;p3921">
                          <a:extLst>
                            <a:ext uri="{FF2B5EF4-FFF2-40B4-BE49-F238E27FC236}">
                              <a16:creationId xmlns:a16="http://schemas.microsoft.com/office/drawing/2014/main" id="{A7898CB5-DF86-2B36-89A5-BA579D0FC0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rgbClr val="B5237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3" name="Google Shape;83413;p3921">
                          <a:extLst>
                            <a:ext uri="{FF2B5EF4-FFF2-40B4-BE49-F238E27FC236}">
                              <a16:creationId xmlns:a16="http://schemas.microsoft.com/office/drawing/2014/main" id="{8B636AEE-0155-2BF3-D963-1F082FE69C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4" name="Google Shape;83414;p3921">
                          <a:extLst>
                            <a:ext uri="{FF2B5EF4-FFF2-40B4-BE49-F238E27FC236}">
                              <a16:creationId xmlns:a16="http://schemas.microsoft.com/office/drawing/2014/main" id="{379D320E-027B-D3F2-D83C-2EEDCB0AB1A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239" name="Group 238">
                        <a:extLst>
                          <a:ext uri="{FF2B5EF4-FFF2-40B4-BE49-F238E27FC236}">
                            <a16:creationId xmlns:a16="http://schemas.microsoft.com/office/drawing/2014/main" id="{CC51B3C6-4C2A-D7F4-78EB-AE31889D4E6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331940" y="983255"/>
                        <a:ext cx="372147" cy="372147"/>
                        <a:chOff x="1331940" y="983255"/>
                        <a:chExt cx="372147" cy="372147"/>
                      </a:xfrm>
                    </p:grpSpPr>
                    <p:sp>
                      <p:nvSpPr>
                        <p:cNvPr id="240" name="Google Shape;83463;p3921">
                          <a:extLst>
                            <a:ext uri="{FF2B5EF4-FFF2-40B4-BE49-F238E27FC236}">
                              <a16:creationId xmlns:a16="http://schemas.microsoft.com/office/drawing/2014/main" id="{A1AE77A7-81D3-F38E-B34F-92F5360EA22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31940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rgbClr val="B5237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1" name="Freeform: Shape 202">
                          <a:extLst>
                            <a:ext uri="{FF2B5EF4-FFF2-40B4-BE49-F238E27FC236}">
                              <a16:creationId xmlns:a16="http://schemas.microsoft.com/office/drawing/2014/main" id="{4F1BF3AA-E172-0A45-FA2E-BC5F980D0FA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02414" y="1058175"/>
                          <a:ext cx="231198" cy="222306"/>
                        </a:xfrm>
                        <a:custGeom>
                          <a:avLst/>
                          <a:gdLst>
                            <a:gd name="connsiteX0" fmla="*/ 3894933 w 4457700"/>
                            <a:gd name="connsiteY0" fmla="*/ 3715598 h 4286257"/>
                            <a:gd name="connsiteX1" fmla="*/ 4319267 w 4457700"/>
                            <a:gd name="connsiteY1" fmla="*/ 4139932 h 4286257"/>
                            <a:gd name="connsiteX2" fmla="*/ 4319267 w 4457700"/>
                            <a:gd name="connsiteY2" fmla="*/ 4261172 h 4286257"/>
                            <a:gd name="connsiteX3" fmla="*/ 4198067 w 4457700"/>
                            <a:gd name="connsiteY3" fmla="*/ 4261172 h 4286257"/>
                            <a:gd name="connsiteX4" fmla="*/ 4198067 w 4457700"/>
                            <a:gd name="connsiteY4" fmla="*/ 4261132 h 4286257"/>
                            <a:gd name="connsiteX5" fmla="*/ 3773733 w 4457700"/>
                            <a:gd name="connsiteY5" fmla="*/ 3836798 h 4286257"/>
                            <a:gd name="connsiteX6" fmla="*/ 257175 w 4457700"/>
                            <a:gd name="connsiteY6" fmla="*/ 3686178 h 4286257"/>
                            <a:gd name="connsiteX7" fmla="*/ 257175 w 4457700"/>
                            <a:gd name="connsiteY7" fmla="*/ 3857628 h 4286257"/>
                            <a:gd name="connsiteX8" fmla="*/ 1714500 w 4457700"/>
                            <a:gd name="connsiteY8" fmla="*/ 3857628 h 4286257"/>
                            <a:gd name="connsiteX9" fmla="*/ 1714500 w 4457700"/>
                            <a:gd name="connsiteY9" fmla="*/ 3686178 h 4286257"/>
                            <a:gd name="connsiteX10" fmla="*/ 3652425 w 4457700"/>
                            <a:gd name="connsiteY10" fmla="*/ 3473139 h 4286257"/>
                            <a:gd name="connsiteX11" fmla="*/ 3773664 w 4457700"/>
                            <a:gd name="connsiteY11" fmla="*/ 3594379 h 4286257"/>
                            <a:gd name="connsiteX12" fmla="*/ 3652425 w 4457700"/>
                            <a:gd name="connsiteY12" fmla="*/ 3715618 h 4286257"/>
                            <a:gd name="connsiteX13" fmla="*/ 3531185 w 4457700"/>
                            <a:gd name="connsiteY13" fmla="*/ 3594379 h 4286257"/>
                            <a:gd name="connsiteX14" fmla="*/ 600075 w 4457700"/>
                            <a:gd name="connsiteY14" fmla="*/ 3343278 h 4286257"/>
                            <a:gd name="connsiteX15" fmla="*/ 600075 w 4457700"/>
                            <a:gd name="connsiteY15" fmla="*/ 3514728 h 4286257"/>
                            <a:gd name="connsiteX16" fmla="*/ 1543050 w 4457700"/>
                            <a:gd name="connsiteY16" fmla="*/ 3514728 h 4286257"/>
                            <a:gd name="connsiteX17" fmla="*/ 1543050 w 4457700"/>
                            <a:gd name="connsiteY17" fmla="*/ 3343278 h 4286257"/>
                            <a:gd name="connsiteX18" fmla="*/ 257175 w 4457700"/>
                            <a:gd name="connsiteY18" fmla="*/ 3343278 h 4286257"/>
                            <a:gd name="connsiteX19" fmla="*/ 257175 w 4457700"/>
                            <a:gd name="connsiteY19" fmla="*/ 3514728 h 4286257"/>
                            <a:gd name="connsiteX20" fmla="*/ 428625 w 4457700"/>
                            <a:gd name="connsiteY20" fmla="*/ 3514728 h 4286257"/>
                            <a:gd name="connsiteX21" fmla="*/ 428625 w 4457700"/>
                            <a:gd name="connsiteY21" fmla="*/ 3343278 h 4286257"/>
                            <a:gd name="connsiteX22" fmla="*/ 3111201 w 4457700"/>
                            <a:gd name="connsiteY22" fmla="*/ 2425442 h 4286257"/>
                            <a:gd name="connsiteX23" fmla="*/ 2657476 w 4457700"/>
                            <a:gd name="connsiteY23" fmla="*/ 2879167 h 4286257"/>
                            <a:gd name="connsiteX24" fmla="*/ 2460886 w 4457700"/>
                            <a:gd name="connsiteY24" fmla="*/ 2682617 h 4286257"/>
                            <a:gd name="connsiteX25" fmla="*/ 2339686 w 4457700"/>
                            <a:gd name="connsiteY25" fmla="*/ 2803817 h 4286257"/>
                            <a:gd name="connsiteX26" fmla="*/ 2596861 w 4457700"/>
                            <a:gd name="connsiteY26" fmla="*/ 3060992 h 4286257"/>
                            <a:gd name="connsiteX27" fmla="*/ 2718100 w 4457700"/>
                            <a:gd name="connsiteY27" fmla="*/ 3060992 h 4286257"/>
                            <a:gd name="connsiteX28" fmla="*/ 3232402 w 4457700"/>
                            <a:gd name="connsiteY28" fmla="*/ 2546642 h 4286257"/>
                            <a:gd name="connsiteX29" fmla="*/ 428625 w 4457700"/>
                            <a:gd name="connsiteY29" fmla="*/ 2314578 h 4286257"/>
                            <a:gd name="connsiteX30" fmla="*/ 771525 w 4457700"/>
                            <a:gd name="connsiteY30" fmla="*/ 2314578 h 4286257"/>
                            <a:gd name="connsiteX31" fmla="*/ 771525 w 4457700"/>
                            <a:gd name="connsiteY31" fmla="*/ 2657478 h 4286257"/>
                            <a:gd name="connsiteX32" fmla="*/ 428625 w 4457700"/>
                            <a:gd name="connsiteY32" fmla="*/ 2657478 h 4286257"/>
                            <a:gd name="connsiteX33" fmla="*/ 1200150 w 4457700"/>
                            <a:gd name="connsiteY33" fmla="*/ 2143128 h 4286257"/>
                            <a:gd name="connsiteX34" fmla="*/ 1200150 w 4457700"/>
                            <a:gd name="connsiteY34" fmla="*/ 2314578 h 4286257"/>
                            <a:gd name="connsiteX35" fmla="*/ 1371600 w 4457700"/>
                            <a:gd name="connsiteY35" fmla="*/ 2314578 h 4286257"/>
                            <a:gd name="connsiteX36" fmla="*/ 1371600 w 4457700"/>
                            <a:gd name="connsiteY36" fmla="*/ 2143128 h 4286257"/>
                            <a:gd name="connsiteX37" fmla="*/ 342900 w 4457700"/>
                            <a:gd name="connsiteY37" fmla="*/ 2143128 h 4286257"/>
                            <a:gd name="connsiteX38" fmla="*/ 257175 w 4457700"/>
                            <a:gd name="connsiteY38" fmla="*/ 2228853 h 4286257"/>
                            <a:gd name="connsiteX39" fmla="*/ 257175 w 4457700"/>
                            <a:gd name="connsiteY39" fmla="*/ 2743203 h 4286257"/>
                            <a:gd name="connsiteX40" fmla="*/ 342900 w 4457700"/>
                            <a:gd name="connsiteY40" fmla="*/ 2828928 h 4286257"/>
                            <a:gd name="connsiteX41" fmla="*/ 857250 w 4457700"/>
                            <a:gd name="connsiteY41" fmla="*/ 2828928 h 4286257"/>
                            <a:gd name="connsiteX42" fmla="*/ 917875 w 4457700"/>
                            <a:gd name="connsiteY42" fmla="*/ 2803828 h 4286257"/>
                            <a:gd name="connsiteX43" fmla="*/ 942975 w 4457700"/>
                            <a:gd name="connsiteY43" fmla="*/ 2743203 h 4286257"/>
                            <a:gd name="connsiteX44" fmla="*/ 942975 w 4457700"/>
                            <a:gd name="connsiteY44" fmla="*/ 2228853 h 4286257"/>
                            <a:gd name="connsiteX45" fmla="*/ 917875 w 4457700"/>
                            <a:gd name="connsiteY45" fmla="*/ 2168228 h 4286257"/>
                            <a:gd name="connsiteX46" fmla="*/ 857250 w 4457700"/>
                            <a:gd name="connsiteY46" fmla="*/ 2143128 h 4286257"/>
                            <a:gd name="connsiteX47" fmla="*/ 2743201 w 4457700"/>
                            <a:gd name="connsiteY47" fmla="*/ 1999266 h 4286257"/>
                            <a:gd name="connsiteX48" fmla="*/ 3228159 w 4457700"/>
                            <a:gd name="connsiteY48" fmla="*/ 2200147 h 4286257"/>
                            <a:gd name="connsiteX49" fmla="*/ 3430000 w 4457700"/>
                            <a:gd name="connsiteY49" fmla="*/ 2685066 h 4286257"/>
                            <a:gd name="connsiteX50" fmla="*/ 3228159 w 4457700"/>
                            <a:gd name="connsiteY50" fmla="*/ 3170025 h 4286257"/>
                            <a:gd name="connsiteX51" fmla="*/ 2743201 w 4457700"/>
                            <a:gd name="connsiteY51" fmla="*/ 3370866 h 4286257"/>
                            <a:gd name="connsiteX52" fmla="*/ 2258281 w 4457700"/>
                            <a:gd name="connsiteY52" fmla="*/ 3170025 h 4286257"/>
                            <a:gd name="connsiteX53" fmla="*/ 2057440 w 4457700"/>
                            <a:gd name="connsiteY53" fmla="*/ 2685066 h 4286257"/>
                            <a:gd name="connsiteX54" fmla="*/ 2258281 w 4457700"/>
                            <a:gd name="connsiteY54" fmla="*/ 2200147 h 4286257"/>
                            <a:gd name="connsiteX55" fmla="*/ 2743201 w 4457700"/>
                            <a:gd name="connsiteY55" fmla="*/ 1999266 h 4286257"/>
                            <a:gd name="connsiteX56" fmla="*/ 2702857 w 4457700"/>
                            <a:gd name="connsiteY56" fmla="*/ 1828815 h 4286257"/>
                            <a:gd name="connsiteX57" fmla="*/ 2416035 w 4457700"/>
                            <a:gd name="connsiteY57" fmla="*/ 1892908 h 4286257"/>
                            <a:gd name="connsiteX58" fmla="*/ 1915695 w 4457700"/>
                            <a:gd name="connsiteY58" fmla="*/ 2462789 h 4286257"/>
                            <a:gd name="connsiteX59" fmla="*/ 2063259 w 4457700"/>
                            <a:gd name="connsiteY59" fmla="*/ 3206607 h 4286257"/>
                            <a:gd name="connsiteX60" fmla="*/ 2743201 w 4457700"/>
                            <a:gd name="connsiteY60" fmla="*/ 3542356 h 4286257"/>
                            <a:gd name="connsiteX61" fmla="*/ 2743201 w 4457700"/>
                            <a:gd name="connsiteY61" fmla="*/ 3542003 h 4286257"/>
                            <a:gd name="connsiteX62" fmla="*/ 3349360 w 4457700"/>
                            <a:gd name="connsiteY62" fmla="*/ 3291715 h 4286257"/>
                            <a:gd name="connsiteX63" fmla="*/ 3593603 w 4457700"/>
                            <a:gd name="connsiteY63" fmla="*/ 2573771 h 4286257"/>
                            <a:gd name="connsiteX64" fmla="*/ 3172708 w 4457700"/>
                            <a:gd name="connsiteY64" fmla="*/ 1942962 h 4286257"/>
                            <a:gd name="connsiteX65" fmla="*/ 2702857 w 4457700"/>
                            <a:gd name="connsiteY65" fmla="*/ 1828815 h 4286257"/>
                            <a:gd name="connsiteX66" fmla="*/ 2711031 w 4457700"/>
                            <a:gd name="connsiteY66" fmla="*/ 1656941 h 4286257"/>
                            <a:gd name="connsiteX67" fmla="*/ 3369415 w 4457700"/>
                            <a:gd name="connsiteY67" fmla="*/ 1869033 h 4286257"/>
                            <a:gd name="connsiteX68" fmla="*/ 3771901 w 4457700"/>
                            <a:gd name="connsiteY68" fmla="*/ 2685106 h 4286257"/>
                            <a:gd name="connsiteX69" fmla="*/ 3470560 w 4457700"/>
                            <a:gd name="connsiteY69" fmla="*/ 3412583 h 4286257"/>
                            <a:gd name="connsiteX70" fmla="*/ 2608911 w 4457700"/>
                            <a:gd name="connsiteY70" fmla="*/ 3705047 h 4286257"/>
                            <a:gd name="connsiteX71" fmla="*/ 1852307 w 4457700"/>
                            <a:gd name="connsiteY71" fmla="*/ 3199495 h 4286257"/>
                            <a:gd name="connsiteX72" fmla="*/ 1792800 w 4457700"/>
                            <a:gd name="connsiteY72" fmla="*/ 2291496 h 4286257"/>
                            <a:gd name="connsiteX73" fmla="*/ 2476954 w 4457700"/>
                            <a:gd name="connsiteY73" fmla="*/ 1691499 h 4286257"/>
                            <a:gd name="connsiteX74" fmla="*/ 2711031 w 4457700"/>
                            <a:gd name="connsiteY74" fmla="*/ 1656941 h 4286257"/>
                            <a:gd name="connsiteX75" fmla="*/ 428625 w 4457700"/>
                            <a:gd name="connsiteY75" fmla="*/ 1371604 h 4286257"/>
                            <a:gd name="connsiteX76" fmla="*/ 771525 w 4457700"/>
                            <a:gd name="connsiteY76" fmla="*/ 1371604 h 4286257"/>
                            <a:gd name="connsiteX77" fmla="*/ 771525 w 4457700"/>
                            <a:gd name="connsiteY77" fmla="*/ 1714503 h 4286257"/>
                            <a:gd name="connsiteX78" fmla="*/ 428625 w 4457700"/>
                            <a:gd name="connsiteY78" fmla="*/ 1714503 h 4286257"/>
                            <a:gd name="connsiteX79" fmla="*/ 1543050 w 4457700"/>
                            <a:gd name="connsiteY79" fmla="*/ 1200154 h 4286257"/>
                            <a:gd name="connsiteX80" fmla="*/ 1543050 w 4457700"/>
                            <a:gd name="connsiteY80" fmla="*/ 1371604 h 4286257"/>
                            <a:gd name="connsiteX81" fmla="*/ 2657475 w 4457700"/>
                            <a:gd name="connsiteY81" fmla="*/ 1371604 h 4286257"/>
                            <a:gd name="connsiteX82" fmla="*/ 2657475 w 4457700"/>
                            <a:gd name="connsiteY82" fmla="*/ 1200154 h 4286257"/>
                            <a:gd name="connsiteX83" fmla="*/ 1200150 w 4457700"/>
                            <a:gd name="connsiteY83" fmla="*/ 1200154 h 4286257"/>
                            <a:gd name="connsiteX84" fmla="*/ 1200150 w 4457700"/>
                            <a:gd name="connsiteY84" fmla="*/ 1371604 h 4286257"/>
                            <a:gd name="connsiteX85" fmla="*/ 1371600 w 4457700"/>
                            <a:gd name="connsiteY85" fmla="*/ 1371604 h 4286257"/>
                            <a:gd name="connsiteX86" fmla="*/ 1371600 w 4457700"/>
                            <a:gd name="connsiteY86" fmla="*/ 1200154 h 4286257"/>
                            <a:gd name="connsiteX87" fmla="*/ 342900 w 4457700"/>
                            <a:gd name="connsiteY87" fmla="*/ 1200154 h 4286257"/>
                            <a:gd name="connsiteX88" fmla="*/ 257175 w 4457700"/>
                            <a:gd name="connsiteY88" fmla="*/ 1285879 h 4286257"/>
                            <a:gd name="connsiteX89" fmla="*/ 257175 w 4457700"/>
                            <a:gd name="connsiteY89" fmla="*/ 1800228 h 4286257"/>
                            <a:gd name="connsiteX90" fmla="*/ 342900 w 4457700"/>
                            <a:gd name="connsiteY90" fmla="*/ 1885953 h 4286257"/>
                            <a:gd name="connsiteX91" fmla="*/ 857250 w 4457700"/>
                            <a:gd name="connsiteY91" fmla="*/ 1885953 h 4286257"/>
                            <a:gd name="connsiteX92" fmla="*/ 917875 w 4457700"/>
                            <a:gd name="connsiteY92" fmla="*/ 1860853 h 4286257"/>
                            <a:gd name="connsiteX93" fmla="*/ 942975 w 4457700"/>
                            <a:gd name="connsiteY93" fmla="*/ 1800228 h 4286257"/>
                            <a:gd name="connsiteX94" fmla="*/ 942975 w 4457700"/>
                            <a:gd name="connsiteY94" fmla="*/ 1285879 h 4286257"/>
                            <a:gd name="connsiteX95" fmla="*/ 917875 w 4457700"/>
                            <a:gd name="connsiteY95" fmla="*/ 1225254 h 4286257"/>
                            <a:gd name="connsiteX96" fmla="*/ 857250 w 4457700"/>
                            <a:gd name="connsiteY96" fmla="*/ 1200154 h 4286257"/>
                            <a:gd name="connsiteX97" fmla="*/ 1200150 w 4457700"/>
                            <a:gd name="connsiteY97" fmla="*/ 600079 h 4286257"/>
                            <a:gd name="connsiteX98" fmla="*/ 1200150 w 4457700"/>
                            <a:gd name="connsiteY98" fmla="*/ 771529 h 4286257"/>
                            <a:gd name="connsiteX99" fmla="*/ 2314575 w 4457700"/>
                            <a:gd name="connsiteY99" fmla="*/ 771529 h 4286257"/>
                            <a:gd name="connsiteX100" fmla="*/ 2314575 w 4457700"/>
                            <a:gd name="connsiteY100" fmla="*/ 600079 h 4286257"/>
                            <a:gd name="connsiteX101" fmla="*/ 428625 w 4457700"/>
                            <a:gd name="connsiteY101" fmla="*/ 428628 h 4286257"/>
                            <a:gd name="connsiteX102" fmla="*/ 771525 w 4457700"/>
                            <a:gd name="connsiteY102" fmla="*/ 428628 h 4286257"/>
                            <a:gd name="connsiteX103" fmla="*/ 771525 w 4457700"/>
                            <a:gd name="connsiteY103" fmla="*/ 771528 h 4286257"/>
                            <a:gd name="connsiteX104" fmla="*/ 428625 w 4457700"/>
                            <a:gd name="connsiteY104" fmla="*/ 771528 h 4286257"/>
                            <a:gd name="connsiteX105" fmla="*/ 3600450 w 4457700"/>
                            <a:gd name="connsiteY105" fmla="*/ 342903 h 4286257"/>
                            <a:gd name="connsiteX106" fmla="*/ 3990993 w 4457700"/>
                            <a:gd name="connsiteY106" fmla="*/ 342903 h 4286257"/>
                            <a:gd name="connsiteX107" fmla="*/ 3943350 w 4457700"/>
                            <a:gd name="connsiteY107" fmla="*/ 514353 h 4286257"/>
                            <a:gd name="connsiteX108" fmla="*/ 3943350 w 4457700"/>
                            <a:gd name="connsiteY108" fmla="*/ 1028703 h 4286257"/>
                            <a:gd name="connsiteX109" fmla="*/ 3857625 w 4457700"/>
                            <a:gd name="connsiteY109" fmla="*/ 1177189 h 4286257"/>
                            <a:gd name="connsiteX110" fmla="*/ 3686175 w 4457700"/>
                            <a:gd name="connsiteY110" fmla="*/ 1177189 h 4286257"/>
                            <a:gd name="connsiteX111" fmla="*/ 3600450 w 4457700"/>
                            <a:gd name="connsiteY111" fmla="*/ 1028703 h 4286257"/>
                            <a:gd name="connsiteX112" fmla="*/ 4286250 w 4457700"/>
                            <a:gd name="connsiteY112" fmla="*/ 342903 h 4286257"/>
                            <a:gd name="connsiteX113" fmla="*/ 4407490 w 4457700"/>
                            <a:gd name="connsiteY113" fmla="*/ 393113 h 4286257"/>
                            <a:gd name="connsiteX114" fmla="*/ 4457700 w 4457700"/>
                            <a:gd name="connsiteY114" fmla="*/ 514353 h 4286257"/>
                            <a:gd name="connsiteX115" fmla="*/ 4457700 w 4457700"/>
                            <a:gd name="connsiteY115" fmla="*/ 771528 h 4286257"/>
                            <a:gd name="connsiteX116" fmla="*/ 4114800 w 4457700"/>
                            <a:gd name="connsiteY116" fmla="*/ 771528 h 4286257"/>
                            <a:gd name="connsiteX117" fmla="*/ 4114800 w 4457700"/>
                            <a:gd name="connsiteY117" fmla="*/ 514353 h 4286257"/>
                            <a:gd name="connsiteX118" fmla="*/ 4165010 w 4457700"/>
                            <a:gd name="connsiteY118" fmla="*/ 393113 h 4286257"/>
                            <a:gd name="connsiteX119" fmla="*/ 4286250 w 4457700"/>
                            <a:gd name="connsiteY119" fmla="*/ 342903 h 4286257"/>
                            <a:gd name="connsiteX120" fmla="*/ 1543050 w 4457700"/>
                            <a:gd name="connsiteY120" fmla="*/ 257179 h 4286257"/>
                            <a:gd name="connsiteX121" fmla="*/ 1543050 w 4457700"/>
                            <a:gd name="connsiteY121" fmla="*/ 428629 h 4286257"/>
                            <a:gd name="connsiteX122" fmla="*/ 2657475 w 4457700"/>
                            <a:gd name="connsiteY122" fmla="*/ 428629 h 4286257"/>
                            <a:gd name="connsiteX123" fmla="*/ 2657475 w 4457700"/>
                            <a:gd name="connsiteY123" fmla="*/ 257179 h 4286257"/>
                            <a:gd name="connsiteX124" fmla="*/ 1200150 w 4457700"/>
                            <a:gd name="connsiteY124" fmla="*/ 257179 h 4286257"/>
                            <a:gd name="connsiteX125" fmla="*/ 1200150 w 4457700"/>
                            <a:gd name="connsiteY125" fmla="*/ 428629 h 4286257"/>
                            <a:gd name="connsiteX126" fmla="*/ 1371600 w 4457700"/>
                            <a:gd name="connsiteY126" fmla="*/ 428629 h 4286257"/>
                            <a:gd name="connsiteX127" fmla="*/ 1371600 w 4457700"/>
                            <a:gd name="connsiteY127" fmla="*/ 257179 h 4286257"/>
                            <a:gd name="connsiteX128" fmla="*/ 342900 w 4457700"/>
                            <a:gd name="connsiteY128" fmla="*/ 257179 h 4286257"/>
                            <a:gd name="connsiteX129" fmla="*/ 257175 w 4457700"/>
                            <a:gd name="connsiteY129" fmla="*/ 342904 h 4286257"/>
                            <a:gd name="connsiteX130" fmla="*/ 257175 w 4457700"/>
                            <a:gd name="connsiteY130" fmla="*/ 857254 h 4286257"/>
                            <a:gd name="connsiteX131" fmla="*/ 342900 w 4457700"/>
                            <a:gd name="connsiteY131" fmla="*/ 942979 h 4286257"/>
                            <a:gd name="connsiteX132" fmla="*/ 857250 w 4457700"/>
                            <a:gd name="connsiteY132" fmla="*/ 942979 h 4286257"/>
                            <a:gd name="connsiteX133" fmla="*/ 917875 w 4457700"/>
                            <a:gd name="connsiteY133" fmla="*/ 917879 h 4286257"/>
                            <a:gd name="connsiteX134" fmla="*/ 942975 w 4457700"/>
                            <a:gd name="connsiteY134" fmla="*/ 857254 h 4286257"/>
                            <a:gd name="connsiteX135" fmla="*/ 942975 w 4457700"/>
                            <a:gd name="connsiteY135" fmla="*/ 342904 h 4286257"/>
                            <a:gd name="connsiteX136" fmla="*/ 917875 w 4457700"/>
                            <a:gd name="connsiteY136" fmla="*/ 282284 h 4286257"/>
                            <a:gd name="connsiteX137" fmla="*/ 857250 w 4457700"/>
                            <a:gd name="connsiteY137" fmla="*/ 257179 h 4286257"/>
                            <a:gd name="connsiteX138" fmla="*/ 3257550 w 4457700"/>
                            <a:gd name="connsiteY138" fmla="*/ 6 h 4286257"/>
                            <a:gd name="connsiteX139" fmla="*/ 3343275 w 4457700"/>
                            <a:gd name="connsiteY139" fmla="*/ 22968 h 4286257"/>
                            <a:gd name="connsiteX140" fmla="*/ 3429000 w 4457700"/>
                            <a:gd name="connsiteY140" fmla="*/ 171454 h 4286257"/>
                            <a:gd name="connsiteX141" fmla="*/ 3429000 w 4457700"/>
                            <a:gd name="connsiteY141" fmla="*/ 1028704 h 4286257"/>
                            <a:gd name="connsiteX142" fmla="*/ 3476644 w 4457700"/>
                            <a:gd name="connsiteY142" fmla="*/ 1200154 h 4286257"/>
                            <a:gd name="connsiteX143" fmla="*/ 3086100 w 4457700"/>
                            <a:gd name="connsiteY143" fmla="*/ 1200154 h 4286257"/>
                            <a:gd name="connsiteX144" fmla="*/ 3086100 w 4457700"/>
                            <a:gd name="connsiteY144" fmla="*/ 171454 h 4286257"/>
                            <a:gd name="connsiteX145" fmla="*/ 3171825 w 4457700"/>
                            <a:gd name="connsiteY145" fmla="*/ 22968 h 4286257"/>
                            <a:gd name="connsiteX146" fmla="*/ 3257550 w 4457700"/>
                            <a:gd name="connsiteY146" fmla="*/ 6 h 4286257"/>
                            <a:gd name="connsiteX147" fmla="*/ 171519 w 4457700"/>
                            <a:gd name="connsiteY147" fmla="*/ 0 h 4286257"/>
                            <a:gd name="connsiteX148" fmla="*/ 2962333 w 4457700"/>
                            <a:gd name="connsiteY148" fmla="*/ 0 h 4286257"/>
                            <a:gd name="connsiteX149" fmla="*/ 2914689 w 4457700"/>
                            <a:gd name="connsiteY149" fmla="*/ 171450 h 4286257"/>
                            <a:gd name="connsiteX150" fmla="*/ 2914689 w 4457700"/>
                            <a:gd name="connsiteY150" fmla="*/ 1498476 h 4286257"/>
                            <a:gd name="connsiteX151" fmla="*/ 2374622 w 4457700"/>
                            <a:gd name="connsiteY151" fmla="*/ 1543053 h 4286257"/>
                            <a:gd name="connsiteX152" fmla="*/ 1200140 w 4457700"/>
                            <a:gd name="connsiteY152" fmla="*/ 1543053 h 4286257"/>
                            <a:gd name="connsiteX153" fmla="*/ 1200140 w 4457700"/>
                            <a:gd name="connsiteY153" fmla="*/ 1714503 h 4286257"/>
                            <a:gd name="connsiteX154" fmla="*/ 2039217 w 4457700"/>
                            <a:gd name="connsiteY154" fmla="*/ 1714503 h 4286257"/>
                            <a:gd name="connsiteX155" fmla="*/ 1672823 w 4457700"/>
                            <a:gd name="connsiteY155" fmla="*/ 2143128 h 4286257"/>
                            <a:gd name="connsiteX156" fmla="*/ 1543050 w 4457700"/>
                            <a:gd name="connsiteY156" fmla="*/ 2143128 h 4286257"/>
                            <a:gd name="connsiteX157" fmla="*/ 1543050 w 4457700"/>
                            <a:gd name="connsiteY157" fmla="*/ 2314578 h 4286257"/>
                            <a:gd name="connsiteX158" fmla="*/ 1601519 w 4457700"/>
                            <a:gd name="connsiteY158" fmla="*/ 2314578 h 4286257"/>
                            <a:gd name="connsiteX159" fmla="*/ 1560195 w 4457700"/>
                            <a:gd name="connsiteY159" fmla="*/ 2486028 h 4286257"/>
                            <a:gd name="connsiteX160" fmla="*/ 1200150 w 4457700"/>
                            <a:gd name="connsiteY160" fmla="*/ 2486028 h 4286257"/>
                            <a:gd name="connsiteX161" fmla="*/ 1200150 w 4457700"/>
                            <a:gd name="connsiteY161" fmla="*/ 2657478 h 4286257"/>
                            <a:gd name="connsiteX162" fmla="*/ 1544431 w 4457700"/>
                            <a:gd name="connsiteY162" fmla="*/ 2657478 h 4286257"/>
                            <a:gd name="connsiteX163" fmla="*/ 1543050 w 4457700"/>
                            <a:gd name="connsiteY163" fmla="*/ 2685076 h 4286257"/>
                            <a:gd name="connsiteX164" fmla="*/ 1894562 w 4457700"/>
                            <a:gd name="connsiteY164" fmla="*/ 3533715 h 4286257"/>
                            <a:gd name="connsiteX165" fmla="*/ 2743200 w 4457700"/>
                            <a:gd name="connsiteY165" fmla="*/ 3885226 h 4286257"/>
                            <a:gd name="connsiteX166" fmla="*/ 2914650 w 4457700"/>
                            <a:gd name="connsiteY166" fmla="*/ 3871677 h 4286257"/>
                            <a:gd name="connsiteX167" fmla="*/ 2914650 w 4457700"/>
                            <a:gd name="connsiteY167" fmla="*/ 4114803 h 4286257"/>
                            <a:gd name="connsiteX168" fmla="*/ 0 w 4457700"/>
                            <a:gd name="connsiteY168" fmla="*/ 4114803 h 4286257"/>
                            <a:gd name="connsiteX169" fmla="*/ 0 w 4457700"/>
                            <a:gd name="connsiteY169" fmla="*/ 171454 h 4286257"/>
                            <a:gd name="connsiteX170" fmla="*/ 69 w 4457700"/>
                            <a:gd name="connsiteY170" fmla="*/ 171450 h 4286257"/>
                            <a:gd name="connsiteX171" fmla="*/ 50279 w 4457700"/>
                            <a:gd name="connsiteY171" fmla="*/ 50210 h 4286257"/>
                            <a:gd name="connsiteX172" fmla="*/ 171519 w 4457700"/>
                            <a:gd name="connsiteY172" fmla="*/ 0 h 42862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  <a:cxn ang="0">
                              <a:pos x="connsiteX140" y="connsiteY140"/>
                            </a:cxn>
                            <a:cxn ang="0">
                              <a:pos x="connsiteX141" y="connsiteY141"/>
                            </a:cxn>
                            <a:cxn ang="0">
                              <a:pos x="connsiteX142" y="connsiteY142"/>
                            </a:cxn>
                            <a:cxn ang="0">
                              <a:pos x="connsiteX143" y="connsiteY143"/>
                            </a:cxn>
                            <a:cxn ang="0">
                              <a:pos x="connsiteX144" y="connsiteY144"/>
                            </a:cxn>
                            <a:cxn ang="0">
                              <a:pos x="connsiteX145" y="connsiteY145"/>
                            </a:cxn>
                            <a:cxn ang="0">
                              <a:pos x="connsiteX146" y="connsiteY146"/>
                            </a:cxn>
                            <a:cxn ang="0">
                              <a:pos x="connsiteX147" y="connsiteY147"/>
                            </a:cxn>
                            <a:cxn ang="0">
                              <a:pos x="connsiteX148" y="connsiteY148"/>
                            </a:cxn>
                            <a:cxn ang="0">
                              <a:pos x="connsiteX149" y="connsiteY149"/>
                            </a:cxn>
                            <a:cxn ang="0">
                              <a:pos x="connsiteX150" y="connsiteY150"/>
                            </a:cxn>
                            <a:cxn ang="0">
                              <a:pos x="connsiteX151" y="connsiteY151"/>
                            </a:cxn>
                            <a:cxn ang="0">
                              <a:pos x="connsiteX152" y="connsiteY152"/>
                            </a:cxn>
                            <a:cxn ang="0">
                              <a:pos x="connsiteX153" y="connsiteY153"/>
                            </a:cxn>
                            <a:cxn ang="0">
                              <a:pos x="connsiteX154" y="connsiteY154"/>
                            </a:cxn>
                            <a:cxn ang="0">
                              <a:pos x="connsiteX155" y="connsiteY155"/>
                            </a:cxn>
                            <a:cxn ang="0">
                              <a:pos x="connsiteX156" y="connsiteY156"/>
                            </a:cxn>
                            <a:cxn ang="0">
                              <a:pos x="connsiteX157" y="connsiteY157"/>
                            </a:cxn>
                            <a:cxn ang="0">
                              <a:pos x="connsiteX158" y="connsiteY158"/>
                            </a:cxn>
                            <a:cxn ang="0">
                              <a:pos x="connsiteX159" y="connsiteY159"/>
                            </a:cxn>
                            <a:cxn ang="0">
                              <a:pos x="connsiteX160" y="connsiteY160"/>
                            </a:cxn>
                            <a:cxn ang="0">
                              <a:pos x="connsiteX161" y="connsiteY161"/>
                            </a:cxn>
                            <a:cxn ang="0">
                              <a:pos x="connsiteX162" y="connsiteY162"/>
                            </a:cxn>
                            <a:cxn ang="0">
                              <a:pos x="connsiteX163" y="connsiteY163"/>
                            </a:cxn>
                            <a:cxn ang="0">
                              <a:pos x="connsiteX164" y="connsiteY164"/>
                            </a:cxn>
                            <a:cxn ang="0">
                              <a:pos x="connsiteX165" y="connsiteY165"/>
                            </a:cxn>
                            <a:cxn ang="0">
                              <a:pos x="connsiteX166" y="connsiteY166"/>
                            </a:cxn>
                            <a:cxn ang="0">
                              <a:pos x="connsiteX167" y="connsiteY167"/>
                            </a:cxn>
                            <a:cxn ang="0">
                              <a:pos x="connsiteX168" y="connsiteY168"/>
                            </a:cxn>
                            <a:cxn ang="0">
                              <a:pos x="connsiteX169" y="connsiteY169"/>
                            </a:cxn>
                            <a:cxn ang="0">
                              <a:pos x="connsiteX170" y="connsiteY170"/>
                            </a:cxn>
                            <a:cxn ang="0">
                              <a:pos x="connsiteX171" y="connsiteY171"/>
                            </a:cxn>
                            <a:cxn ang="0">
                              <a:pos x="connsiteX172" y="connsiteY172"/>
                            </a:cxn>
                          </a:cxnLst>
                          <a:rect l="l" t="t" r="r" b="b"/>
                          <a:pathLst>
                            <a:path w="4457700" h="4286257">
                              <a:moveTo>
                                <a:pt x="3894933" y="3715598"/>
                              </a:moveTo>
                              <a:lnTo>
                                <a:pt x="4319267" y="4139932"/>
                              </a:lnTo>
                              <a:cubicBezTo>
                                <a:pt x="4352754" y="4173419"/>
                                <a:pt x="4352754" y="4227685"/>
                                <a:pt x="4319267" y="4261172"/>
                              </a:cubicBezTo>
                              <a:cubicBezTo>
                                <a:pt x="4285820" y="4294619"/>
                                <a:pt x="4231553" y="4294619"/>
                                <a:pt x="4198067" y="4261172"/>
                              </a:cubicBezTo>
                              <a:lnTo>
                                <a:pt x="4198067" y="4261132"/>
                              </a:lnTo>
                              <a:lnTo>
                                <a:pt x="3773733" y="3836798"/>
                              </a:lnTo>
                              <a:close/>
                              <a:moveTo>
                                <a:pt x="257175" y="3686178"/>
                              </a:moveTo>
                              <a:lnTo>
                                <a:pt x="257175" y="3857628"/>
                              </a:lnTo>
                              <a:lnTo>
                                <a:pt x="1714500" y="3857628"/>
                              </a:lnTo>
                              <a:lnTo>
                                <a:pt x="1714500" y="3686178"/>
                              </a:lnTo>
                              <a:close/>
                              <a:moveTo>
                                <a:pt x="3652425" y="3473139"/>
                              </a:moveTo>
                              <a:lnTo>
                                <a:pt x="3773664" y="3594379"/>
                              </a:lnTo>
                              <a:lnTo>
                                <a:pt x="3652425" y="3715618"/>
                              </a:lnTo>
                              <a:lnTo>
                                <a:pt x="3531185" y="3594379"/>
                              </a:lnTo>
                              <a:close/>
                              <a:moveTo>
                                <a:pt x="600075" y="3343278"/>
                              </a:moveTo>
                              <a:lnTo>
                                <a:pt x="600075" y="3514728"/>
                              </a:lnTo>
                              <a:lnTo>
                                <a:pt x="1543050" y="3514728"/>
                              </a:lnTo>
                              <a:lnTo>
                                <a:pt x="1543050" y="3343278"/>
                              </a:lnTo>
                              <a:close/>
                              <a:moveTo>
                                <a:pt x="257175" y="3343278"/>
                              </a:moveTo>
                              <a:lnTo>
                                <a:pt x="257175" y="3514728"/>
                              </a:lnTo>
                              <a:lnTo>
                                <a:pt x="428625" y="3514728"/>
                              </a:lnTo>
                              <a:lnTo>
                                <a:pt x="428625" y="3343278"/>
                              </a:lnTo>
                              <a:close/>
                              <a:moveTo>
                                <a:pt x="3111201" y="2425442"/>
                              </a:moveTo>
                              <a:lnTo>
                                <a:pt x="2657476" y="2879167"/>
                              </a:lnTo>
                              <a:lnTo>
                                <a:pt x="2460886" y="2682617"/>
                              </a:lnTo>
                              <a:lnTo>
                                <a:pt x="2339686" y="2803817"/>
                              </a:lnTo>
                              <a:lnTo>
                                <a:pt x="2596861" y="3060992"/>
                              </a:lnTo>
                              <a:cubicBezTo>
                                <a:pt x="2630347" y="3094440"/>
                                <a:pt x="2684614" y="3094440"/>
                                <a:pt x="2718100" y="3060992"/>
                              </a:cubicBezTo>
                              <a:lnTo>
                                <a:pt x="3232402" y="2546642"/>
                              </a:lnTo>
                              <a:close/>
                              <a:moveTo>
                                <a:pt x="428625" y="2314578"/>
                              </a:moveTo>
                              <a:lnTo>
                                <a:pt x="771525" y="2314578"/>
                              </a:lnTo>
                              <a:lnTo>
                                <a:pt x="771525" y="2657478"/>
                              </a:lnTo>
                              <a:lnTo>
                                <a:pt x="428625" y="2657478"/>
                              </a:lnTo>
                              <a:close/>
                              <a:moveTo>
                                <a:pt x="1200150" y="2143128"/>
                              </a:moveTo>
                              <a:lnTo>
                                <a:pt x="1200150" y="2314578"/>
                              </a:lnTo>
                              <a:lnTo>
                                <a:pt x="1371600" y="2314578"/>
                              </a:lnTo>
                              <a:lnTo>
                                <a:pt x="1371600" y="2143128"/>
                              </a:lnTo>
                              <a:close/>
                              <a:moveTo>
                                <a:pt x="342900" y="2143128"/>
                              </a:moveTo>
                              <a:cubicBezTo>
                                <a:pt x="295560" y="2143128"/>
                                <a:pt x="257175" y="2181513"/>
                                <a:pt x="257175" y="2228853"/>
                              </a:cubicBezTo>
                              <a:lnTo>
                                <a:pt x="257175" y="2743203"/>
                              </a:lnTo>
                              <a:cubicBezTo>
                                <a:pt x="257175" y="2790543"/>
                                <a:pt x="295560" y="2828928"/>
                                <a:pt x="342900" y="2828928"/>
                              </a:cubicBezTo>
                              <a:lnTo>
                                <a:pt x="857250" y="2828928"/>
                              </a:lnTo>
                              <a:cubicBezTo>
                                <a:pt x="879979" y="2828928"/>
                                <a:pt x="901798" y="2819895"/>
                                <a:pt x="917875" y="2803828"/>
                              </a:cubicBezTo>
                              <a:cubicBezTo>
                                <a:pt x="933942" y="2787751"/>
                                <a:pt x="942975" y="2765932"/>
                                <a:pt x="942975" y="2743203"/>
                              </a:cubicBezTo>
                              <a:lnTo>
                                <a:pt x="942975" y="2228853"/>
                              </a:lnTo>
                              <a:cubicBezTo>
                                <a:pt x="942975" y="2206124"/>
                                <a:pt x="933942" y="2184305"/>
                                <a:pt x="917875" y="2168228"/>
                              </a:cubicBezTo>
                              <a:cubicBezTo>
                                <a:pt x="901798" y="2152161"/>
                                <a:pt x="879979" y="2143128"/>
                                <a:pt x="857250" y="2143128"/>
                              </a:cubicBezTo>
                              <a:close/>
                              <a:moveTo>
                                <a:pt x="2743201" y="1999266"/>
                              </a:moveTo>
                              <a:cubicBezTo>
                                <a:pt x="2925095" y="1999266"/>
                                <a:pt x="3099533" y="2071520"/>
                                <a:pt x="3228159" y="2200147"/>
                              </a:cubicBezTo>
                              <a:cubicBezTo>
                                <a:pt x="3357325" y="2328430"/>
                                <a:pt x="3430000" y="2502976"/>
                                <a:pt x="3430000" y="2685066"/>
                              </a:cubicBezTo>
                              <a:cubicBezTo>
                                <a:pt x="3430000" y="2867156"/>
                                <a:pt x="3357325" y="3041701"/>
                                <a:pt x="3228159" y="3170025"/>
                              </a:cubicBezTo>
                              <a:cubicBezTo>
                                <a:pt x="3099533" y="3298612"/>
                                <a:pt x="2925095" y="3370866"/>
                                <a:pt x="2743201" y="3370866"/>
                              </a:cubicBezTo>
                              <a:cubicBezTo>
                                <a:pt x="2561346" y="3370866"/>
                                <a:pt x="2386908" y="3298612"/>
                                <a:pt x="2258281" y="3170025"/>
                              </a:cubicBezTo>
                              <a:cubicBezTo>
                                <a:pt x="2129694" y="3041398"/>
                                <a:pt x="2057440" y="2866960"/>
                                <a:pt x="2057440" y="2685066"/>
                              </a:cubicBezTo>
                              <a:cubicBezTo>
                                <a:pt x="2057440" y="2503211"/>
                                <a:pt x="2129694" y="2328773"/>
                                <a:pt x="2258281" y="2200147"/>
                              </a:cubicBezTo>
                              <a:cubicBezTo>
                                <a:pt x="2386908" y="2071520"/>
                                <a:pt x="2561346" y="1999266"/>
                                <a:pt x="2743201" y="1999266"/>
                              </a:cubicBezTo>
                              <a:close/>
                              <a:moveTo>
                                <a:pt x="2702857" y="1828815"/>
                              </a:moveTo>
                              <a:cubicBezTo>
                                <a:pt x="2605454" y="1833449"/>
                                <a:pt x="2508401" y="1854718"/>
                                <a:pt x="2416035" y="1892908"/>
                              </a:cubicBezTo>
                              <a:cubicBezTo>
                                <a:pt x="2169735" y="1994779"/>
                                <a:pt x="1984853" y="2205389"/>
                                <a:pt x="1915695" y="2462789"/>
                              </a:cubicBezTo>
                              <a:cubicBezTo>
                                <a:pt x="1846576" y="2720199"/>
                                <a:pt x="1901107" y="2995087"/>
                                <a:pt x="2063259" y="3206607"/>
                              </a:cubicBezTo>
                              <a:cubicBezTo>
                                <a:pt x="2225373" y="3418167"/>
                                <a:pt x="2476689" y="3542238"/>
                                <a:pt x="2743201" y="3542356"/>
                              </a:cubicBezTo>
                              <a:lnTo>
                                <a:pt x="2743201" y="3542003"/>
                              </a:lnTo>
                              <a:cubicBezTo>
                                <a:pt x="2970485" y="3542502"/>
                                <a:pt x="3188628" y="3452408"/>
                                <a:pt x="3349360" y="3291715"/>
                              </a:cubicBezTo>
                              <a:cubicBezTo>
                                <a:pt x="3537955" y="3103395"/>
                                <a:pt x="3628236" y="2838029"/>
                                <a:pt x="3593603" y="2573771"/>
                              </a:cubicBezTo>
                              <a:cubicBezTo>
                                <a:pt x="3559009" y="2309513"/>
                                <a:pt x="3403440" y="2076370"/>
                                <a:pt x="3172708" y="1942962"/>
                              </a:cubicBezTo>
                              <a:cubicBezTo>
                                <a:pt x="3028506" y="1859582"/>
                                <a:pt x="2865196" y="1821093"/>
                                <a:pt x="2702857" y="1828815"/>
                              </a:cubicBezTo>
                              <a:close/>
                              <a:moveTo>
                                <a:pt x="2711031" y="1656941"/>
                              </a:moveTo>
                              <a:cubicBezTo>
                                <a:pt x="2946005" y="1649604"/>
                                <a:pt x="3179120" y="1723024"/>
                                <a:pt x="3369415" y="1869033"/>
                              </a:cubicBezTo>
                              <a:cubicBezTo>
                                <a:pt x="3623141" y="2063712"/>
                                <a:pt x="3771901" y="2365317"/>
                                <a:pt x="3771901" y="2685106"/>
                              </a:cubicBezTo>
                              <a:cubicBezTo>
                                <a:pt x="3772665" y="2958123"/>
                                <a:pt x="3664172" y="3220088"/>
                                <a:pt x="3470560" y="3412583"/>
                              </a:cubicBezTo>
                              <a:cubicBezTo>
                                <a:pt x="3244423" y="3638720"/>
                                <a:pt x="2925986" y="3746802"/>
                                <a:pt x="2608911" y="3705047"/>
                              </a:cubicBezTo>
                              <a:cubicBezTo>
                                <a:pt x="2291837" y="3663292"/>
                                <a:pt x="2012197" y="3476460"/>
                                <a:pt x="1852307" y="3199495"/>
                              </a:cubicBezTo>
                              <a:cubicBezTo>
                                <a:pt x="1692418" y="2922529"/>
                                <a:pt x="1670414" y="2586938"/>
                                <a:pt x="1792800" y="2291496"/>
                              </a:cubicBezTo>
                              <a:cubicBezTo>
                                <a:pt x="1915186" y="1996014"/>
                                <a:pt x="2168040" y="1774275"/>
                                <a:pt x="2476954" y="1691499"/>
                              </a:cubicBezTo>
                              <a:cubicBezTo>
                                <a:pt x="2554175" y="1670805"/>
                                <a:pt x="2632706" y="1659387"/>
                                <a:pt x="2711031" y="1656941"/>
                              </a:cubicBezTo>
                              <a:close/>
                              <a:moveTo>
                                <a:pt x="428625" y="1371604"/>
                              </a:moveTo>
                              <a:lnTo>
                                <a:pt x="771525" y="1371604"/>
                              </a:lnTo>
                              <a:lnTo>
                                <a:pt x="771525" y="1714503"/>
                              </a:lnTo>
                              <a:lnTo>
                                <a:pt x="428625" y="1714503"/>
                              </a:lnTo>
                              <a:close/>
                              <a:moveTo>
                                <a:pt x="1543050" y="1200154"/>
                              </a:moveTo>
                              <a:lnTo>
                                <a:pt x="1543050" y="1371604"/>
                              </a:lnTo>
                              <a:lnTo>
                                <a:pt x="2657475" y="1371604"/>
                              </a:lnTo>
                              <a:lnTo>
                                <a:pt x="2657475" y="1200154"/>
                              </a:lnTo>
                              <a:close/>
                              <a:moveTo>
                                <a:pt x="1200150" y="1200154"/>
                              </a:moveTo>
                              <a:lnTo>
                                <a:pt x="1200150" y="1371604"/>
                              </a:lnTo>
                              <a:lnTo>
                                <a:pt x="1371600" y="1371604"/>
                              </a:lnTo>
                              <a:lnTo>
                                <a:pt x="1371600" y="1200154"/>
                              </a:lnTo>
                              <a:close/>
                              <a:moveTo>
                                <a:pt x="342900" y="1200154"/>
                              </a:moveTo>
                              <a:cubicBezTo>
                                <a:pt x="295560" y="1200154"/>
                                <a:pt x="257175" y="1238539"/>
                                <a:pt x="257175" y="1285879"/>
                              </a:cubicBezTo>
                              <a:lnTo>
                                <a:pt x="257175" y="1800228"/>
                              </a:lnTo>
                              <a:cubicBezTo>
                                <a:pt x="257175" y="1847568"/>
                                <a:pt x="295560" y="1885953"/>
                                <a:pt x="342900" y="1885953"/>
                              </a:cubicBezTo>
                              <a:lnTo>
                                <a:pt x="857250" y="1885953"/>
                              </a:lnTo>
                              <a:cubicBezTo>
                                <a:pt x="879979" y="1885953"/>
                                <a:pt x="901798" y="1876920"/>
                                <a:pt x="917875" y="1860853"/>
                              </a:cubicBezTo>
                              <a:cubicBezTo>
                                <a:pt x="933942" y="1844776"/>
                                <a:pt x="942975" y="1822957"/>
                                <a:pt x="942975" y="1800228"/>
                              </a:cubicBezTo>
                              <a:lnTo>
                                <a:pt x="942975" y="1285879"/>
                              </a:lnTo>
                              <a:cubicBezTo>
                                <a:pt x="942975" y="1263150"/>
                                <a:pt x="933942" y="1241331"/>
                                <a:pt x="917875" y="1225254"/>
                              </a:cubicBezTo>
                              <a:cubicBezTo>
                                <a:pt x="901798" y="1209187"/>
                                <a:pt x="879979" y="1200154"/>
                                <a:pt x="857250" y="1200154"/>
                              </a:cubicBezTo>
                              <a:close/>
                              <a:moveTo>
                                <a:pt x="1200150" y="600079"/>
                              </a:moveTo>
                              <a:lnTo>
                                <a:pt x="1200150" y="771529"/>
                              </a:lnTo>
                              <a:lnTo>
                                <a:pt x="2314575" y="771529"/>
                              </a:lnTo>
                              <a:lnTo>
                                <a:pt x="2314575" y="600079"/>
                              </a:lnTo>
                              <a:close/>
                              <a:moveTo>
                                <a:pt x="428625" y="428628"/>
                              </a:moveTo>
                              <a:lnTo>
                                <a:pt x="771525" y="428628"/>
                              </a:lnTo>
                              <a:lnTo>
                                <a:pt x="771525" y="771528"/>
                              </a:lnTo>
                              <a:lnTo>
                                <a:pt x="428625" y="771528"/>
                              </a:lnTo>
                              <a:close/>
                              <a:moveTo>
                                <a:pt x="3600450" y="342903"/>
                              </a:moveTo>
                              <a:lnTo>
                                <a:pt x="3990993" y="342903"/>
                              </a:lnTo>
                              <a:cubicBezTo>
                                <a:pt x="3960152" y="394798"/>
                                <a:pt x="3943693" y="453964"/>
                                <a:pt x="3943350" y="514353"/>
                              </a:cubicBezTo>
                              <a:lnTo>
                                <a:pt x="3943350" y="1028703"/>
                              </a:lnTo>
                              <a:cubicBezTo>
                                <a:pt x="3943350" y="1089974"/>
                                <a:pt x="3910667" y="1146573"/>
                                <a:pt x="3857625" y="1177189"/>
                              </a:cubicBezTo>
                              <a:cubicBezTo>
                                <a:pt x="3804583" y="1207806"/>
                                <a:pt x="3739217" y="1207806"/>
                                <a:pt x="3686175" y="1177189"/>
                              </a:cubicBezTo>
                              <a:cubicBezTo>
                                <a:pt x="3633133" y="1146573"/>
                                <a:pt x="3600450" y="1089974"/>
                                <a:pt x="3600450" y="1028703"/>
                              </a:cubicBezTo>
                              <a:close/>
                              <a:moveTo>
                                <a:pt x="4286250" y="342903"/>
                              </a:moveTo>
                              <a:cubicBezTo>
                                <a:pt x="4331718" y="342903"/>
                                <a:pt x="4375345" y="360969"/>
                                <a:pt x="4407490" y="393113"/>
                              </a:cubicBezTo>
                              <a:cubicBezTo>
                                <a:pt x="4439634" y="425258"/>
                                <a:pt x="4457700" y="468884"/>
                                <a:pt x="4457700" y="514353"/>
                              </a:cubicBezTo>
                              <a:lnTo>
                                <a:pt x="4457700" y="771528"/>
                              </a:lnTo>
                              <a:lnTo>
                                <a:pt x="4114800" y="771528"/>
                              </a:lnTo>
                              <a:lnTo>
                                <a:pt x="4114800" y="514353"/>
                              </a:lnTo>
                              <a:cubicBezTo>
                                <a:pt x="4114800" y="468884"/>
                                <a:pt x="4132866" y="425258"/>
                                <a:pt x="4165010" y="393113"/>
                              </a:cubicBezTo>
                              <a:cubicBezTo>
                                <a:pt x="4197155" y="360969"/>
                                <a:pt x="4240782" y="342903"/>
                                <a:pt x="4286250" y="342903"/>
                              </a:cubicBezTo>
                              <a:close/>
                              <a:moveTo>
                                <a:pt x="1543050" y="257179"/>
                              </a:moveTo>
                              <a:lnTo>
                                <a:pt x="1543050" y="428629"/>
                              </a:lnTo>
                              <a:lnTo>
                                <a:pt x="2657475" y="428629"/>
                              </a:lnTo>
                              <a:lnTo>
                                <a:pt x="2657475" y="257179"/>
                              </a:lnTo>
                              <a:close/>
                              <a:moveTo>
                                <a:pt x="1200150" y="257179"/>
                              </a:moveTo>
                              <a:lnTo>
                                <a:pt x="1200150" y="428629"/>
                              </a:lnTo>
                              <a:lnTo>
                                <a:pt x="1371600" y="428629"/>
                              </a:lnTo>
                              <a:lnTo>
                                <a:pt x="1371600" y="257179"/>
                              </a:lnTo>
                              <a:close/>
                              <a:moveTo>
                                <a:pt x="342900" y="257179"/>
                              </a:moveTo>
                              <a:cubicBezTo>
                                <a:pt x="295560" y="257179"/>
                                <a:pt x="257175" y="295564"/>
                                <a:pt x="257175" y="342904"/>
                              </a:cubicBezTo>
                              <a:lnTo>
                                <a:pt x="257175" y="857254"/>
                              </a:lnTo>
                              <a:cubicBezTo>
                                <a:pt x="257175" y="904594"/>
                                <a:pt x="295560" y="942979"/>
                                <a:pt x="342900" y="942979"/>
                              </a:cubicBezTo>
                              <a:lnTo>
                                <a:pt x="857250" y="942979"/>
                              </a:lnTo>
                              <a:cubicBezTo>
                                <a:pt x="879979" y="942979"/>
                                <a:pt x="901798" y="933946"/>
                                <a:pt x="917875" y="917879"/>
                              </a:cubicBezTo>
                              <a:cubicBezTo>
                                <a:pt x="933942" y="901801"/>
                                <a:pt x="942975" y="879983"/>
                                <a:pt x="942975" y="857254"/>
                              </a:cubicBezTo>
                              <a:lnTo>
                                <a:pt x="942975" y="342904"/>
                              </a:lnTo>
                              <a:cubicBezTo>
                                <a:pt x="942975" y="320175"/>
                                <a:pt x="933942" y="298356"/>
                                <a:pt x="917875" y="282284"/>
                              </a:cubicBezTo>
                              <a:cubicBezTo>
                                <a:pt x="901798" y="266211"/>
                                <a:pt x="879979" y="257179"/>
                                <a:pt x="857250" y="257179"/>
                              </a:cubicBezTo>
                              <a:close/>
                              <a:moveTo>
                                <a:pt x="3257550" y="6"/>
                              </a:moveTo>
                              <a:cubicBezTo>
                                <a:pt x="3287152" y="6"/>
                                <a:pt x="3316754" y="7660"/>
                                <a:pt x="3343275" y="22968"/>
                              </a:cubicBezTo>
                              <a:cubicBezTo>
                                <a:pt x="3396317" y="53584"/>
                                <a:pt x="3429000" y="110183"/>
                                <a:pt x="3429000" y="171454"/>
                              </a:cubicBezTo>
                              <a:lnTo>
                                <a:pt x="3429000" y="1028704"/>
                              </a:lnTo>
                              <a:cubicBezTo>
                                <a:pt x="3429343" y="1089093"/>
                                <a:pt x="3445802" y="1148258"/>
                                <a:pt x="3476644" y="1200154"/>
                              </a:cubicBezTo>
                              <a:lnTo>
                                <a:pt x="3086100" y="1200154"/>
                              </a:lnTo>
                              <a:lnTo>
                                <a:pt x="3086100" y="171454"/>
                              </a:lnTo>
                              <a:cubicBezTo>
                                <a:pt x="3086100" y="110185"/>
                                <a:pt x="3118783" y="53584"/>
                                <a:pt x="3171825" y="22968"/>
                              </a:cubicBezTo>
                              <a:cubicBezTo>
                                <a:pt x="3198346" y="7660"/>
                                <a:pt x="3227948" y="6"/>
                                <a:pt x="3257550" y="6"/>
                              </a:cubicBezTo>
                              <a:close/>
                              <a:moveTo>
                                <a:pt x="171519" y="0"/>
                              </a:moveTo>
                              <a:lnTo>
                                <a:pt x="2962333" y="0"/>
                              </a:lnTo>
                              <a:cubicBezTo>
                                <a:pt x="2931481" y="51895"/>
                                <a:pt x="2915032" y="111059"/>
                                <a:pt x="2914689" y="171450"/>
                              </a:cubicBezTo>
                              <a:lnTo>
                                <a:pt x="2914689" y="1498476"/>
                              </a:lnTo>
                              <a:cubicBezTo>
                                <a:pt x="2733668" y="1470535"/>
                                <a:pt x="2548599" y="1485808"/>
                                <a:pt x="2374622" y="1543053"/>
                              </a:cubicBezTo>
                              <a:lnTo>
                                <a:pt x="1200140" y="1543053"/>
                              </a:lnTo>
                              <a:lnTo>
                                <a:pt x="1200140" y="1714503"/>
                              </a:lnTo>
                              <a:lnTo>
                                <a:pt x="2039217" y="1714503"/>
                              </a:lnTo>
                              <a:cubicBezTo>
                                <a:pt x="1883922" y="1825299"/>
                                <a:pt x="1758088" y="1972442"/>
                                <a:pt x="1672823" y="2143128"/>
                              </a:cubicBezTo>
                              <a:lnTo>
                                <a:pt x="1543050" y="2143128"/>
                              </a:lnTo>
                              <a:lnTo>
                                <a:pt x="1543050" y="2314578"/>
                              </a:lnTo>
                              <a:lnTo>
                                <a:pt x="1601519" y="2314578"/>
                              </a:lnTo>
                              <a:cubicBezTo>
                                <a:pt x="1583532" y="2370647"/>
                                <a:pt x="1569718" y="2427941"/>
                                <a:pt x="1560195" y="2486028"/>
                              </a:cubicBezTo>
                              <a:lnTo>
                                <a:pt x="1200150" y="2486028"/>
                              </a:lnTo>
                              <a:lnTo>
                                <a:pt x="1200150" y="2657478"/>
                              </a:lnTo>
                              <a:lnTo>
                                <a:pt x="1544431" y="2657478"/>
                              </a:lnTo>
                              <a:cubicBezTo>
                                <a:pt x="1544157" y="2666746"/>
                                <a:pt x="1543050" y="2675808"/>
                                <a:pt x="1543050" y="2685076"/>
                              </a:cubicBezTo>
                              <a:cubicBezTo>
                                <a:pt x="1543050" y="3003366"/>
                                <a:pt x="1669492" y="3308645"/>
                                <a:pt x="1894562" y="3533715"/>
                              </a:cubicBezTo>
                              <a:cubicBezTo>
                                <a:pt x="2119631" y="3758785"/>
                                <a:pt x="2424910" y="3885226"/>
                                <a:pt x="2743200" y="3885226"/>
                              </a:cubicBezTo>
                              <a:cubicBezTo>
                                <a:pt x="2800602" y="3884805"/>
                                <a:pt x="2857895" y="3880250"/>
                                <a:pt x="2914650" y="3871677"/>
                              </a:cubicBezTo>
                              <a:lnTo>
                                <a:pt x="2914650" y="4114803"/>
                              </a:lnTo>
                              <a:lnTo>
                                <a:pt x="0" y="4114803"/>
                              </a:lnTo>
                              <a:lnTo>
                                <a:pt x="0" y="171454"/>
                              </a:lnTo>
                              <a:lnTo>
                                <a:pt x="69" y="171450"/>
                              </a:lnTo>
                              <a:cubicBezTo>
                                <a:pt x="69" y="125985"/>
                                <a:pt x="18134" y="82357"/>
                                <a:pt x="50279" y="50210"/>
                              </a:cubicBezTo>
                              <a:cubicBezTo>
                                <a:pt x="82423" y="18064"/>
                                <a:pt x="126050" y="0"/>
                                <a:pt x="17151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52372"/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789225F-575E-D801-FE42-8C44273651E1}"/>
                  </a:ext>
                </a:extLst>
              </p:cNvPr>
              <p:cNvGrpSpPr/>
              <p:nvPr/>
            </p:nvGrpSpPr>
            <p:grpSpPr>
              <a:xfrm>
                <a:off x="2428989" y="976788"/>
                <a:ext cx="2443258" cy="5598939"/>
                <a:chOff x="2617772" y="956765"/>
                <a:chExt cx="2443258" cy="5598939"/>
              </a:xfrm>
            </p:grpSpPr>
            <p:grpSp>
              <p:nvGrpSpPr>
                <p:cNvPr id="201" name="Group 200">
                  <a:extLst>
                    <a:ext uri="{FF2B5EF4-FFF2-40B4-BE49-F238E27FC236}">
                      <a16:creationId xmlns:a16="http://schemas.microsoft.com/office/drawing/2014/main" id="{4DA50097-63EF-8BF2-B9BC-109CE6BA6A19}"/>
                    </a:ext>
                  </a:extLst>
                </p:cNvPr>
                <p:cNvGrpSpPr/>
                <p:nvPr/>
              </p:nvGrpSpPr>
              <p:grpSpPr>
                <a:xfrm>
                  <a:off x="3985265" y="1845667"/>
                  <a:ext cx="0" cy="4307838"/>
                  <a:chOff x="3985265" y="1845667"/>
                  <a:chExt cx="0" cy="4307838"/>
                </a:xfrm>
              </p:grpSpPr>
              <p:cxnSp>
                <p:nvCxnSpPr>
                  <p:cNvPr id="229" name="Straight Connector 228">
                    <a:extLst>
                      <a:ext uri="{FF2B5EF4-FFF2-40B4-BE49-F238E27FC236}">
                        <a16:creationId xmlns:a16="http://schemas.microsoft.com/office/drawing/2014/main" id="{25B42E9A-154E-BDC0-DEE3-B93257D057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85265" y="1845667"/>
                    <a:ext cx="0" cy="228115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0405EE79-185E-E40B-3E8B-234B8B6FFF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3813532" y="5981773"/>
                    <a:ext cx="343465" cy="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78836C31-E294-CBFE-5850-EE88BF8A3F4C}"/>
                    </a:ext>
                  </a:extLst>
                </p:cNvPr>
                <p:cNvGrpSpPr/>
                <p:nvPr/>
              </p:nvGrpSpPr>
              <p:grpSpPr>
                <a:xfrm>
                  <a:off x="2617772" y="956765"/>
                  <a:ext cx="2443258" cy="5598939"/>
                  <a:chOff x="2611262" y="939320"/>
                  <a:chExt cx="2443258" cy="5598939"/>
                </a:xfrm>
              </p:grpSpPr>
              <p:grpSp>
                <p:nvGrpSpPr>
                  <p:cNvPr id="203" name="Group 202">
                    <a:extLst>
                      <a:ext uri="{FF2B5EF4-FFF2-40B4-BE49-F238E27FC236}">
                        <a16:creationId xmlns:a16="http://schemas.microsoft.com/office/drawing/2014/main" id="{6EE283A5-E5DB-B85F-D82D-5E5E11BFB187}"/>
                      </a:ext>
                    </a:extLst>
                  </p:cNvPr>
                  <p:cNvGrpSpPr/>
                  <p:nvPr/>
                </p:nvGrpSpPr>
                <p:grpSpPr>
                  <a:xfrm>
                    <a:off x="2611262" y="2049449"/>
                    <a:ext cx="2420390" cy="3737011"/>
                    <a:chOff x="2617772" y="2049449"/>
                    <a:chExt cx="2420390" cy="3737011"/>
                  </a:xfrm>
                </p:grpSpPr>
                <p:grpSp>
                  <p:nvGrpSpPr>
                    <p:cNvPr id="220" name="Group 219">
                      <a:extLst>
                        <a:ext uri="{FF2B5EF4-FFF2-40B4-BE49-F238E27FC236}">
                          <a16:creationId xmlns:a16="http://schemas.microsoft.com/office/drawing/2014/main" id="{7D12606D-AABF-4017-B16D-7CAACBCA2D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17772" y="2049449"/>
                      <a:ext cx="2419562" cy="2487426"/>
                      <a:chOff x="2427713" y="2093384"/>
                      <a:chExt cx="2419562" cy="2487426"/>
                    </a:xfrm>
                  </p:grpSpPr>
                  <p:sp>
                    <p:nvSpPr>
                      <p:cNvPr id="224" name="Freeform: Shape 210">
                        <a:extLst>
                          <a:ext uri="{FF2B5EF4-FFF2-40B4-BE49-F238E27FC236}">
                            <a16:creationId xmlns:a16="http://schemas.microsoft.com/office/drawing/2014/main" id="{0928BFD3-D527-48ED-892D-75DFBD874A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40619" y="4171604"/>
                        <a:ext cx="2106656" cy="221524"/>
                      </a:xfrm>
                      <a:custGeom>
                        <a:avLst/>
                        <a:gdLst>
                          <a:gd name="connsiteX0" fmla="*/ 0 w 861740"/>
                          <a:gd name="connsiteY0" fmla="*/ 0 h 221523"/>
                          <a:gd name="connsiteX1" fmla="*/ 861740 w 861740"/>
                          <a:gd name="connsiteY1" fmla="*/ 0 h 221523"/>
                          <a:gd name="connsiteX2" fmla="*/ 861740 w 861740"/>
                          <a:gd name="connsiteY2" fmla="*/ 90058 h 221523"/>
                          <a:gd name="connsiteX3" fmla="*/ 430870 w 861740"/>
                          <a:gd name="connsiteY3" fmla="*/ 221523 h 221523"/>
                          <a:gd name="connsiteX4" fmla="*/ 0 w 861740"/>
                          <a:gd name="connsiteY4" fmla="*/ 90058 h 221523"/>
                          <a:gd name="connsiteX5" fmla="*/ 0 w 861740"/>
                          <a:gd name="connsiteY5" fmla="*/ 0 h 2215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861740" h="221523">
                            <a:moveTo>
                              <a:pt x="0" y="0"/>
                            </a:moveTo>
                            <a:lnTo>
                              <a:pt x="861740" y="0"/>
                            </a:lnTo>
                            <a:lnTo>
                              <a:pt x="861740" y="90058"/>
                            </a:lnTo>
                            <a:lnTo>
                              <a:pt x="430870" y="221523"/>
                            </a:lnTo>
                            <a:lnTo>
                              <a:pt x="0" y="9005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 sz="1000" dirty="0">
                          <a:latin typeface="Franklin Gothic Book" panose="020B0503020102020204" pitchFamily="34" charset="0"/>
                        </a:endParaRPr>
                      </a:p>
                    </p:txBody>
                  </p:sp>
                  <p:grpSp>
                    <p:nvGrpSpPr>
                      <p:cNvPr id="225" name="Group 224">
                        <a:extLst>
                          <a:ext uri="{FF2B5EF4-FFF2-40B4-BE49-F238E27FC236}">
                            <a16:creationId xmlns:a16="http://schemas.microsoft.com/office/drawing/2014/main" id="{17406DD9-4703-79CD-6CA1-BBA7A5007AD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732982" y="2093384"/>
                        <a:ext cx="2105795" cy="2193481"/>
                        <a:chOff x="2732982" y="2093384"/>
                        <a:chExt cx="2105795" cy="2193481"/>
                      </a:xfrm>
                    </p:grpSpPr>
                    <p:sp>
                      <p:nvSpPr>
                        <p:cNvPr id="227" name="Rectangle 226">
                          <a:extLst>
                            <a:ext uri="{FF2B5EF4-FFF2-40B4-BE49-F238E27FC236}">
                              <a16:creationId xmlns:a16="http://schemas.microsoft.com/office/drawing/2014/main" id="{A700DDD9-509D-19DE-0620-5342D27985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732982" y="2093384"/>
                          <a:ext cx="2105795" cy="2166710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9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  <p:sp>
                      <p:nvSpPr>
                        <p:cNvPr id="228" name="TextBox 227">
                          <a:extLst>
                            <a:ext uri="{FF2B5EF4-FFF2-40B4-BE49-F238E27FC236}">
                              <a16:creationId xmlns:a16="http://schemas.microsoft.com/office/drawing/2014/main" id="{2BE2CE15-363E-098B-B0F0-AB679620B30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794413" y="2153595"/>
                          <a:ext cx="1970143" cy="213327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anchor="ctr">
                          <a:spAutoFit/>
                        </a:bodyPr>
                        <a:lstStyle/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Alternative Developments</a:t>
                          </a: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3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Customer Acquisition</a:t>
                          </a: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endParaRPr kumimoji="0" lang="en-US" sz="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Target Segmentation</a:t>
                          </a: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tabLst/>
                            <a:defRPr/>
                          </a:pPr>
                          <a:endParaRPr kumimoji="0" lang="en-US" sz="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Differentiation</a:t>
                          </a: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endPara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Scenario Hypothesis </a:t>
                          </a: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3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Value Proposition by most valuable customer segment</a:t>
                          </a: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tabLst/>
                            <a:defRPr/>
                          </a:pPr>
                          <a:endParaRPr kumimoji="0" lang="en-US" sz="3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Supporting Products and services</a:t>
                          </a:r>
                        </a:p>
                      </p:txBody>
                    </p:sp>
                  </p:grpSp>
                  <p:sp>
                    <p:nvSpPr>
                      <p:cNvPr id="226" name="Freeform: Shape 230">
                        <a:extLst>
                          <a:ext uri="{FF2B5EF4-FFF2-40B4-BE49-F238E27FC236}">
                            <a16:creationId xmlns:a16="http://schemas.microsoft.com/office/drawing/2014/main" id="{0356A3EF-7B75-051C-93CF-1B5177777FF4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1922999" y="3854573"/>
                        <a:ext cx="1230951" cy="221523"/>
                      </a:xfrm>
                      <a:custGeom>
                        <a:avLst/>
                        <a:gdLst>
                          <a:gd name="connsiteX0" fmla="*/ 0 w 861740"/>
                          <a:gd name="connsiteY0" fmla="*/ 0 h 221523"/>
                          <a:gd name="connsiteX1" fmla="*/ 861740 w 861740"/>
                          <a:gd name="connsiteY1" fmla="*/ 0 h 221523"/>
                          <a:gd name="connsiteX2" fmla="*/ 861740 w 861740"/>
                          <a:gd name="connsiteY2" fmla="*/ 90058 h 221523"/>
                          <a:gd name="connsiteX3" fmla="*/ 430870 w 861740"/>
                          <a:gd name="connsiteY3" fmla="*/ 221523 h 221523"/>
                          <a:gd name="connsiteX4" fmla="*/ 0 w 861740"/>
                          <a:gd name="connsiteY4" fmla="*/ 90058 h 221523"/>
                          <a:gd name="connsiteX5" fmla="*/ 0 w 861740"/>
                          <a:gd name="connsiteY5" fmla="*/ 0 h 2215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861740" h="221523">
                            <a:moveTo>
                              <a:pt x="0" y="0"/>
                            </a:moveTo>
                            <a:lnTo>
                              <a:pt x="861740" y="0"/>
                            </a:lnTo>
                            <a:lnTo>
                              <a:pt x="861740" y="90058"/>
                            </a:lnTo>
                            <a:lnTo>
                              <a:pt x="430870" y="221523"/>
                            </a:lnTo>
                            <a:lnTo>
                              <a:pt x="0" y="9005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 sz="1000" dirty="0">
                          <a:latin typeface="Franklin Gothic Book" panose="020B05030201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21" name="Group 220">
                      <a:extLst>
                        <a:ext uri="{FF2B5EF4-FFF2-40B4-BE49-F238E27FC236}">
                          <a16:creationId xmlns:a16="http://schemas.microsoft.com/office/drawing/2014/main" id="{F9A6EC41-CC9F-3D8E-8646-86330A9DE3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32367" y="4414075"/>
                      <a:ext cx="2105795" cy="1372385"/>
                      <a:chOff x="2742307" y="4494440"/>
                      <a:chExt cx="2105795" cy="1372385"/>
                    </a:xfrm>
                  </p:grpSpPr>
                  <p:sp>
                    <p:nvSpPr>
                      <p:cNvPr id="222" name="Rectangle 221">
                        <a:extLst>
                          <a:ext uri="{FF2B5EF4-FFF2-40B4-BE49-F238E27FC236}">
                            <a16:creationId xmlns:a16="http://schemas.microsoft.com/office/drawing/2014/main" id="{D561BBA9-490F-C52E-1D7B-EBC780DF6D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42307" y="4494440"/>
                        <a:ext cx="2105795" cy="13723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223" name="TextBox 222">
                        <a:extLst>
                          <a:ext uri="{FF2B5EF4-FFF2-40B4-BE49-F238E27FC236}">
                            <a16:creationId xmlns:a16="http://schemas.microsoft.com/office/drawing/2014/main" id="{ED13D2C4-4B83-30ED-977F-5610FA4EC6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10131" y="4601306"/>
                        <a:ext cx="2037142" cy="113774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 anchor="ctr">
                        <a:spAutoFit/>
                      </a:bodyPr>
                      <a:lstStyle/>
                      <a:p>
                        <a:r>
                          <a:rPr lang="en-US" sz="600" b="1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Evaluating Criteria</a:t>
                        </a:r>
                      </a:p>
                      <a:p>
                        <a:endParaRPr lang="en-US" sz="300" b="1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Strategic</a:t>
                        </a: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endParaRPr lang="en-US" sz="3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Feasibility</a:t>
                        </a:r>
                      </a:p>
                      <a:p>
                        <a:pPr marL="182880" indent="-182880"/>
                        <a:endParaRPr lang="en-US" sz="3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Economics</a:t>
                        </a:r>
                      </a:p>
                      <a:p>
                        <a:pPr marL="182880" indent="-182880"/>
                        <a:endParaRPr lang="en-US" sz="3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Legal/Ethical</a:t>
                        </a:r>
                      </a:p>
                    </p:txBody>
                  </p:sp>
                </p:grpSp>
              </p:grpSp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DA3524A7-C164-B266-3A7E-BD90A5F0FC87}"/>
                      </a:ext>
                    </a:extLst>
                  </p:cNvPr>
                  <p:cNvSpPr txBox="1"/>
                  <p:nvPr/>
                </p:nvSpPr>
                <p:spPr>
                  <a:xfrm>
                    <a:off x="2998395" y="6104868"/>
                    <a:ext cx="2056125" cy="433391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</p:spPr>
                <p:txBody>
                  <a:bodyPr wrap="square" anchor="ctr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rPr>
                      <a:t>Reasons 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rPr>
                      <a:t>for Change</a:t>
                    </a:r>
                  </a:p>
                </p:txBody>
              </p:sp>
              <p:grpSp>
                <p:nvGrpSpPr>
                  <p:cNvPr id="205" name="Group 204">
                    <a:extLst>
                      <a:ext uri="{FF2B5EF4-FFF2-40B4-BE49-F238E27FC236}">
                        <a16:creationId xmlns:a16="http://schemas.microsoft.com/office/drawing/2014/main" id="{CB4F3183-E1FD-C5AB-F60D-4786366974CD}"/>
                      </a:ext>
                    </a:extLst>
                  </p:cNvPr>
                  <p:cNvGrpSpPr/>
                  <p:nvPr/>
                </p:nvGrpSpPr>
                <p:grpSpPr>
                  <a:xfrm>
                    <a:off x="2904692" y="939320"/>
                    <a:ext cx="2148124" cy="1003263"/>
                    <a:chOff x="2714655" y="983255"/>
                    <a:chExt cx="2148124" cy="1003263"/>
                  </a:xfrm>
                </p:grpSpPr>
                <p:grpSp>
                  <p:nvGrpSpPr>
                    <p:cNvPr id="206" name="Group 205">
                      <a:extLst>
                        <a:ext uri="{FF2B5EF4-FFF2-40B4-BE49-F238E27FC236}">
                          <a16:creationId xmlns:a16="http://schemas.microsoft.com/office/drawing/2014/main" id="{0AC4ECBF-4849-D5B8-12C4-FD8B8D0BA2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4655" y="1267148"/>
                      <a:ext cx="2148124" cy="719370"/>
                      <a:chOff x="2714314" y="1324298"/>
                      <a:chExt cx="2148124" cy="719370"/>
                    </a:xfrm>
                  </p:grpSpPr>
                  <p:sp>
                    <p:nvSpPr>
                      <p:cNvPr id="215" name="Google Shape;83409;p3921">
                        <a:extLst>
                          <a:ext uri="{FF2B5EF4-FFF2-40B4-BE49-F238E27FC236}">
                            <a16:creationId xmlns:a16="http://schemas.microsoft.com/office/drawing/2014/main" id="{D05B312D-4F4D-0D07-E634-54B15FF57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35479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6" name="Google Shape;83415;p3921">
                        <a:extLst>
                          <a:ext uri="{FF2B5EF4-FFF2-40B4-BE49-F238E27FC236}">
                            <a16:creationId xmlns:a16="http://schemas.microsoft.com/office/drawing/2014/main" id="{9963FD98-E4B0-7D64-5E1A-1211006209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14314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7" name="TextBox 216">
                        <a:extLst>
                          <a:ext uri="{FF2B5EF4-FFF2-40B4-BE49-F238E27FC236}">
                            <a16:creationId xmlns:a16="http://schemas.microsoft.com/office/drawing/2014/main" id="{E45D203F-4926-9B30-2A05-D0B1B237B3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73046" y="1446953"/>
                        <a:ext cx="1030652" cy="4740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700" b="1" dirty="0">
                            <a:solidFill>
                              <a:schemeClr val="bg2"/>
                            </a:solidFill>
                            <a:latin typeface="Franklin Gothic Book" panose="020B0503020102020204" pitchFamily="34" charset="0"/>
                          </a:rPr>
                          <a:t>Strategic </a:t>
                        </a:r>
                      </a:p>
                      <a:p>
                        <a:pPr algn="ctr"/>
                        <a:r>
                          <a:rPr lang="en-US" sz="700" b="1" dirty="0">
                            <a:solidFill>
                              <a:schemeClr val="bg2"/>
                            </a:solidFill>
                            <a:latin typeface="Franklin Gothic Book" panose="020B0503020102020204" pitchFamily="34" charset="0"/>
                          </a:rPr>
                          <a:t>Initiatives</a:t>
                        </a:r>
                      </a:p>
                    </p:txBody>
                  </p:sp>
                </p:grpSp>
                <p:grpSp>
                  <p:nvGrpSpPr>
                    <p:cNvPr id="207" name="Group 206">
                      <a:extLst>
                        <a:ext uri="{FF2B5EF4-FFF2-40B4-BE49-F238E27FC236}">
                          <a16:creationId xmlns:a16="http://schemas.microsoft.com/office/drawing/2014/main" id="{3F577CB6-BA1D-1E5C-524B-2FEACE7A27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40638" y="983255"/>
                      <a:ext cx="896159" cy="372147"/>
                      <a:chOff x="3340638" y="983255"/>
                      <a:chExt cx="896159" cy="372147"/>
                    </a:xfrm>
                  </p:grpSpPr>
                  <p:grpSp>
                    <p:nvGrpSpPr>
                      <p:cNvPr id="208" name="Google Shape;83411;p3921">
                        <a:extLst>
                          <a:ext uri="{FF2B5EF4-FFF2-40B4-BE49-F238E27FC236}">
                            <a16:creationId xmlns:a16="http://schemas.microsoft.com/office/drawing/2014/main" id="{FA114D59-91A5-8721-F266-9606896C54E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340638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212" name="Google Shape;83412;p3921">
                          <a:extLst>
                            <a:ext uri="{FF2B5EF4-FFF2-40B4-BE49-F238E27FC236}">
                              <a16:creationId xmlns:a16="http://schemas.microsoft.com/office/drawing/2014/main" id="{2AF7113F-9F6B-418C-B69C-2262C90F62B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13" name="Google Shape;83413;p3921">
                          <a:extLst>
                            <a:ext uri="{FF2B5EF4-FFF2-40B4-BE49-F238E27FC236}">
                              <a16:creationId xmlns:a16="http://schemas.microsoft.com/office/drawing/2014/main" id="{36993761-6DF6-78F2-4FFB-61E4014822F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14" name="Google Shape;83414;p3921">
                          <a:extLst>
                            <a:ext uri="{FF2B5EF4-FFF2-40B4-BE49-F238E27FC236}">
                              <a16:creationId xmlns:a16="http://schemas.microsoft.com/office/drawing/2014/main" id="{ADCC3812-BE92-4DA3-72D3-675611DCDA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209" name="Group 208">
                        <a:extLst>
                          <a:ext uri="{FF2B5EF4-FFF2-40B4-BE49-F238E27FC236}">
                            <a16:creationId xmlns:a16="http://schemas.microsoft.com/office/drawing/2014/main" id="{2C7CD23F-AF42-E6A3-09B7-C3978EA30B0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2644" y="983255"/>
                        <a:ext cx="372147" cy="372147"/>
                        <a:chOff x="3602644" y="983255"/>
                        <a:chExt cx="372147" cy="372147"/>
                      </a:xfrm>
                    </p:grpSpPr>
                    <p:sp>
                      <p:nvSpPr>
                        <p:cNvPr id="210" name="Google Shape;83463;p3921">
                          <a:extLst>
                            <a:ext uri="{FF2B5EF4-FFF2-40B4-BE49-F238E27FC236}">
                              <a16:creationId xmlns:a16="http://schemas.microsoft.com/office/drawing/2014/main" id="{6C8B5B11-4561-898B-D810-7663BBAE80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2644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11" name="Freeform: Shape 204">
                          <a:extLst>
                            <a:ext uri="{FF2B5EF4-FFF2-40B4-BE49-F238E27FC236}">
                              <a16:creationId xmlns:a16="http://schemas.microsoft.com/office/drawing/2014/main" id="{0AA02BEE-07DC-8678-DFB0-4A6EF37E5B6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71649" y="1059867"/>
                          <a:ext cx="234136" cy="218922"/>
                        </a:xfrm>
                        <a:custGeom>
                          <a:avLst/>
                          <a:gdLst>
                            <a:gd name="connsiteX0" fmla="*/ 3142334 w 5216262"/>
                            <a:gd name="connsiteY0" fmla="*/ 3527776 h 4877342"/>
                            <a:gd name="connsiteX1" fmla="*/ 2955807 w 5216262"/>
                            <a:gd name="connsiteY1" fmla="*/ 3714304 h 4877342"/>
                            <a:gd name="connsiteX2" fmla="*/ 3142334 w 5216262"/>
                            <a:gd name="connsiteY2" fmla="*/ 3900831 h 4877342"/>
                            <a:gd name="connsiteX3" fmla="*/ 3328862 w 5216262"/>
                            <a:gd name="connsiteY3" fmla="*/ 3714304 h 4877342"/>
                            <a:gd name="connsiteX4" fmla="*/ 3142334 w 5216262"/>
                            <a:gd name="connsiteY4" fmla="*/ 3527776 h 4877342"/>
                            <a:gd name="connsiteX5" fmla="*/ 2319395 w 5216262"/>
                            <a:gd name="connsiteY5" fmla="*/ 2446945 h 4877342"/>
                            <a:gd name="connsiteX6" fmla="*/ 2385222 w 5216262"/>
                            <a:gd name="connsiteY6" fmla="*/ 2490836 h 4877342"/>
                            <a:gd name="connsiteX7" fmla="*/ 2385182 w 5216262"/>
                            <a:gd name="connsiteY7" fmla="*/ 2787043 h 4877342"/>
                            <a:gd name="connsiteX8" fmla="*/ 2335815 w 5216262"/>
                            <a:gd name="connsiteY8" fmla="*/ 2841927 h 4877342"/>
                            <a:gd name="connsiteX9" fmla="*/ 2061495 w 5216262"/>
                            <a:gd name="connsiteY9" fmla="*/ 2841927 h 4877342"/>
                            <a:gd name="connsiteX10" fmla="*/ 2006611 w 5216262"/>
                            <a:gd name="connsiteY10" fmla="*/ 2787043 h 4877342"/>
                            <a:gd name="connsiteX11" fmla="*/ 2006611 w 5216262"/>
                            <a:gd name="connsiteY11" fmla="*/ 2523706 h 4877342"/>
                            <a:gd name="connsiteX12" fmla="*/ 2045035 w 5216262"/>
                            <a:gd name="connsiteY12" fmla="*/ 2523706 h 4877342"/>
                            <a:gd name="connsiteX13" fmla="*/ 2160270 w 5216262"/>
                            <a:gd name="connsiteY13" fmla="*/ 2501780 h 4877342"/>
                            <a:gd name="connsiteX14" fmla="*/ 2994222 w 5216262"/>
                            <a:gd name="connsiteY14" fmla="*/ 2309775 h 4877342"/>
                            <a:gd name="connsiteX15" fmla="*/ 3016158 w 5216262"/>
                            <a:gd name="connsiteY15" fmla="*/ 2315252 h 4877342"/>
                            <a:gd name="connsiteX16" fmla="*/ 3016158 w 5216262"/>
                            <a:gd name="connsiteY16" fmla="*/ 2787082 h 4877342"/>
                            <a:gd name="connsiteX17" fmla="*/ 2966790 w 5216262"/>
                            <a:gd name="connsiteY17" fmla="*/ 2841965 h 4877342"/>
                            <a:gd name="connsiteX18" fmla="*/ 2692470 w 5216262"/>
                            <a:gd name="connsiteY18" fmla="*/ 2841965 h 4877342"/>
                            <a:gd name="connsiteX19" fmla="*/ 2637586 w 5216262"/>
                            <a:gd name="connsiteY19" fmla="*/ 2787082 h 4877342"/>
                            <a:gd name="connsiteX20" fmla="*/ 2637586 w 5216262"/>
                            <a:gd name="connsiteY20" fmla="*/ 2518238 h 4877342"/>
                            <a:gd name="connsiteX21" fmla="*/ 2637596 w 5216262"/>
                            <a:gd name="connsiteY21" fmla="*/ 2518238 h 4877342"/>
                            <a:gd name="connsiteX22" fmla="*/ 2725378 w 5216262"/>
                            <a:gd name="connsiteY22" fmla="*/ 2485359 h 4877342"/>
                            <a:gd name="connsiteX23" fmla="*/ 3592210 w 5216262"/>
                            <a:gd name="connsiteY23" fmla="*/ 2128743 h 4877342"/>
                            <a:gd name="connsiteX24" fmla="*/ 3614146 w 5216262"/>
                            <a:gd name="connsiteY24" fmla="*/ 2150669 h 4877342"/>
                            <a:gd name="connsiteX25" fmla="*/ 3652570 w 5216262"/>
                            <a:gd name="connsiteY25" fmla="*/ 2172595 h 4877342"/>
                            <a:gd name="connsiteX26" fmla="*/ 3652570 w 5216262"/>
                            <a:gd name="connsiteY26" fmla="*/ 2787062 h 4877342"/>
                            <a:gd name="connsiteX27" fmla="*/ 3603203 w 5216262"/>
                            <a:gd name="connsiteY27" fmla="*/ 2841946 h 4877342"/>
                            <a:gd name="connsiteX28" fmla="*/ 3328882 w 5216262"/>
                            <a:gd name="connsiteY28" fmla="*/ 2841946 h 4877342"/>
                            <a:gd name="connsiteX29" fmla="*/ 3273999 w 5216262"/>
                            <a:gd name="connsiteY29" fmla="*/ 2787062 h 4877342"/>
                            <a:gd name="connsiteX30" fmla="*/ 3273999 w 5216262"/>
                            <a:gd name="connsiteY30" fmla="*/ 2348140 h 4877342"/>
                            <a:gd name="connsiteX31" fmla="*/ 3438601 w 5216262"/>
                            <a:gd name="connsiteY31" fmla="*/ 2265864 h 4877342"/>
                            <a:gd name="connsiteX32" fmla="*/ 4289003 w 5216262"/>
                            <a:gd name="connsiteY32" fmla="*/ 1887303 h 4877342"/>
                            <a:gd name="connsiteX33" fmla="*/ 4289003 w 5216262"/>
                            <a:gd name="connsiteY33" fmla="*/ 2787073 h 4877342"/>
                            <a:gd name="connsiteX34" fmla="*/ 4239635 w 5216262"/>
                            <a:gd name="connsiteY34" fmla="*/ 2841956 h 4877342"/>
                            <a:gd name="connsiteX35" fmla="*/ 3965314 w 5216262"/>
                            <a:gd name="connsiteY35" fmla="*/ 2841956 h 4877342"/>
                            <a:gd name="connsiteX36" fmla="*/ 3910431 w 5216262"/>
                            <a:gd name="connsiteY36" fmla="*/ 2787073 h 4877342"/>
                            <a:gd name="connsiteX37" fmla="*/ 3915898 w 5216262"/>
                            <a:gd name="connsiteY37" fmla="*/ 2787073 h 4877342"/>
                            <a:gd name="connsiteX38" fmla="*/ 3915937 w 5216262"/>
                            <a:gd name="connsiteY38" fmla="*/ 2200008 h 4877342"/>
                            <a:gd name="connsiteX39" fmla="*/ 4058574 w 5216262"/>
                            <a:gd name="connsiteY39" fmla="*/ 2117732 h 4877342"/>
                            <a:gd name="connsiteX40" fmla="*/ 4247151 w 5216262"/>
                            <a:gd name="connsiteY40" fmla="*/ 1338653 h 4877342"/>
                            <a:gd name="connsiteX41" fmla="*/ 4327407 w 5216262"/>
                            <a:gd name="connsiteY41" fmla="*/ 1371571 h 4877342"/>
                            <a:gd name="connsiteX42" fmla="*/ 4327407 w 5216262"/>
                            <a:gd name="connsiteY42" fmla="*/ 1536173 h 4877342"/>
                            <a:gd name="connsiteX43" fmla="*/ 3899458 w 5216262"/>
                            <a:gd name="connsiteY43" fmla="*/ 1969579 h 4877342"/>
                            <a:gd name="connsiteX44" fmla="*/ 3751315 w 5216262"/>
                            <a:gd name="connsiteY44" fmla="*/ 1980562 h 4877342"/>
                            <a:gd name="connsiteX45" fmla="*/ 3581257 w 5216262"/>
                            <a:gd name="connsiteY45" fmla="*/ 1848878 h 4877342"/>
                            <a:gd name="connsiteX46" fmla="*/ 3295954 w 5216262"/>
                            <a:gd name="connsiteY46" fmla="*/ 2101272 h 4877342"/>
                            <a:gd name="connsiteX47" fmla="*/ 3191693 w 5216262"/>
                            <a:gd name="connsiteY47" fmla="*/ 2128714 h 4877342"/>
                            <a:gd name="connsiteX48" fmla="*/ 2955807 w 5216262"/>
                            <a:gd name="connsiteY48" fmla="*/ 2068364 h 4877342"/>
                            <a:gd name="connsiteX49" fmla="*/ 2604668 w 5216262"/>
                            <a:gd name="connsiteY49" fmla="*/ 2298793 h 4877342"/>
                            <a:gd name="connsiteX50" fmla="*/ 2456525 w 5216262"/>
                            <a:gd name="connsiteY50" fmla="*/ 2282334 h 4877342"/>
                            <a:gd name="connsiteX51" fmla="*/ 2374248 w 5216262"/>
                            <a:gd name="connsiteY51" fmla="*/ 2194541 h 4877342"/>
                            <a:gd name="connsiteX52" fmla="*/ 2083469 w 5216262"/>
                            <a:gd name="connsiteY52" fmla="*/ 2298793 h 4877342"/>
                            <a:gd name="connsiteX53" fmla="*/ 2028586 w 5216262"/>
                            <a:gd name="connsiteY53" fmla="*/ 2304269 h 4877342"/>
                            <a:gd name="connsiteX54" fmla="*/ 1935327 w 5216262"/>
                            <a:gd name="connsiteY54" fmla="*/ 2227460 h 4877342"/>
                            <a:gd name="connsiteX55" fmla="*/ 1935327 w 5216262"/>
                            <a:gd name="connsiteY55" fmla="*/ 2227450 h 4877342"/>
                            <a:gd name="connsiteX56" fmla="*/ 2006660 w 5216262"/>
                            <a:gd name="connsiteY56" fmla="*/ 2084813 h 4877342"/>
                            <a:gd name="connsiteX57" fmla="*/ 2368772 w 5216262"/>
                            <a:gd name="connsiteY57" fmla="*/ 1953130 h 4877342"/>
                            <a:gd name="connsiteX58" fmla="*/ 2489473 w 5216262"/>
                            <a:gd name="connsiteY58" fmla="*/ 1980572 h 4877342"/>
                            <a:gd name="connsiteX59" fmla="*/ 2555300 w 5216262"/>
                            <a:gd name="connsiteY59" fmla="*/ 2051905 h 4877342"/>
                            <a:gd name="connsiteX60" fmla="*/ 2868005 w 5216262"/>
                            <a:gd name="connsiteY60" fmla="*/ 1848878 h 4877342"/>
                            <a:gd name="connsiteX61" fmla="*/ 2961264 w 5216262"/>
                            <a:gd name="connsiteY61" fmla="*/ 1832419 h 4877342"/>
                            <a:gd name="connsiteX62" fmla="*/ 3186216 w 5216262"/>
                            <a:gd name="connsiteY62" fmla="*/ 1887303 h 4877342"/>
                            <a:gd name="connsiteX63" fmla="*/ 3487939 w 5216262"/>
                            <a:gd name="connsiteY63" fmla="*/ 1612983 h 4877342"/>
                            <a:gd name="connsiteX64" fmla="*/ 3636081 w 5216262"/>
                            <a:gd name="connsiteY64" fmla="*/ 1607506 h 4877342"/>
                            <a:gd name="connsiteX65" fmla="*/ 3800683 w 5216262"/>
                            <a:gd name="connsiteY65" fmla="*/ 1733684 h 4877342"/>
                            <a:gd name="connsiteX66" fmla="*/ 4162795 w 5216262"/>
                            <a:gd name="connsiteY66" fmla="*/ 1371571 h 4877342"/>
                            <a:gd name="connsiteX67" fmla="*/ 4247151 w 5216262"/>
                            <a:gd name="connsiteY67" fmla="*/ 1338653 h 4877342"/>
                            <a:gd name="connsiteX68" fmla="*/ 2566262 w 5216262"/>
                            <a:gd name="connsiteY68" fmla="*/ 630937 h 4877342"/>
                            <a:gd name="connsiteX69" fmla="*/ 5035143 w 5216262"/>
                            <a:gd name="connsiteY69" fmla="*/ 630937 h 4877342"/>
                            <a:gd name="connsiteX70" fmla="*/ 5104325 w 5216262"/>
                            <a:gd name="connsiteY70" fmla="*/ 644392 h 4877342"/>
                            <a:gd name="connsiteX71" fmla="*/ 5216262 w 5216262"/>
                            <a:gd name="connsiteY71" fmla="*/ 800967 h 4877342"/>
                            <a:gd name="connsiteX72" fmla="*/ 5216262 w 5216262"/>
                            <a:gd name="connsiteY72" fmla="*/ 3928214 h 4877342"/>
                            <a:gd name="connsiteX73" fmla="*/ 5040678 w 5216262"/>
                            <a:gd name="connsiteY73" fmla="*/ 4103799 h 4877342"/>
                            <a:gd name="connsiteX74" fmla="*/ 3745887 w 5216262"/>
                            <a:gd name="connsiteY74" fmla="*/ 4103799 h 4877342"/>
                            <a:gd name="connsiteX75" fmla="*/ 4140908 w 5216262"/>
                            <a:gd name="connsiteY75" fmla="*/ 4614014 h 4877342"/>
                            <a:gd name="connsiteX76" fmla="*/ 4157367 w 5216262"/>
                            <a:gd name="connsiteY76" fmla="*/ 4784083 h 4877342"/>
                            <a:gd name="connsiteX77" fmla="*/ 4009225 w 5216262"/>
                            <a:gd name="connsiteY77" fmla="*/ 4877342 h 4877342"/>
                            <a:gd name="connsiteX78" fmla="*/ 2275522 w 5216262"/>
                            <a:gd name="connsiteY78" fmla="*/ 4877342 h 4877342"/>
                            <a:gd name="connsiteX79" fmla="*/ 2132886 w 5216262"/>
                            <a:gd name="connsiteY79" fmla="*/ 4784083 h 4877342"/>
                            <a:gd name="connsiteX80" fmla="*/ 2149335 w 5216262"/>
                            <a:gd name="connsiteY80" fmla="*/ 4614014 h 4877342"/>
                            <a:gd name="connsiteX81" fmla="*/ 2544356 w 5216262"/>
                            <a:gd name="connsiteY81" fmla="*/ 4103799 h 4877342"/>
                            <a:gd name="connsiteX82" fmla="*/ 1249566 w 5216262"/>
                            <a:gd name="connsiteY82" fmla="*/ 4103799 h 4877342"/>
                            <a:gd name="connsiteX83" fmla="*/ 1073981 w 5216262"/>
                            <a:gd name="connsiteY83" fmla="*/ 3928214 h 4877342"/>
                            <a:gd name="connsiteX84" fmla="*/ 1073981 w 5216262"/>
                            <a:gd name="connsiteY84" fmla="*/ 2095757 h 4877342"/>
                            <a:gd name="connsiteX85" fmla="*/ 1348301 w 5216262"/>
                            <a:gd name="connsiteY85" fmla="*/ 2128665 h 4877342"/>
                            <a:gd name="connsiteX86" fmla="*/ 1425111 w 5216262"/>
                            <a:gd name="connsiteY86" fmla="*/ 2123199 h 4877342"/>
                            <a:gd name="connsiteX87" fmla="*/ 1425111 w 5216262"/>
                            <a:gd name="connsiteY87" fmla="*/ 3204020 h 4877342"/>
                            <a:gd name="connsiteX88" fmla="*/ 4859597 w 5216262"/>
                            <a:gd name="connsiteY88" fmla="*/ 3204049 h 4877342"/>
                            <a:gd name="connsiteX89" fmla="*/ 4859597 w 5216262"/>
                            <a:gd name="connsiteY89" fmla="*/ 982068 h 4877342"/>
                            <a:gd name="connsiteX90" fmla="*/ 2588227 w 5216262"/>
                            <a:gd name="connsiteY90" fmla="*/ 982068 h 4877342"/>
                            <a:gd name="connsiteX91" fmla="*/ 2593704 w 5216262"/>
                            <a:gd name="connsiteY91" fmla="*/ 888799 h 4877342"/>
                            <a:gd name="connsiteX92" fmla="*/ 2566262 w 5216262"/>
                            <a:gd name="connsiteY92" fmla="*/ 630937 h 4877342"/>
                            <a:gd name="connsiteX93" fmla="*/ 5035132 w 5216262"/>
                            <a:gd name="connsiteY93" fmla="*/ 630935 h 4877342"/>
                            <a:gd name="connsiteX94" fmla="*/ 5035143 w 5216262"/>
                            <a:gd name="connsiteY94" fmla="*/ 630937 h 4877342"/>
                            <a:gd name="connsiteX95" fmla="*/ 5035143 w 5216262"/>
                            <a:gd name="connsiteY95" fmla="*/ 630937 h 4877342"/>
                            <a:gd name="connsiteX96" fmla="*/ 1353768 w 5216262"/>
                            <a:gd name="connsiteY96" fmla="*/ 367569 h 4877342"/>
                            <a:gd name="connsiteX97" fmla="*/ 838037 w 5216262"/>
                            <a:gd name="connsiteY97" fmla="*/ 883302 h 4877342"/>
                            <a:gd name="connsiteX98" fmla="*/ 1353768 w 5216262"/>
                            <a:gd name="connsiteY98" fmla="*/ 1399032 h 4877342"/>
                            <a:gd name="connsiteX99" fmla="*/ 1869500 w 5216262"/>
                            <a:gd name="connsiteY99" fmla="*/ 883302 h 4877342"/>
                            <a:gd name="connsiteX100" fmla="*/ 1353768 w 5216262"/>
                            <a:gd name="connsiteY100" fmla="*/ 367569 h 4877342"/>
                            <a:gd name="connsiteX101" fmla="*/ 1353768 w 5216262"/>
                            <a:gd name="connsiteY101" fmla="*/ 0 h 4877342"/>
                            <a:gd name="connsiteX102" fmla="*/ 2242555 w 5216262"/>
                            <a:gd name="connsiteY102" fmla="*/ 888788 h 4877342"/>
                            <a:gd name="connsiteX103" fmla="*/ 1353768 w 5216262"/>
                            <a:gd name="connsiteY103" fmla="*/ 1777575 h 4877342"/>
                            <a:gd name="connsiteX104" fmla="*/ 1353768 w 5216262"/>
                            <a:gd name="connsiteY104" fmla="*/ 1777565 h 4877342"/>
                            <a:gd name="connsiteX105" fmla="*/ 870955 w 5216262"/>
                            <a:gd name="connsiteY105" fmla="*/ 1629423 h 4877342"/>
                            <a:gd name="connsiteX106" fmla="*/ 316839 w 5216262"/>
                            <a:gd name="connsiteY106" fmla="*/ 2183538 h 4877342"/>
                            <a:gd name="connsiteX107" fmla="*/ 53501 w 5216262"/>
                            <a:gd name="connsiteY107" fmla="*/ 2183538 h 4877342"/>
                            <a:gd name="connsiteX108" fmla="*/ 53501 w 5216262"/>
                            <a:gd name="connsiteY108" fmla="*/ 1920201 h 4877342"/>
                            <a:gd name="connsiteX109" fmla="*/ 607618 w 5216262"/>
                            <a:gd name="connsiteY109" fmla="*/ 1371562 h 4877342"/>
                            <a:gd name="connsiteX110" fmla="*/ 464981 w 5216262"/>
                            <a:gd name="connsiteY110" fmla="*/ 888749 h 4877342"/>
                            <a:gd name="connsiteX111" fmla="*/ 1353768 w 5216262"/>
                            <a:gd name="connsiteY111" fmla="*/ 0 h 487734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</a:cxnLst>
                          <a:rect l="l" t="t" r="r" b="b"/>
                          <a:pathLst>
                            <a:path w="5216262" h="4877342">
                              <a:moveTo>
                                <a:pt x="3142334" y="3527776"/>
                              </a:moveTo>
                              <a:cubicBezTo>
                                <a:pt x="3038083" y="3527776"/>
                                <a:pt x="2955807" y="3610052"/>
                                <a:pt x="2955807" y="3714304"/>
                              </a:cubicBezTo>
                              <a:cubicBezTo>
                                <a:pt x="2955807" y="3818555"/>
                                <a:pt x="3038083" y="3900831"/>
                                <a:pt x="3142334" y="3900831"/>
                              </a:cubicBezTo>
                              <a:cubicBezTo>
                                <a:pt x="3246586" y="3900831"/>
                                <a:pt x="3328901" y="3818555"/>
                                <a:pt x="3328862" y="3714304"/>
                              </a:cubicBezTo>
                              <a:cubicBezTo>
                                <a:pt x="3328862" y="3610052"/>
                                <a:pt x="3246586" y="3527776"/>
                                <a:pt x="3142334" y="3527776"/>
                              </a:cubicBezTo>
                              <a:close/>
                              <a:moveTo>
                                <a:pt x="2319395" y="2446945"/>
                              </a:moveTo>
                              <a:cubicBezTo>
                                <a:pt x="2341321" y="2463395"/>
                                <a:pt x="2363286" y="2479854"/>
                                <a:pt x="2385222" y="2490836"/>
                              </a:cubicBezTo>
                              <a:lnTo>
                                <a:pt x="2385182" y="2787043"/>
                              </a:lnTo>
                              <a:cubicBezTo>
                                <a:pt x="2385182" y="2820001"/>
                                <a:pt x="2363247" y="2841927"/>
                                <a:pt x="2335815" y="2841927"/>
                              </a:cubicBezTo>
                              <a:lnTo>
                                <a:pt x="2061495" y="2841927"/>
                              </a:lnTo>
                              <a:cubicBezTo>
                                <a:pt x="2028537" y="2841927"/>
                                <a:pt x="2006611" y="2814485"/>
                                <a:pt x="2006611" y="2787043"/>
                              </a:cubicBezTo>
                              <a:lnTo>
                                <a:pt x="2006611" y="2523706"/>
                              </a:lnTo>
                              <a:lnTo>
                                <a:pt x="2045035" y="2523706"/>
                              </a:lnTo>
                              <a:cubicBezTo>
                                <a:pt x="2083460" y="2523706"/>
                                <a:pt x="2121845" y="2512762"/>
                                <a:pt x="2160270" y="2501780"/>
                              </a:cubicBezTo>
                              <a:close/>
                              <a:moveTo>
                                <a:pt x="2994222" y="2309775"/>
                              </a:moveTo>
                              <a:lnTo>
                                <a:pt x="3016158" y="2315252"/>
                              </a:lnTo>
                              <a:lnTo>
                                <a:pt x="3016158" y="2787082"/>
                              </a:lnTo>
                              <a:cubicBezTo>
                                <a:pt x="3016158" y="2820030"/>
                                <a:pt x="2994222" y="2841965"/>
                                <a:pt x="2966790" y="2841965"/>
                              </a:cubicBezTo>
                              <a:lnTo>
                                <a:pt x="2692470" y="2841965"/>
                              </a:lnTo>
                              <a:cubicBezTo>
                                <a:pt x="2659512" y="2841965"/>
                                <a:pt x="2637586" y="2814524"/>
                                <a:pt x="2637586" y="2787082"/>
                              </a:cubicBezTo>
                              <a:lnTo>
                                <a:pt x="2637586" y="2518238"/>
                              </a:lnTo>
                              <a:lnTo>
                                <a:pt x="2637596" y="2518238"/>
                              </a:lnTo>
                              <a:cubicBezTo>
                                <a:pt x="2670505" y="2512762"/>
                                <a:pt x="2697946" y="2496312"/>
                                <a:pt x="2725378" y="2485359"/>
                              </a:cubicBezTo>
                              <a:close/>
                              <a:moveTo>
                                <a:pt x="3592210" y="2128743"/>
                              </a:moveTo>
                              <a:lnTo>
                                <a:pt x="3614146" y="2150669"/>
                              </a:lnTo>
                              <a:cubicBezTo>
                                <a:pt x="3625129" y="2156146"/>
                                <a:pt x="3641588" y="2167128"/>
                                <a:pt x="3652570" y="2172595"/>
                              </a:cubicBezTo>
                              <a:lnTo>
                                <a:pt x="3652570" y="2787062"/>
                              </a:lnTo>
                              <a:cubicBezTo>
                                <a:pt x="3652570" y="2820020"/>
                                <a:pt x="3630635" y="2841946"/>
                                <a:pt x="3603203" y="2841946"/>
                              </a:cubicBezTo>
                              <a:lnTo>
                                <a:pt x="3328882" y="2841946"/>
                              </a:lnTo>
                              <a:cubicBezTo>
                                <a:pt x="3295925" y="2841946"/>
                                <a:pt x="3273999" y="2814504"/>
                                <a:pt x="3273999" y="2787062"/>
                              </a:cubicBezTo>
                              <a:lnTo>
                                <a:pt x="3273999" y="2348140"/>
                              </a:lnTo>
                              <a:cubicBezTo>
                                <a:pt x="3334349" y="2337197"/>
                                <a:pt x="3394700" y="2309765"/>
                                <a:pt x="3438601" y="2265864"/>
                              </a:cubicBezTo>
                              <a:close/>
                              <a:moveTo>
                                <a:pt x="4289003" y="1887303"/>
                              </a:moveTo>
                              <a:lnTo>
                                <a:pt x="4289003" y="2787073"/>
                              </a:lnTo>
                              <a:cubicBezTo>
                                <a:pt x="4289003" y="2820020"/>
                                <a:pt x="4267067" y="2841956"/>
                                <a:pt x="4239635" y="2841956"/>
                              </a:cubicBezTo>
                              <a:lnTo>
                                <a:pt x="3965314" y="2841956"/>
                              </a:lnTo>
                              <a:cubicBezTo>
                                <a:pt x="3932357" y="2841956"/>
                                <a:pt x="3910431" y="2814514"/>
                                <a:pt x="3910431" y="2787073"/>
                              </a:cubicBezTo>
                              <a:lnTo>
                                <a:pt x="3915898" y="2787073"/>
                              </a:lnTo>
                              <a:lnTo>
                                <a:pt x="3915937" y="2200008"/>
                              </a:lnTo>
                              <a:cubicBezTo>
                                <a:pt x="3965305" y="2189065"/>
                                <a:pt x="4014673" y="2161633"/>
                                <a:pt x="4058574" y="2117732"/>
                              </a:cubicBezTo>
                              <a:close/>
                              <a:moveTo>
                                <a:pt x="4247151" y="1338653"/>
                              </a:moveTo>
                              <a:cubicBezTo>
                                <a:pt x="4276646" y="1338653"/>
                                <a:pt x="4305457" y="1349626"/>
                                <a:pt x="4327407" y="1371571"/>
                              </a:cubicBezTo>
                              <a:cubicBezTo>
                                <a:pt x="4371298" y="1420939"/>
                                <a:pt x="4371298" y="1492282"/>
                                <a:pt x="4327407" y="1536173"/>
                              </a:cubicBezTo>
                              <a:lnTo>
                                <a:pt x="3899458" y="1969579"/>
                              </a:lnTo>
                              <a:cubicBezTo>
                                <a:pt x="3861034" y="2013480"/>
                                <a:pt x="3795216" y="2013480"/>
                                <a:pt x="3751315" y="1980562"/>
                              </a:cubicBezTo>
                              <a:lnTo>
                                <a:pt x="3581257" y="1848878"/>
                              </a:lnTo>
                              <a:lnTo>
                                <a:pt x="3295954" y="2101272"/>
                              </a:lnTo>
                              <a:cubicBezTo>
                                <a:pt x="3268502" y="2128714"/>
                                <a:pt x="3230117" y="2139697"/>
                                <a:pt x="3191693" y="2128714"/>
                              </a:cubicBezTo>
                              <a:lnTo>
                                <a:pt x="2955807" y="2068364"/>
                              </a:lnTo>
                              <a:lnTo>
                                <a:pt x="2604668" y="2298793"/>
                              </a:lnTo>
                              <a:cubicBezTo>
                                <a:pt x="2555261" y="2331701"/>
                                <a:pt x="2494949" y="2320758"/>
                                <a:pt x="2456525" y="2282334"/>
                              </a:cubicBezTo>
                              <a:lnTo>
                                <a:pt x="2374248" y="2194541"/>
                              </a:lnTo>
                              <a:lnTo>
                                <a:pt x="2083469" y="2298793"/>
                              </a:lnTo>
                              <a:cubicBezTo>
                                <a:pt x="2061504" y="2304269"/>
                                <a:pt x="2045045" y="2304269"/>
                                <a:pt x="2028586" y="2304269"/>
                              </a:cubicBezTo>
                              <a:cubicBezTo>
                                <a:pt x="1990210" y="2298793"/>
                                <a:pt x="1951786" y="2271361"/>
                                <a:pt x="1935327" y="2227460"/>
                              </a:cubicBezTo>
                              <a:lnTo>
                                <a:pt x="1935327" y="2227450"/>
                              </a:lnTo>
                              <a:cubicBezTo>
                                <a:pt x="1913401" y="2167090"/>
                                <a:pt x="1946309" y="2101263"/>
                                <a:pt x="2006660" y="2084813"/>
                              </a:cubicBezTo>
                              <a:lnTo>
                                <a:pt x="2368772" y="1953130"/>
                              </a:lnTo>
                              <a:cubicBezTo>
                                <a:pt x="2412663" y="1936671"/>
                                <a:pt x="2456564" y="1947653"/>
                                <a:pt x="2489473" y="1980572"/>
                              </a:cubicBezTo>
                              <a:lnTo>
                                <a:pt x="2555300" y="2051905"/>
                              </a:lnTo>
                              <a:lnTo>
                                <a:pt x="2868005" y="1848878"/>
                              </a:lnTo>
                              <a:cubicBezTo>
                                <a:pt x="2895447" y="1832419"/>
                                <a:pt x="2928355" y="1826952"/>
                                <a:pt x="2961264" y="1832419"/>
                              </a:cubicBezTo>
                              <a:lnTo>
                                <a:pt x="3186216" y="1887303"/>
                              </a:lnTo>
                              <a:lnTo>
                                <a:pt x="3487939" y="1612983"/>
                              </a:lnTo>
                              <a:cubicBezTo>
                                <a:pt x="3531840" y="1574598"/>
                                <a:pt x="3592190" y="1574598"/>
                                <a:pt x="3636081" y="1607506"/>
                              </a:cubicBezTo>
                              <a:lnTo>
                                <a:pt x="3800683" y="1733684"/>
                              </a:lnTo>
                              <a:lnTo>
                                <a:pt x="4162795" y="1371571"/>
                              </a:lnTo>
                              <a:cubicBezTo>
                                <a:pt x="4187479" y="1349626"/>
                                <a:pt x="4217657" y="1338653"/>
                                <a:pt x="4247151" y="1338653"/>
                              </a:cubicBezTo>
                              <a:close/>
                              <a:moveTo>
                                <a:pt x="2566262" y="630937"/>
                              </a:moveTo>
                              <a:lnTo>
                                <a:pt x="5035143" y="630937"/>
                              </a:lnTo>
                              <a:lnTo>
                                <a:pt x="5104325" y="644392"/>
                              </a:lnTo>
                              <a:cubicBezTo>
                                <a:pt x="5167858" y="670363"/>
                                <a:pt x="5212103" y="731045"/>
                                <a:pt x="5216262" y="800967"/>
                              </a:cubicBezTo>
                              <a:lnTo>
                                <a:pt x="5216262" y="3928214"/>
                              </a:lnTo>
                              <a:cubicBezTo>
                                <a:pt x="5216262" y="4026989"/>
                                <a:pt x="5133937" y="4103799"/>
                                <a:pt x="5040678" y="4103799"/>
                              </a:cubicBezTo>
                              <a:lnTo>
                                <a:pt x="3745887" y="4103799"/>
                              </a:lnTo>
                              <a:lnTo>
                                <a:pt x="4140908" y="4614014"/>
                              </a:lnTo>
                              <a:cubicBezTo>
                                <a:pt x="4173817" y="4663382"/>
                                <a:pt x="4184809" y="4729199"/>
                                <a:pt x="4157367" y="4784083"/>
                              </a:cubicBezTo>
                              <a:cubicBezTo>
                                <a:pt x="4129925" y="4844434"/>
                                <a:pt x="4069575" y="4877342"/>
                                <a:pt x="4009225" y="4877342"/>
                              </a:cubicBezTo>
                              <a:lnTo>
                                <a:pt x="2275522" y="4877342"/>
                              </a:lnTo>
                              <a:cubicBezTo>
                                <a:pt x="2215162" y="4877342"/>
                                <a:pt x="2160327" y="4838957"/>
                                <a:pt x="2132886" y="4784083"/>
                              </a:cubicBezTo>
                              <a:cubicBezTo>
                                <a:pt x="2105444" y="4729248"/>
                                <a:pt x="2110920" y="4663382"/>
                                <a:pt x="2149335" y="4614014"/>
                              </a:cubicBezTo>
                              <a:lnTo>
                                <a:pt x="2544356" y="4103799"/>
                              </a:lnTo>
                              <a:lnTo>
                                <a:pt x="1249566" y="4103799"/>
                              </a:lnTo>
                              <a:cubicBezTo>
                                <a:pt x="1150791" y="4103799"/>
                                <a:pt x="1073981" y="4021473"/>
                                <a:pt x="1073981" y="3928214"/>
                              </a:cubicBezTo>
                              <a:lnTo>
                                <a:pt x="1073981" y="2095757"/>
                              </a:lnTo>
                              <a:cubicBezTo>
                                <a:pt x="1161773" y="2117683"/>
                                <a:pt x="1255042" y="2128665"/>
                                <a:pt x="1348301" y="2128665"/>
                              </a:cubicBezTo>
                              <a:cubicBezTo>
                                <a:pt x="1375743" y="2128665"/>
                                <a:pt x="1403185" y="2128665"/>
                                <a:pt x="1425111" y="2123199"/>
                              </a:cubicBezTo>
                              <a:lnTo>
                                <a:pt x="1425111" y="3204020"/>
                              </a:lnTo>
                              <a:lnTo>
                                <a:pt x="4859597" y="3204049"/>
                              </a:lnTo>
                              <a:lnTo>
                                <a:pt x="4859597" y="982068"/>
                              </a:lnTo>
                              <a:lnTo>
                                <a:pt x="2588227" y="982068"/>
                              </a:lnTo>
                              <a:cubicBezTo>
                                <a:pt x="2593704" y="949149"/>
                                <a:pt x="2593704" y="921707"/>
                                <a:pt x="2593704" y="888799"/>
                              </a:cubicBezTo>
                              <a:cubicBezTo>
                                <a:pt x="2593704" y="801007"/>
                                <a:pt x="2582722" y="713213"/>
                                <a:pt x="2566262" y="630937"/>
                              </a:cubicBezTo>
                              <a:close/>
                              <a:moveTo>
                                <a:pt x="5035132" y="630935"/>
                              </a:moveTo>
                              <a:lnTo>
                                <a:pt x="5035143" y="630937"/>
                              </a:lnTo>
                              <a:lnTo>
                                <a:pt x="5035143" y="630937"/>
                              </a:lnTo>
                              <a:close/>
                              <a:moveTo>
                                <a:pt x="1353768" y="367569"/>
                              </a:moveTo>
                              <a:cubicBezTo>
                                <a:pt x="1068466" y="367569"/>
                                <a:pt x="832560" y="603505"/>
                                <a:pt x="838037" y="883302"/>
                              </a:cubicBezTo>
                              <a:cubicBezTo>
                                <a:pt x="838037" y="1168604"/>
                                <a:pt x="1068466" y="1399032"/>
                                <a:pt x="1353768" y="1399032"/>
                              </a:cubicBezTo>
                              <a:cubicBezTo>
                                <a:pt x="1639071" y="1399032"/>
                                <a:pt x="1869500" y="1168604"/>
                                <a:pt x="1869500" y="883302"/>
                              </a:cubicBezTo>
                              <a:cubicBezTo>
                                <a:pt x="1869500" y="597998"/>
                                <a:pt x="1639071" y="367569"/>
                                <a:pt x="1353768" y="367569"/>
                              </a:cubicBezTo>
                              <a:close/>
                              <a:moveTo>
                                <a:pt x="1353768" y="0"/>
                              </a:moveTo>
                              <a:cubicBezTo>
                                <a:pt x="1842058" y="0"/>
                                <a:pt x="2242555" y="400497"/>
                                <a:pt x="2242555" y="888788"/>
                              </a:cubicBezTo>
                              <a:cubicBezTo>
                                <a:pt x="2242555" y="1377078"/>
                                <a:pt x="1842058" y="1777575"/>
                                <a:pt x="1353768" y="1777575"/>
                              </a:cubicBezTo>
                              <a:lnTo>
                                <a:pt x="1353768" y="1777565"/>
                              </a:lnTo>
                              <a:cubicBezTo>
                                <a:pt x="1172717" y="1777565"/>
                                <a:pt x="1008115" y="1722682"/>
                                <a:pt x="870955" y="1629423"/>
                              </a:cubicBezTo>
                              <a:lnTo>
                                <a:pt x="316839" y="2183538"/>
                              </a:lnTo>
                              <a:cubicBezTo>
                                <a:pt x="245545" y="2254871"/>
                                <a:pt x="124836" y="2254871"/>
                                <a:pt x="53501" y="2183538"/>
                              </a:cubicBezTo>
                              <a:cubicBezTo>
                                <a:pt x="-17834" y="2112245"/>
                                <a:pt x="-17834" y="1991534"/>
                                <a:pt x="53501" y="1920201"/>
                              </a:cubicBezTo>
                              <a:lnTo>
                                <a:pt x="607618" y="1371562"/>
                              </a:lnTo>
                              <a:cubicBezTo>
                                <a:pt x="519865" y="1234402"/>
                                <a:pt x="464981" y="1064333"/>
                                <a:pt x="464981" y="888749"/>
                              </a:cubicBezTo>
                              <a:cubicBezTo>
                                <a:pt x="464981" y="394982"/>
                                <a:pt x="865479" y="-38"/>
                                <a:pt x="135376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D812216-1585-3BC5-6D0D-E5C093FB5378}"/>
                  </a:ext>
                </a:extLst>
              </p:cNvPr>
              <p:cNvGrpSpPr/>
              <p:nvPr/>
            </p:nvGrpSpPr>
            <p:grpSpPr>
              <a:xfrm>
                <a:off x="7342069" y="976788"/>
                <a:ext cx="2148124" cy="5578189"/>
                <a:chOff x="7530852" y="956765"/>
                <a:chExt cx="2148124" cy="557818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E87A6DE-89EB-9599-8F00-6A67E0B78D45}"/>
                    </a:ext>
                  </a:extLst>
                </p:cNvPr>
                <p:cNvGrpSpPr/>
                <p:nvPr/>
              </p:nvGrpSpPr>
              <p:grpSpPr>
                <a:xfrm>
                  <a:off x="8604914" y="1838524"/>
                  <a:ext cx="1" cy="4373648"/>
                  <a:chOff x="8604914" y="1838524"/>
                  <a:chExt cx="1" cy="4373648"/>
                </a:xfrm>
              </p:grpSpPr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7ED51CD2-A2F7-A7B9-D31E-0A5D7A44FC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04914" y="1838524"/>
                    <a:ext cx="1" cy="232877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Connector 199">
                    <a:extLst>
                      <a:ext uri="{FF2B5EF4-FFF2-40B4-BE49-F238E27FC236}">
                        <a16:creationId xmlns:a16="http://schemas.microsoft.com/office/drawing/2014/main" id="{A009FBD6-292F-CD1E-58C3-4080E1A2BB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604914" y="5807486"/>
                    <a:ext cx="0" cy="404686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F384640-6F72-4B1B-75B2-F0D575E119D8}"/>
                    </a:ext>
                  </a:extLst>
                </p:cNvPr>
                <p:cNvGrpSpPr/>
                <p:nvPr/>
              </p:nvGrpSpPr>
              <p:grpSpPr>
                <a:xfrm>
                  <a:off x="7530852" y="956765"/>
                  <a:ext cx="2148124" cy="5578189"/>
                  <a:chOff x="7528275" y="939320"/>
                  <a:chExt cx="2148124" cy="5578189"/>
                </a:xfrm>
              </p:grpSpPr>
              <p:grpSp>
                <p:nvGrpSpPr>
                  <p:cNvPr id="167" name="Group 166">
                    <a:extLst>
                      <a:ext uri="{FF2B5EF4-FFF2-40B4-BE49-F238E27FC236}">
                        <a16:creationId xmlns:a16="http://schemas.microsoft.com/office/drawing/2014/main" id="{8D3B5339-AD05-037B-6DAA-D351FCAE2C22}"/>
                      </a:ext>
                    </a:extLst>
                  </p:cNvPr>
                  <p:cNvGrpSpPr/>
                  <p:nvPr/>
                </p:nvGrpSpPr>
                <p:grpSpPr>
                  <a:xfrm>
                    <a:off x="7726689" y="2056337"/>
                    <a:ext cx="1693142" cy="3819575"/>
                    <a:chOff x="7729266" y="2056337"/>
                    <a:chExt cx="1693142" cy="3819575"/>
                  </a:xfrm>
                </p:grpSpPr>
                <p:grpSp>
                  <p:nvGrpSpPr>
                    <p:cNvPr id="184" name="Group 183">
                      <a:extLst>
                        <a:ext uri="{FF2B5EF4-FFF2-40B4-BE49-F238E27FC236}">
                          <a16:creationId xmlns:a16="http://schemas.microsoft.com/office/drawing/2014/main" id="{8997A049-D722-9088-EBDD-A7095A1EC3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29266" y="2056337"/>
                      <a:ext cx="1659617" cy="532181"/>
                      <a:chOff x="7447831" y="2113147"/>
                      <a:chExt cx="1659617" cy="532181"/>
                    </a:xfrm>
                  </p:grpSpPr>
                  <p:sp>
                    <p:nvSpPr>
                      <p:cNvPr id="197" name="Rectangle 196">
                        <a:extLst>
                          <a:ext uri="{FF2B5EF4-FFF2-40B4-BE49-F238E27FC236}">
                            <a16:creationId xmlns:a16="http://schemas.microsoft.com/office/drawing/2014/main" id="{6DAEC624-B6E1-3F77-4947-82844B8E7E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2113147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8" name="TextBox 197">
                        <a:extLst>
                          <a:ext uri="{FF2B5EF4-FFF2-40B4-BE49-F238E27FC236}">
                            <a16:creationId xmlns:a16="http://schemas.microsoft.com/office/drawing/2014/main" id="{E1902761-A5EE-0FD8-AE73-2DB04E1677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447831" y="2234829"/>
                        <a:ext cx="1659617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Growth Opportunities</a:t>
                        </a:r>
                      </a:p>
                    </p:txBody>
                  </p:sp>
                </p:grpSp>
                <p:grpSp>
                  <p:nvGrpSpPr>
                    <p:cNvPr id="185" name="Group 184">
                      <a:extLst>
                        <a:ext uri="{FF2B5EF4-FFF2-40B4-BE49-F238E27FC236}">
                          <a16:creationId xmlns:a16="http://schemas.microsoft.com/office/drawing/2014/main" id="{7F060941-1799-2DE8-F0D5-90CE04A47A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0701" y="2837478"/>
                      <a:ext cx="1548426" cy="568872"/>
                      <a:chOff x="7549266" y="3021539"/>
                      <a:chExt cx="1548426" cy="568872"/>
                    </a:xfrm>
                  </p:grpSpPr>
                  <p:sp>
                    <p:nvSpPr>
                      <p:cNvPr id="195" name="Rectangle 194">
                        <a:extLst>
                          <a:ext uri="{FF2B5EF4-FFF2-40B4-BE49-F238E27FC236}">
                            <a16:creationId xmlns:a16="http://schemas.microsoft.com/office/drawing/2014/main" id="{6B1BA360-D71A-79E0-7C19-12994822BE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3039884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6" name="TextBox 195">
                        <a:extLst>
                          <a:ext uri="{FF2B5EF4-FFF2-40B4-BE49-F238E27FC236}">
                            <a16:creationId xmlns:a16="http://schemas.microsoft.com/office/drawing/2014/main" id="{A4763E63-918A-6E12-763E-6F89409622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691378" y="3021539"/>
                        <a:ext cx="1264203" cy="56887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Customer Intimacy Maximization</a:t>
                        </a:r>
                      </a:p>
                    </p:txBody>
                  </p:sp>
                </p:grpSp>
                <p:grpSp>
                  <p:nvGrpSpPr>
                    <p:cNvPr id="186" name="Group 185">
                      <a:extLst>
                        <a:ext uri="{FF2B5EF4-FFF2-40B4-BE49-F238E27FC236}">
                          <a16:creationId xmlns:a16="http://schemas.microsoft.com/office/drawing/2014/main" id="{92726195-3EC9-7C81-2B97-844D1A2057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0701" y="3636964"/>
                      <a:ext cx="1548426" cy="568872"/>
                      <a:chOff x="7549266" y="3792422"/>
                      <a:chExt cx="1548426" cy="568872"/>
                    </a:xfrm>
                  </p:grpSpPr>
                  <p:sp>
                    <p:nvSpPr>
                      <p:cNvPr id="193" name="Rectangle 192">
                        <a:extLst>
                          <a:ext uri="{FF2B5EF4-FFF2-40B4-BE49-F238E27FC236}">
                            <a16:creationId xmlns:a16="http://schemas.microsoft.com/office/drawing/2014/main" id="{60891BAC-AF66-9C21-1A79-161020EC03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3810767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4" name="TextBox 193">
                        <a:extLst>
                          <a:ext uri="{FF2B5EF4-FFF2-40B4-BE49-F238E27FC236}">
                            <a16:creationId xmlns:a16="http://schemas.microsoft.com/office/drawing/2014/main" id="{63D699FE-58D0-CE79-BBE5-75FAD5713FF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690620" y="3792422"/>
                        <a:ext cx="1265717" cy="56887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Stockholder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Value Maximization</a:t>
                        </a:r>
                      </a:p>
                    </p:txBody>
                  </p:sp>
                </p:grpSp>
                <p:grpSp>
                  <p:nvGrpSpPr>
                    <p:cNvPr id="187" name="Group 186">
                      <a:extLst>
                        <a:ext uri="{FF2B5EF4-FFF2-40B4-BE49-F238E27FC236}">
                          <a16:creationId xmlns:a16="http://schemas.microsoft.com/office/drawing/2014/main" id="{B944BFCE-904B-3951-06CD-3BEA577F171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0701" y="4454795"/>
                      <a:ext cx="1548426" cy="532181"/>
                      <a:chOff x="7549266" y="4581650"/>
                      <a:chExt cx="1548426" cy="532181"/>
                    </a:xfrm>
                  </p:grpSpPr>
                  <p:sp>
                    <p:nvSpPr>
                      <p:cNvPr id="191" name="Rectangle 190">
                        <a:extLst>
                          <a:ext uri="{FF2B5EF4-FFF2-40B4-BE49-F238E27FC236}">
                            <a16:creationId xmlns:a16="http://schemas.microsoft.com/office/drawing/2014/main" id="{744ED7B8-26BF-162D-76EF-99CBB0EEC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4581650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2" name="TextBox 191">
                        <a:extLst>
                          <a:ext uri="{FF2B5EF4-FFF2-40B4-BE49-F238E27FC236}">
                            <a16:creationId xmlns:a16="http://schemas.microsoft.com/office/drawing/2014/main" id="{BC649B50-D9DE-5693-7B72-73F302E175E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630366" y="4634410"/>
                        <a:ext cx="1386227" cy="4266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Operational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Quality</a:t>
                        </a:r>
                      </a:p>
                    </p:txBody>
                  </p:sp>
                </p:grpSp>
                <p:grpSp>
                  <p:nvGrpSpPr>
                    <p:cNvPr id="188" name="Group 187">
                      <a:extLst>
                        <a:ext uri="{FF2B5EF4-FFF2-40B4-BE49-F238E27FC236}">
                          <a16:creationId xmlns:a16="http://schemas.microsoft.com/office/drawing/2014/main" id="{07887121-A27E-E930-9889-C274B12AE5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87420" y="5164822"/>
                      <a:ext cx="1634988" cy="711090"/>
                      <a:chOff x="7508646" y="5263077"/>
                      <a:chExt cx="1634988" cy="711090"/>
                    </a:xfrm>
                  </p:grpSpPr>
                  <p:sp>
                    <p:nvSpPr>
                      <p:cNvPr id="189" name="Rectangle 188">
                        <a:extLst>
                          <a:ext uri="{FF2B5EF4-FFF2-40B4-BE49-F238E27FC236}">
                            <a16:creationId xmlns:a16="http://schemas.microsoft.com/office/drawing/2014/main" id="{798F616B-FDA3-85D6-1FDB-7AEB39FEEE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51927" y="5352534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0" name="TextBox 189">
                        <a:extLst>
                          <a:ext uri="{FF2B5EF4-FFF2-40B4-BE49-F238E27FC236}">
                            <a16:creationId xmlns:a16="http://schemas.microsoft.com/office/drawing/2014/main" id="{AF02F965-9545-2808-565F-315B128FC89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508646" y="5263077"/>
                        <a:ext cx="1634988" cy="71109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Integration of Technology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and Human Resource</a:t>
                        </a:r>
                      </a:p>
                    </p:txBody>
                  </p:sp>
                </p:grpSp>
              </p:grpSp>
              <p:grpSp>
                <p:nvGrpSpPr>
                  <p:cNvPr id="168" name="Group 167">
                    <a:extLst>
                      <a:ext uri="{FF2B5EF4-FFF2-40B4-BE49-F238E27FC236}">
                        <a16:creationId xmlns:a16="http://schemas.microsoft.com/office/drawing/2014/main" id="{076B1410-10CB-7CEE-55E1-BE9B1F16223D}"/>
                      </a:ext>
                    </a:extLst>
                  </p:cNvPr>
                  <p:cNvGrpSpPr/>
                  <p:nvPr/>
                </p:nvGrpSpPr>
                <p:grpSpPr>
                  <a:xfrm>
                    <a:off x="7549440" y="6125624"/>
                    <a:ext cx="2105795" cy="391885"/>
                    <a:chOff x="7422331" y="6175564"/>
                    <a:chExt cx="2105795" cy="391885"/>
                  </a:xfrm>
                </p:grpSpPr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93B9289C-9A56-83B3-B392-B31DCCD3E9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331" y="6175564"/>
                      <a:ext cx="2105795" cy="39188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AE8A47DA-DF19-144E-30CF-6B4B838C24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31851" y="6217435"/>
                      <a:ext cx="1886754" cy="308139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</p:spPr>
                  <p:txBody>
                    <a:bodyPr wrap="square" anchor="ctr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Strategy by Discipline</a:t>
                      </a:r>
                    </a:p>
                  </p:txBody>
                </p:sp>
              </p:grpSp>
              <p:grpSp>
                <p:nvGrpSpPr>
                  <p:cNvPr id="169" name="Group 168">
                    <a:extLst>
                      <a:ext uri="{FF2B5EF4-FFF2-40B4-BE49-F238E27FC236}">
                        <a16:creationId xmlns:a16="http://schemas.microsoft.com/office/drawing/2014/main" id="{15CC7FEF-430E-5C0A-051E-1A9B448F8657}"/>
                      </a:ext>
                    </a:extLst>
                  </p:cNvPr>
                  <p:cNvGrpSpPr/>
                  <p:nvPr/>
                </p:nvGrpSpPr>
                <p:grpSpPr>
                  <a:xfrm>
                    <a:off x="7528275" y="939320"/>
                    <a:ext cx="2148124" cy="1003263"/>
                    <a:chOff x="7338849" y="983255"/>
                    <a:chExt cx="2148124" cy="1003263"/>
                  </a:xfrm>
                </p:grpSpPr>
                <p:grpSp>
                  <p:nvGrpSpPr>
                    <p:cNvPr id="170" name="Group 169">
                      <a:extLst>
                        <a:ext uri="{FF2B5EF4-FFF2-40B4-BE49-F238E27FC236}">
                          <a16:creationId xmlns:a16="http://schemas.microsoft.com/office/drawing/2014/main" id="{F551CA33-1B5A-9AE8-7A39-3954991EF4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338849" y="1267148"/>
                      <a:ext cx="2148124" cy="719370"/>
                      <a:chOff x="7307106" y="1324298"/>
                      <a:chExt cx="2148124" cy="719370"/>
                    </a:xfrm>
                  </p:grpSpPr>
                  <p:sp>
                    <p:nvSpPr>
                      <p:cNvPr id="179" name="Google Shape;83409;p3921">
                        <a:extLst>
                          <a:ext uri="{FF2B5EF4-FFF2-40B4-BE49-F238E27FC236}">
                            <a16:creationId xmlns:a16="http://schemas.microsoft.com/office/drawing/2014/main" id="{1885DF1D-A9CB-D95F-445F-4D36A776A8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28271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0" name="Google Shape;83415;p3921">
                        <a:extLst>
                          <a:ext uri="{FF2B5EF4-FFF2-40B4-BE49-F238E27FC236}">
                            <a16:creationId xmlns:a16="http://schemas.microsoft.com/office/drawing/2014/main" id="{5AF953D0-92D0-5545-BA97-5BDFF206BC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07106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1" name="TextBox 180">
                        <a:extLst>
                          <a:ext uri="{FF2B5EF4-FFF2-40B4-BE49-F238E27FC236}">
                            <a16:creationId xmlns:a16="http://schemas.microsoft.com/office/drawing/2014/main" id="{627982DB-58A7-0629-98D5-A63623D52A1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469131" y="1391441"/>
                        <a:ext cx="1824075" cy="585079"/>
                      </a:xfrm>
                      <a:prstGeom prst="rect">
                        <a:avLst/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uLnTx/>
                            <a:uFillTx/>
                            <a:latin typeface="Franklin Gothic Book" panose="020B0503020102020204" pitchFamily="34" charset="0"/>
                          </a:rPr>
                          <a:t>Strategic Imperatives to Achieve Goals</a:t>
                        </a:r>
                      </a:p>
                    </p:txBody>
                  </p:sp>
                </p:grpSp>
                <p:grpSp>
                  <p:nvGrpSpPr>
                    <p:cNvPr id="171" name="Group 170">
                      <a:extLst>
                        <a:ext uri="{FF2B5EF4-FFF2-40B4-BE49-F238E27FC236}">
                          <a16:creationId xmlns:a16="http://schemas.microsoft.com/office/drawing/2014/main" id="{0D86C55A-470C-FF20-B678-69E86B3C50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64832" y="983255"/>
                      <a:ext cx="896159" cy="372147"/>
                      <a:chOff x="7964832" y="983255"/>
                      <a:chExt cx="896159" cy="372147"/>
                    </a:xfrm>
                  </p:grpSpPr>
                  <p:grpSp>
                    <p:nvGrpSpPr>
                      <p:cNvPr id="172" name="Google Shape;83411;p3921">
                        <a:extLst>
                          <a:ext uri="{FF2B5EF4-FFF2-40B4-BE49-F238E27FC236}">
                            <a16:creationId xmlns:a16="http://schemas.microsoft.com/office/drawing/2014/main" id="{FE4B14BB-7DED-B5E2-A99A-91A45791606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64832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176" name="Google Shape;83412;p3921">
                          <a:extLst>
                            <a:ext uri="{FF2B5EF4-FFF2-40B4-BE49-F238E27FC236}">
                              <a16:creationId xmlns:a16="http://schemas.microsoft.com/office/drawing/2014/main" id="{898AFEEB-0D04-6C20-3757-9213F54288E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7" name="Google Shape;83413;p3921">
                          <a:extLst>
                            <a:ext uri="{FF2B5EF4-FFF2-40B4-BE49-F238E27FC236}">
                              <a16:creationId xmlns:a16="http://schemas.microsoft.com/office/drawing/2014/main" id="{DE5046DC-1817-EC55-019C-F12EEE33DEF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8" name="Google Shape;83414;p3921">
                          <a:extLst>
                            <a:ext uri="{FF2B5EF4-FFF2-40B4-BE49-F238E27FC236}">
                              <a16:creationId xmlns:a16="http://schemas.microsoft.com/office/drawing/2014/main" id="{7132D748-D452-E479-BD2F-1178E854A0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73" name="Group 172">
                        <a:extLst>
                          <a:ext uri="{FF2B5EF4-FFF2-40B4-BE49-F238E27FC236}">
                            <a16:creationId xmlns:a16="http://schemas.microsoft.com/office/drawing/2014/main" id="{576158A9-8026-D8D9-B321-119FD1352B1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26838" y="983255"/>
                        <a:ext cx="372147" cy="372147"/>
                        <a:chOff x="8226838" y="983255"/>
                        <a:chExt cx="372147" cy="372147"/>
                      </a:xfrm>
                    </p:grpSpPr>
                    <p:sp>
                      <p:nvSpPr>
                        <p:cNvPr id="174" name="Google Shape;83463;p3921">
                          <a:extLst>
                            <a:ext uri="{FF2B5EF4-FFF2-40B4-BE49-F238E27FC236}">
                              <a16:creationId xmlns:a16="http://schemas.microsoft.com/office/drawing/2014/main" id="{964DD061-EE3D-C412-FDC8-46DC403B15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26838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5" name="Freeform: Shape 212">
                          <a:extLst>
                            <a:ext uri="{FF2B5EF4-FFF2-40B4-BE49-F238E27FC236}">
                              <a16:creationId xmlns:a16="http://schemas.microsoft.com/office/drawing/2014/main" id="{806A79C0-50AB-BE20-7C47-B8F1FD1856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315749" y="1064692"/>
                          <a:ext cx="194324" cy="209272"/>
                        </a:xfrm>
                        <a:custGeom>
                          <a:avLst/>
                          <a:gdLst>
                            <a:gd name="connsiteX0" fmla="*/ 3943350 w 4457700"/>
                            <a:gd name="connsiteY0" fmla="*/ 1034872 h 4800599"/>
                            <a:gd name="connsiteX1" fmla="*/ 4457700 w 4457700"/>
                            <a:gd name="connsiteY1" fmla="*/ 1034872 h 4800599"/>
                            <a:gd name="connsiteX2" fmla="*/ 4457700 w 4457700"/>
                            <a:gd name="connsiteY2" fmla="*/ 3429098 h 4800599"/>
                            <a:gd name="connsiteX3" fmla="*/ 3943350 w 4457700"/>
                            <a:gd name="connsiteY3" fmla="*/ 3429098 h 4800599"/>
                            <a:gd name="connsiteX4" fmla="*/ 3943350 w 4457700"/>
                            <a:gd name="connsiteY4" fmla="*/ 3686175 h 4800599"/>
                            <a:gd name="connsiteX5" fmla="*/ 3952383 w 4457700"/>
                            <a:gd name="connsiteY5" fmla="*/ 3724521 h 4800599"/>
                            <a:gd name="connsiteX6" fmla="*/ 4123833 w 4457700"/>
                            <a:gd name="connsiteY6" fmla="*/ 4067421 h 4800599"/>
                            <a:gd name="connsiteX7" fmla="*/ 4200525 w 4457700"/>
                            <a:gd name="connsiteY7" fmla="*/ 4114839 h 4800599"/>
                            <a:gd name="connsiteX8" fmla="*/ 4277217 w 4457700"/>
                            <a:gd name="connsiteY8" fmla="*/ 4067421 h 4800599"/>
                            <a:gd name="connsiteX9" fmla="*/ 4448667 w 4457700"/>
                            <a:gd name="connsiteY9" fmla="*/ 3724521 h 4800599"/>
                            <a:gd name="connsiteX10" fmla="*/ 4457700 w 4457700"/>
                            <a:gd name="connsiteY10" fmla="*/ 3686175 h 4800599"/>
                            <a:gd name="connsiteX11" fmla="*/ 4457700 w 4457700"/>
                            <a:gd name="connsiteY11" fmla="*/ 3600450 h 4800599"/>
                            <a:gd name="connsiteX12" fmla="*/ 3943350 w 4457700"/>
                            <a:gd name="connsiteY12" fmla="*/ 3600450 h 4800599"/>
                            <a:gd name="connsiteX13" fmla="*/ 4286250 w 4457700"/>
                            <a:gd name="connsiteY13" fmla="*/ 514350 h 4800599"/>
                            <a:gd name="connsiteX14" fmla="*/ 4114800 w 4457700"/>
                            <a:gd name="connsiteY14" fmla="*/ 514350 h 4800599"/>
                            <a:gd name="connsiteX15" fmla="*/ 3993639 w 4457700"/>
                            <a:gd name="connsiteY15" fmla="*/ 564637 h 4800599"/>
                            <a:gd name="connsiteX16" fmla="*/ 3943350 w 4457700"/>
                            <a:gd name="connsiteY16" fmla="*/ 685800 h 4800599"/>
                            <a:gd name="connsiteX17" fmla="*/ 3943350 w 4457700"/>
                            <a:gd name="connsiteY17" fmla="*/ 863373 h 4800599"/>
                            <a:gd name="connsiteX18" fmla="*/ 4457700 w 4457700"/>
                            <a:gd name="connsiteY18" fmla="*/ 863373 h 4800599"/>
                            <a:gd name="connsiteX19" fmla="*/ 4457700 w 4457700"/>
                            <a:gd name="connsiteY19" fmla="*/ 685800 h 4800599"/>
                            <a:gd name="connsiteX20" fmla="*/ 4407412 w 4457700"/>
                            <a:gd name="connsiteY20" fmla="*/ 564637 h 4800599"/>
                            <a:gd name="connsiteX21" fmla="*/ 4286250 w 4457700"/>
                            <a:gd name="connsiteY21" fmla="*/ 514350 h 4800599"/>
                            <a:gd name="connsiteX22" fmla="*/ 685800 w 4457700"/>
                            <a:gd name="connsiteY22" fmla="*/ 4750439 h 4800599"/>
                            <a:gd name="connsiteX23" fmla="*/ 685800 w 4457700"/>
                            <a:gd name="connsiteY23" fmla="*/ 4114849 h 4800599"/>
                            <a:gd name="connsiteX24" fmla="*/ 50210 w 4457700"/>
                            <a:gd name="connsiteY24" fmla="*/ 4114849 h 4800599"/>
                            <a:gd name="connsiteX25" fmla="*/ 942975 w 4457700"/>
                            <a:gd name="connsiteY25" fmla="*/ 1543050 h 4800599"/>
                            <a:gd name="connsiteX26" fmla="*/ 1124830 w 4457700"/>
                            <a:gd name="connsiteY26" fmla="*/ 1467739 h 4800599"/>
                            <a:gd name="connsiteX27" fmla="*/ 1200140 w 4457700"/>
                            <a:gd name="connsiteY27" fmla="*/ 1285875 h 4800599"/>
                            <a:gd name="connsiteX28" fmla="*/ 1124830 w 4457700"/>
                            <a:gd name="connsiteY28" fmla="*/ 1104020 h 4800599"/>
                            <a:gd name="connsiteX29" fmla="*/ 942975 w 4457700"/>
                            <a:gd name="connsiteY29" fmla="*/ 1028710 h 4800599"/>
                            <a:gd name="connsiteX30" fmla="*/ 761121 w 4457700"/>
                            <a:gd name="connsiteY30" fmla="*/ 1104020 h 4800599"/>
                            <a:gd name="connsiteX31" fmla="*/ 685810 w 4457700"/>
                            <a:gd name="connsiteY31" fmla="*/ 1285875 h 4800599"/>
                            <a:gd name="connsiteX32" fmla="*/ 761199 w 4457700"/>
                            <a:gd name="connsiteY32" fmla="*/ 1467671 h 4800599"/>
                            <a:gd name="connsiteX33" fmla="*/ 942985 w 4457700"/>
                            <a:gd name="connsiteY33" fmla="*/ 1543060 h 4800599"/>
                            <a:gd name="connsiteX34" fmla="*/ 2657475 w 4457700"/>
                            <a:gd name="connsiteY34" fmla="*/ 3086100 h 4800599"/>
                            <a:gd name="connsiteX35" fmla="*/ 2475620 w 4457700"/>
                            <a:gd name="connsiteY35" fmla="*/ 3161411 h 4800599"/>
                            <a:gd name="connsiteX36" fmla="*/ 2400300 w 4457700"/>
                            <a:gd name="connsiteY36" fmla="*/ 3343275 h 4800599"/>
                            <a:gd name="connsiteX37" fmla="*/ 2475620 w 4457700"/>
                            <a:gd name="connsiteY37" fmla="*/ 3525130 h 4800599"/>
                            <a:gd name="connsiteX38" fmla="*/ 2657475 w 4457700"/>
                            <a:gd name="connsiteY38" fmla="*/ 3600440 h 4800599"/>
                            <a:gd name="connsiteX39" fmla="*/ 2839330 w 4457700"/>
                            <a:gd name="connsiteY39" fmla="*/ 3525130 h 4800599"/>
                            <a:gd name="connsiteX40" fmla="*/ 2914650 w 4457700"/>
                            <a:gd name="connsiteY40" fmla="*/ 3343275 h 4800599"/>
                            <a:gd name="connsiteX41" fmla="*/ 2839251 w 4457700"/>
                            <a:gd name="connsiteY41" fmla="*/ 3161489 h 4800599"/>
                            <a:gd name="connsiteX42" fmla="*/ 2657465 w 4457700"/>
                            <a:gd name="connsiteY42" fmla="*/ 3086090 h 4800599"/>
                            <a:gd name="connsiteX43" fmla="*/ 3600450 w 4457700"/>
                            <a:gd name="connsiteY43" fmla="*/ 85725 h 4800599"/>
                            <a:gd name="connsiteX44" fmla="*/ 3600450 w 4457700"/>
                            <a:gd name="connsiteY44" fmla="*/ 4714875 h 4800599"/>
                            <a:gd name="connsiteX45" fmla="*/ 3575350 w 4457700"/>
                            <a:gd name="connsiteY45" fmla="*/ 4775490 h 4800599"/>
                            <a:gd name="connsiteX46" fmla="*/ 3514725 w 4457700"/>
                            <a:gd name="connsiteY46" fmla="*/ 4800600 h 4800599"/>
                            <a:gd name="connsiteX47" fmla="*/ 857250 w 4457700"/>
                            <a:gd name="connsiteY47" fmla="*/ 4800600 h 4800599"/>
                            <a:gd name="connsiteX48" fmla="*/ 857250 w 4457700"/>
                            <a:gd name="connsiteY48" fmla="*/ 4029075 h 4800599"/>
                            <a:gd name="connsiteX49" fmla="*/ 832150 w 4457700"/>
                            <a:gd name="connsiteY49" fmla="*/ 3968450 h 4800599"/>
                            <a:gd name="connsiteX50" fmla="*/ 771525 w 4457700"/>
                            <a:gd name="connsiteY50" fmla="*/ 3943350 h 4800599"/>
                            <a:gd name="connsiteX51" fmla="*/ 0 w 4457700"/>
                            <a:gd name="connsiteY51" fmla="*/ 3943350 h 4800599"/>
                            <a:gd name="connsiteX52" fmla="*/ 0 w 4457700"/>
                            <a:gd name="connsiteY52" fmla="*/ 85725 h 4800599"/>
                            <a:gd name="connsiteX53" fmla="*/ 85725 w 4457700"/>
                            <a:gd name="connsiteY53" fmla="*/ 0 h 4800599"/>
                            <a:gd name="connsiteX54" fmla="*/ 3514725 w 4457700"/>
                            <a:gd name="connsiteY54" fmla="*/ 0 h 4800599"/>
                            <a:gd name="connsiteX55" fmla="*/ 3575350 w 4457700"/>
                            <a:gd name="connsiteY55" fmla="*/ 25105 h 4800599"/>
                            <a:gd name="connsiteX56" fmla="*/ 3600450 w 4457700"/>
                            <a:gd name="connsiteY56" fmla="*/ 85725 h 4800599"/>
                            <a:gd name="connsiteX57" fmla="*/ 514350 w 4457700"/>
                            <a:gd name="connsiteY57" fmla="*/ 1285875 h 4800599"/>
                            <a:gd name="connsiteX58" fmla="*/ 639871 w 4457700"/>
                            <a:gd name="connsiteY58" fmla="*/ 1588979 h 4800599"/>
                            <a:gd name="connsiteX59" fmla="*/ 942975 w 4457700"/>
                            <a:gd name="connsiteY59" fmla="*/ 1714500 h 4800599"/>
                            <a:gd name="connsiteX60" fmla="*/ 1246079 w 4457700"/>
                            <a:gd name="connsiteY60" fmla="*/ 1588979 h 4800599"/>
                            <a:gd name="connsiteX61" fmla="*/ 1371600 w 4457700"/>
                            <a:gd name="connsiteY61" fmla="*/ 1285875 h 4800599"/>
                            <a:gd name="connsiteX62" fmla="*/ 1246079 w 4457700"/>
                            <a:gd name="connsiteY62" fmla="*/ 982771 h 4800599"/>
                            <a:gd name="connsiteX63" fmla="*/ 942975 w 4457700"/>
                            <a:gd name="connsiteY63" fmla="*/ 857250 h 4800599"/>
                            <a:gd name="connsiteX64" fmla="*/ 640028 w 4457700"/>
                            <a:gd name="connsiteY64" fmla="*/ 982928 h 4800599"/>
                            <a:gd name="connsiteX65" fmla="*/ 514350 w 4457700"/>
                            <a:gd name="connsiteY65" fmla="*/ 1285875 h 4800599"/>
                            <a:gd name="connsiteX66" fmla="*/ 2571750 w 4457700"/>
                            <a:gd name="connsiteY66" fmla="*/ 1664290 h 4800599"/>
                            <a:gd name="connsiteX67" fmla="*/ 2571750 w 4457700"/>
                            <a:gd name="connsiteY67" fmla="*/ 1800225 h 4800599"/>
                            <a:gd name="connsiteX68" fmla="*/ 2496361 w 4457700"/>
                            <a:gd name="connsiteY68" fmla="*/ 1982011 h 4800599"/>
                            <a:gd name="connsiteX69" fmla="*/ 2314575 w 4457700"/>
                            <a:gd name="connsiteY69" fmla="*/ 2057400 h 4800599"/>
                            <a:gd name="connsiteX70" fmla="*/ 1285875 w 4457700"/>
                            <a:gd name="connsiteY70" fmla="*/ 2057400 h 4800599"/>
                            <a:gd name="connsiteX71" fmla="*/ 982928 w 4457700"/>
                            <a:gd name="connsiteY71" fmla="*/ 2183078 h 4800599"/>
                            <a:gd name="connsiteX72" fmla="*/ 857250 w 4457700"/>
                            <a:gd name="connsiteY72" fmla="*/ 2486025 h 4800599"/>
                            <a:gd name="connsiteX73" fmla="*/ 857250 w 4457700"/>
                            <a:gd name="connsiteY73" fmla="*/ 2657475 h 4800599"/>
                            <a:gd name="connsiteX74" fmla="*/ 942975 w 4457700"/>
                            <a:gd name="connsiteY74" fmla="*/ 2743200 h 4800599"/>
                            <a:gd name="connsiteX75" fmla="*/ 1028700 w 4457700"/>
                            <a:gd name="connsiteY75" fmla="*/ 2657475 h 4800599"/>
                            <a:gd name="connsiteX76" fmla="*/ 1028700 w 4457700"/>
                            <a:gd name="connsiteY76" fmla="*/ 2486025 h 4800599"/>
                            <a:gd name="connsiteX77" fmla="*/ 1104089 w 4457700"/>
                            <a:gd name="connsiteY77" fmla="*/ 2304239 h 4800599"/>
                            <a:gd name="connsiteX78" fmla="*/ 1285875 w 4457700"/>
                            <a:gd name="connsiteY78" fmla="*/ 2228850 h 4800599"/>
                            <a:gd name="connsiteX79" fmla="*/ 2314575 w 4457700"/>
                            <a:gd name="connsiteY79" fmla="*/ 2228850 h 4800599"/>
                            <a:gd name="connsiteX80" fmla="*/ 2617522 w 4457700"/>
                            <a:gd name="connsiteY80" fmla="*/ 2103172 h 4800599"/>
                            <a:gd name="connsiteX81" fmla="*/ 2743200 w 4457700"/>
                            <a:gd name="connsiteY81" fmla="*/ 1800225 h 4800599"/>
                            <a:gd name="connsiteX82" fmla="*/ 2743200 w 4457700"/>
                            <a:gd name="connsiteY82" fmla="*/ 1664290 h 4800599"/>
                            <a:gd name="connsiteX83" fmla="*/ 2839300 w 4457700"/>
                            <a:gd name="connsiteY83" fmla="*/ 1760390 h 4800599"/>
                            <a:gd name="connsiteX84" fmla="*/ 2900150 w 4457700"/>
                            <a:gd name="connsiteY84" fmla="*/ 1786254 h 4800599"/>
                            <a:gd name="connsiteX85" fmla="*/ 2961304 w 4457700"/>
                            <a:gd name="connsiteY85" fmla="*/ 1761154 h 4800599"/>
                            <a:gd name="connsiteX86" fmla="*/ 2986404 w 4457700"/>
                            <a:gd name="connsiteY86" fmla="*/ 1700000 h 4800599"/>
                            <a:gd name="connsiteX87" fmla="*/ 2960540 w 4457700"/>
                            <a:gd name="connsiteY87" fmla="*/ 1639150 h 4800599"/>
                            <a:gd name="connsiteX88" fmla="*/ 2718218 w 4457700"/>
                            <a:gd name="connsiteY88" fmla="*/ 1396828 h 4800599"/>
                            <a:gd name="connsiteX89" fmla="*/ 2596752 w 4457700"/>
                            <a:gd name="connsiteY89" fmla="*/ 1396828 h 4800599"/>
                            <a:gd name="connsiteX90" fmla="*/ 2354430 w 4457700"/>
                            <a:gd name="connsiteY90" fmla="*/ 1639150 h 4800599"/>
                            <a:gd name="connsiteX91" fmla="*/ 2328556 w 4457700"/>
                            <a:gd name="connsiteY91" fmla="*/ 1700000 h 4800599"/>
                            <a:gd name="connsiteX92" fmla="*/ 2353666 w 4457700"/>
                            <a:gd name="connsiteY92" fmla="*/ 1761154 h 4800599"/>
                            <a:gd name="connsiteX93" fmla="*/ 2414819 w 4457700"/>
                            <a:gd name="connsiteY93" fmla="*/ 1786254 h 4800599"/>
                            <a:gd name="connsiteX94" fmla="*/ 2475669 w 4457700"/>
                            <a:gd name="connsiteY94" fmla="*/ 1760390 h 4800599"/>
                            <a:gd name="connsiteX95" fmla="*/ 1064166 w 4457700"/>
                            <a:gd name="connsiteY95" fmla="*/ 3343324 h 4800599"/>
                            <a:gd name="connsiteX96" fmla="*/ 1346441 w 4457700"/>
                            <a:gd name="connsiteY96" fmla="*/ 3061049 h 4800599"/>
                            <a:gd name="connsiteX97" fmla="*/ 1345373 w 4457700"/>
                            <a:gd name="connsiteY97" fmla="*/ 2940877 h 4800599"/>
                            <a:gd name="connsiteX98" fmla="*/ 1225201 w 4457700"/>
                            <a:gd name="connsiteY98" fmla="*/ 2939809 h 4800599"/>
                            <a:gd name="connsiteX99" fmla="*/ 942926 w 4457700"/>
                            <a:gd name="connsiteY99" fmla="*/ 3222084 h 4800599"/>
                            <a:gd name="connsiteX100" fmla="*/ 660651 w 4457700"/>
                            <a:gd name="connsiteY100" fmla="*/ 2939809 h 4800599"/>
                            <a:gd name="connsiteX101" fmla="*/ 540479 w 4457700"/>
                            <a:gd name="connsiteY101" fmla="*/ 2940877 h 4800599"/>
                            <a:gd name="connsiteX102" fmla="*/ 539401 w 4457700"/>
                            <a:gd name="connsiteY102" fmla="*/ 3061049 h 4800599"/>
                            <a:gd name="connsiteX103" fmla="*/ 821677 w 4457700"/>
                            <a:gd name="connsiteY103" fmla="*/ 3343324 h 4800599"/>
                            <a:gd name="connsiteX104" fmla="*/ 539401 w 4457700"/>
                            <a:gd name="connsiteY104" fmla="*/ 3625599 h 4800599"/>
                            <a:gd name="connsiteX105" fmla="*/ 513263 w 4457700"/>
                            <a:gd name="connsiteY105" fmla="*/ 3686528 h 4800599"/>
                            <a:gd name="connsiteX106" fmla="*/ 538373 w 4457700"/>
                            <a:gd name="connsiteY106" fmla="*/ 3747877 h 4800599"/>
                            <a:gd name="connsiteX107" fmla="*/ 599713 w 4457700"/>
                            <a:gd name="connsiteY107" fmla="*/ 3772978 h 4800599"/>
                            <a:gd name="connsiteX108" fmla="*/ 660641 w 4457700"/>
                            <a:gd name="connsiteY108" fmla="*/ 3746839 h 4800599"/>
                            <a:gd name="connsiteX109" fmla="*/ 942916 w 4457700"/>
                            <a:gd name="connsiteY109" fmla="*/ 3464564 h 4800599"/>
                            <a:gd name="connsiteX110" fmla="*/ 1225192 w 4457700"/>
                            <a:gd name="connsiteY110" fmla="*/ 3746839 h 4800599"/>
                            <a:gd name="connsiteX111" fmla="*/ 1345363 w 4457700"/>
                            <a:gd name="connsiteY111" fmla="*/ 3745771 h 4800599"/>
                            <a:gd name="connsiteX112" fmla="*/ 1346441 w 4457700"/>
                            <a:gd name="connsiteY112" fmla="*/ 3625599 h 4800599"/>
                            <a:gd name="connsiteX113" fmla="*/ 3086100 w 4457700"/>
                            <a:gd name="connsiteY113" fmla="*/ 3343324 h 4800599"/>
                            <a:gd name="connsiteX114" fmla="*/ 2960579 w 4457700"/>
                            <a:gd name="connsiteY114" fmla="*/ 3040220 h 4800599"/>
                            <a:gd name="connsiteX115" fmla="*/ 2657475 w 4457700"/>
                            <a:gd name="connsiteY115" fmla="*/ 2914699 h 4800599"/>
                            <a:gd name="connsiteX116" fmla="*/ 2354371 w 4457700"/>
                            <a:gd name="connsiteY116" fmla="*/ 3040220 h 4800599"/>
                            <a:gd name="connsiteX117" fmla="*/ 2228850 w 4457700"/>
                            <a:gd name="connsiteY117" fmla="*/ 3343324 h 4800599"/>
                            <a:gd name="connsiteX118" fmla="*/ 2354371 w 4457700"/>
                            <a:gd name="connsiteY118" fmla="*/ 3646428 h 4800599"/>
                            <a:gd name="connsiteX119" fmla="*/ 2657475 w 4457700"/>
                            <a:gd name="connsiteY119" fmla="*/ 3771949 h 4800599"/>
                            <a:gd name="connsiteX120" fmla="*/ 2960422 w 4457700"/>
                            <a:gd name="connsiteY120" fmla="*/ 3646271 h 4800599"/>
                            <a:gd name="connsiteX121" fmla="*/ 3086100 w 4457700"/>
                            <a:gd name="connsiteY121" fmla="*/ 3343324 h 4800599"/>
                            <a:gd name="connsiteX122" fmla="*/ 2778715 w 4457700"/>
                            <a:gd name="connsiteY122" fmla="*/ 771574 h 4800599"/>
                            <a:gd name="connsiteX123" fmla="*/ 3060990 w 4457700"/>
                            <a:gd name="connsiteY123" fmla="*/ 489299 h 4800599"/>
                            <a:gd name="connsiteX124" fmla="*/ 3059922 w 4457700"/>
                            <a:gd name="connsiteY124" fmla="*/ 369127 h 4800599"/>
                            <a:gd name="connsiteX125" fmla="*/ 2939751 w 4457700"/>
                            <a:gd name="connsiteY125" fmla="*/ 368055 h 4800599"/>
                            <a:gd name="connsiteX126" fmla="*/ 2657475 w 4457700"/>
                            <a:gd name="connsiteY126" fmla="*/ 650334 h 4800599"/>
                            <a:gd name="connsiteX127" fmla="*/ 2375200 w 4457700"/>
                            <a:gd name="connsiteY127" fmla="*/ 368055 h 4800599"/>
                            <a:gd name="connsiteX128" fmla="*/ 2255028 w 4457700"/>
                            <a:gd name="connsiteY128" fmla="*/ 369127 h 4800599"/>
                            <a:gd name="connsiteX129" fmla="*/ 2253951 w 4457700"/>
                            <a:gd name="connsiteY129" fmla="*/ 489299 h 4800599"/>
                            <a:gd name="connsiteX130" fmla="*/ 2536226 w 4457700"/>
                            <a:gd name="connsiteY130" fmla="*/ 771574 h 4800599"/>
                            <a:gd name="connsiteX131" fmla="*/ 2253951 w 4457700"/>
                            <a:gd name="connsiteY131" fmla="*/ 1053849 h 4800599"/>
                            <a:gd name="connsiteX132" fmla="*/ 2227812 w 4457700"/>
                            <a:gd name="connsiteY132" fmla="*/ 1114778 h 4800599"/>
                            <a:gd name="connsiteX133" fmla="*/ 2252922 w 4457700"/>
                            <a:gd name="connsiteY133" fmla="*/ 1176127 h 4800599"/>
                            <a:gd name="connsiteX134" fmla="*/ 2314261 w 4457700"/>
                            <a:gd name="connsiteY134" fmla="*/ 1201228 h 4800599"/>
                            <a:gd name="connsiteX135" fmla="*/ 2375190 w 4457700"/>
                            <a:gd name="connsiteY135" fmla="*/ 1175089 h 4800599"/>
                            <a:gd name="connsiteX136" fmla="*/ 2657465 w 4457700"/>
                            <a:gd name="connsiteY136" fmla="*/ 892814 h 4800599"/>
                            <a:gd name="connsiteX137" fmla="*/ 2939741 w 4457700"/>
                            <a:gd name="connsiteY137" fmla="*/ 1175089 h 4800599"/>
                            <a:gd name="connsiteX138" fmla="*/ 3059912 w 4457700"/>
                            <a:gd name="connsiteY138" fmla="*/ 1174021 h 4800599"/>
                            <a:gd name="connsiteX139" fmla="*/ 3060990 w 4457700"/>
                            <a:gd name="connsiteY139" fmla="*/ 1053849 h 480059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</a:cxnLst>
                          <a:rect l="l" t="t" r="r" b="b"/>
                          <a:pathLst>
                            <a:path w="4457700" h="4800599">
                              <a:moveTo>
                                <a:pt x="3943350" y="1034872"/>
                              </a:moveTo>
                              <a:lnTo>
                                <a:pt x="4457700" y="1034872"/>
                              </a:lnTo>
                              <a:lnTo>
                                <a:pt x="4457700" y="3429098"/>
                              </a:lnTo>
                              <a:lnTo>
                                <a:pt x="3943350" y="3429098"/>
                              </a:lnTo>
                              <a:close/>
                              <a:moveTo>
                                <a:pt x="3943350" y="3686175"/>
                              </a:moveTo>
                              <a:cubicBezTo>
                                <a:pt x="3943350" y="3699489"/>
                                <a:pt x="3946446" y="3712618"/>
                                <a:pt x="3952383" y="3724521"/>
                              </a:cubicBezTo>
                              <a:lnTo>
                                <a:pt x="4123833" y="4067421"/>
                              </a:lnTo>
                              <a:cubicBezTo>
                                <a:pt x="4138372" y="4096470"/>
                                <a:pt x="4168038" y="4114839"/>
                                <a:pt x="4200525" y="4114839"/>
                              </a:cubicBezTo>
                              <a:cubicBezTo>
                                <a:pt x="4233012" y="4114839"/>
                                <a:pt x="4262678" y="4096470"/>
                                <a:pt x="4277217" y="4067421"/>
                              </a:cubicBezTo>
                              <a:lnTo>
                                <a:pt x="4448667" y="3724521"/>
                              </a:lnTo>
                              <a:cubicBezTo>
                                <a:pt x="4454605" y="3712618"/>
                                <a:pt x="4457700" y="3699489"/>
                                <a:pt x="4457700" y="3686175"/>
                              </a:cubicBezTo>
                              <a:lnTo>
                                <a:pt x="4457700" y="3600450"/>
                              </a:lnTo>
                              <a:lnTo>
                                <a:pt x="3943350" y="3600450"/>
                              </a:lnTo>
                              <a:close/>
                              <a:moveTo>
                                <a:pt x="4286250" y="514350"/>
                              </a:moveTo>
                              <a:lnTo>
                                <a:pt x="4114800" y="514350"/>
                              </a:lnTo>
                              <a:cubicBezTo>
                                <a:pt x="4069332" y="514426"/>
                                <a:pt x="4025783" y="532490"/>
                                <a:pt x="3993639" y="564637"/>
                              </a:cubicBezTo>
                              <a:cubicBezTo>
                                <a:pt x="3961494" y="596783"/>
                                <a:pt x="3943428" y="640331"/>
                                <a:pt x="3943350" y="685800"/>
                              </a:cubicBezTo>
                              <a:lnTo>
                                <a:pt x="3943350" y="863373"/>
                              </a:lnTo>
                              <a:lnTo>
                                <a:pt x="4457700" y="863373"/>
                              </a:lnTo>
                              <a:lnTo>
                                <a:pt x="4457700" y="685800"/>
                              </a:lnTo>
                              <a:cubicBezTo>
                                <a:pt x="4457622" y="640331"/>
                                <a:pt x="4439566" y="596782"/>
                                <a:pt x="4407412" y="564637"/>
                              </a:cubicBezTo>
                              <a:cubicBezTo>
                                <a:pt x="4375267" y="532491"/>
                                <a:pt x="4331719" y="514426"/>
                                <a:pt x="4286250" y="514350"/>
                              </a:cubicBezTo>
                              <a:close/>
                              <a:moveTo>
                                <a:pt x="685800" y="4750439"/>
                              </a:moveTo>
                              <a:lnTo>
                                <a:pt x="685800" y="4114849"/>
                              </a:lnTo>
                              <a:lnTo>
                                <a:pt x="50210" y="4114849"/>
                              </a:lnTo>
                              <a:close/>
                              <a:moveTo>
                                <a:pt x="942975" y="1543050"/>
                              </a:moveTo>
                              <a:cubicBezTo>
                                <a:pt x="1011173" y="1543050"/>
                                <a:pt x="1076618" y="1515951"/>
                                <a:pt x="1124830" y="1467739"/>
                              </a:cubicBezTo>
                              <a:cubicBezTo>
                                <a:pt x="1173041" y="1419518"/>
                                <a:pt x="1200140" y="1354073"/>
                                <a:pt x="1200140" y="1285875"/>
                              </a:cubicBezTo>
                              <a:cubicBezTo>
                                <a:pt x="1200140" y="1217697"/>
                                <a:pt x="1173051" y="1152242"/>
                                <a:pt x="1124830" y="1104020"/>
                              </a:cubicBezTo>
                              <a:cubicBezTo>
                                <a:pt x="1076608" y="1055818"/>
                                <a:pt x="1011163" y="1028710"/>
                                <a:pt x="942975" y="1028710"/>
                              </a:cubicBezTo>
                              <a:cubicBezTo>
                                <a:pt x="874787" y="1028710"/>
                                <a:pt x="809332" y="1055809"/>
                                <a:pt x="761121" y="1104020"/>
                              </a:cubicBezTo>
                              <a:cubicBezTo>
                                <a:pt x="712909" y="1152242"/>
                                <a:pt x="685810" y="1217697"/>
                                <a:pt x="685810" y="1285875"/>
                              </a:cubicBezTo>
                              <a:cubicBezTo>
                                <a:pt x="685878" y="1354073"/>
                                <a:pt x="713016" y="1419449"/>
                                <a:pt x="761199" y="1467671"/>
                              </a:cubicBezTo>
                              <a:cubicBezTo>
                                <a:pt x="809420" y="1515853"/>
                                <a:pt x="874787" y="1542981"/>
                                <a:pt x="942985" y="1543060"/>
                              </a:cubicBezTo>
                              <a:close/>
                              <a:moveTo>
                                <a:pt x="2657475" y="3086100"/>
                              </a:moveTo>
                              <a:cubicBezTo>
                                <a:pt x="2589277" y="3086100"/>
                                <a:pt x="2523832" y="3113199"/>
                                <a:pt x="2475620" y="3161411"/>
                              </a:cubicBezTo>
                              <a:cubicBezTo>
                                <a:pt x="2427409" y="3209632"/>
                                <a:pt x="2400300" y="3275087"/>
                                <a:pt x="2400300" y="3343275"/>
                              </a:cubicBezTo>
                              <a:cubicBezTo>
                                <a:pt x="2400300" y="3411453"/>
                                <a:pt x="2427399" y="3476908"/>
                                <a:pt x="2475620" y="3525130"/>
                              </a:cubicBezTo>
                              <a:cubicBezTo>
                                <a:pt x="2523842" y="3573341"/>
                                <a:pt x="2589287" y="3600440"/>
                                <a:pt x="2657475" y="3600440"/>
                              </a:cubicBezTo>
                              <a:cubicBezTo>
                                <a:pt x="2725663" y="3600440"/>
                                <a:pt x="2791118" y="3573341"/>
                                <a:pt x="2839330" y="3525130"/>
                              </a:cubicBezTo>
                              <a:cubicBezTo>
                                <a:pt x="2887541" y="3476908"/>
                                <a:pt x="2914650" y="3411453"/>
                                <a:pt x="2914650" y="3343275"/>
                              </a:cubicBezTo>
                              <a:cubicBezTo>
                                <a:pt x="2914572" y="3275077"/>
                                <a:pt x="2887434" y="3209711"/>
                                <a:pt x="2839251" y="3161489"/>
                              </a:cubicBezTo>
                              <a:cubicBezTo>
                                <a:pt x="2791030" y="3113307"/>
                                <a:pt x="2725663" y="3086169"/>
                                <a:pt x="2657465" y="3086090"/>
                              </a:cubicBezTo>
                              <a:close/>
                              <a:moveTo>
                                <a:pt x="3600450" y="85725"/>
                              </a:moveTo>
                              <a:lnTo>
                                <a:pt x="3600450" y="4714875"/>
                              </a:lnTo>
                              <a:cubicBezTo>
                                <a:pt x="3600450" y="4737605"/>
                                <a:pt x="3591417" y="4759423"/>
                                <a:pt x="3575350" y="4775490"/>
                              </a:cubicBezTo>
                              <a:cubicBezTo>
                                <a:pt x="3559273" y="4791567"/>
                                <a:pt x="3537455" y="4800600"/>
                                <a:pt x="3514725" y="4800600"/>
                              </a:cubicBezTo>
                              <a:lnTo>
                                <a:pt x="857250" y="4800600"/>
                              </a:lnTo>
                              <a:lnTo>
                                <a:pt x="857250" y="4029075"/>
                              </a:lnTo>
                              <a:cubicBezTo>
                                <a:pt x="857250" y="4006346"/>
                                <a:pt x="848217" y="3984527"/>
                                <a:pt x="832150" y="3968450"/>
                              </a:cubicBezTo>
                              <a:cubicBezTo>
                                <a:pt x="816073" y="3952383"/>
                                <a:pt x="794254" y="3943350"/>
                                <a:pt x="771525" y="3943350"/>
                              </a:cubicBezTo>
                              <a:lnTo>
                                <a:pt x="0" y="3943350"/>
                              </a:lnTo>
                              <a:lnTo>
                                <a:pt x="0" y="85725"/>
                              </a:lnTo>
                              <a:cubicBezTo>
                                <a:pt x="0" y="38385"/>
                                <a:pt x="38385" y="0"/>
                                <a:pt x="85725" y="0"/>
                              </a:cubicBezTo>
                              <a:lnTo>
                                <a:pt x="3514725" y="0"/>
                              </a:lnTo>
                              <a:cubicBezTo>
                                <a:pt x="3537455" y="0"/>
                                <a:pt x="3559273" y="9032"/>
                                <a:pt x="3575350" y="25105"/>
                              </a:cubicBezTo>
                              <a:cubicBezTo>
                                <a:pt x="3591417" y="41178"/>
                                <a:pt x="3600450" y="62993"/>
                                <a:pt x="3600450" y="85725"/>
                              </a:cubicBezTo>
                              <a:close/>
                              <a:moveTo>
                                <a:pt x="514350" y="1285875"/>
                              </a:moveTo>
                              <a:cubicBezTo>
                                <a:pt x="514350" y="1399541"/>
                                <a:pt x="559505" y="1508564"/>
                                <a:pt x="639871" y="1588979"/>
                              </a:cubicBezTo>
                              <a:cubicBezTo>
                                <a:pt x="720276" y="1669345"/>
                                <a:pt x="829309" y="1714500"/>
                                <a:pt x="942975" y="1714500"/>
                              </a:cubicBezTo>
                              <a:cubicBezTo>
                                <a:pt x="1056642" y="1714500"/>
                                <a:pt x="1165664" y="1669345"/>
                                <a:pt x="1246079" y="1588979"/>
                              </a:cubicBezTo>
                              <a:cubicBezTo>
                                <a:pt x="1326445" y="1508574"/>
                                <a:pt x="1371600" y="1399541"/>
                                <a:pt x="1371600" y="1285875"/>
                              </a:cubicBezTo>
                              <a:cubicBezTo>
                                <a:pt x="1371600" y="1172209"/>
                                <a:pt x="1326445" y="1063186"/>
                                <a:pt x="1246079" y="982771"/>
                              </a:cubicBezTo>
                              <a:cubicBezTo>
                                <a:pt x="1165674" y="902405"/>
                                <a:pt x="1056642" y="857250"/>
                                <a:pt x="942975" y="857250"/>
                              </a:cubicBezTo>
                              <a:cubicBezTo>
                                <a:pt x="829348" y="857368"/>
                                <a:pt x="720394" y="902601"/>
                                <a:pt x="640028" y="982928"/>
                              </a:cubicBezTo>
                              <a:cubicBezTo>
                                <a:pt x="559701" y="1063294"/>
                                <a:pt x="514468" y="1172248"/>
                                <a:pt x="514350" y="1285875"/>
                              </a:cubicBezTo>
                              <a:close/>
                              <a:moveTo>
                                <a:pt x="2571750" y="1664290"/>
                              </a:moveTo>
                              <a:lnTo>
                                <a:pt x="2571750" y="1800225"/>
                              </a:lnTo>
                              <a:cubicBezTo>
                                <a:pt x="2571672" y="1868423"/>
                                <a:pt x="2544543" y="1933790"/>
                                <a:pt x="2496361" y="1982011"/>
                              </a:cubicBezTo>
                              <a:cubicBezTo>
                                <a:pt x="2448140" y="2030193"/>
                                <a:pt x="2382773" y="2057322"/>
                                <a:pt x="2314575" y="2057400"/>
                              </a:cubicBezTo>
                              <a:lnTo>
                                <a:pt x="1285875" y="2057400"/>
                              </a:lnTo>
                              <a:cubicBezTo>
                                <a:pt x="1172248" y="2057518"/>
                                <a:pt x="1063294" y="2102751"/>
                                <a:pt x="982928" y="2183078"/>
                              </a:cubicBezTo>
                              <a:cubicBezTo>
                                <a:pt x="902591" y="2263444"/>
                                <a:pt x="857368" y="2372398"/>
                                <a:pt x="857250" y="2486025"/>
                              </a:cubicBezTo>
                              <a:lnTo>
                                <a:pt x="857250" y="2657475"/>
                              </a:lnTo>
                              <a:cubicBezTo>
                                <a:pt x="857250" y="2704815"/>
                                <a:pt x="895635" y="2743200"/>
                                <a:pt x="942975" y="2743200"/>
                              </a:cubicBezTo>
                              <a:cubicBezTo>
                                <a:pt x="990315" y="2743200"/>
                                <a:pt x="1028700" y="2704815"/>
                                <a:pt x="1028700" y="2657475"/>
                              </a:cubicBezTo>
                              <a:lnTo>
                                <a:pt x="1028700" y="2486025"/>
                              </a:lnTo>
                              <a:cubicBezTo>
                                <a:pt x="1028778" y="2417827"/>
                                <a:pt x="1055907" y="2352461"/>
                                <a:pt x="1104089" y="2304239"/>
                              </a:cubicBezTo>
                              <a:cubicBezTo>
                                <a:pt x="1152311" y="2256057"/>
                                <a:pt x="1217677" y="2228928"/>
                                <a:pt x="1285875" y="2228850"/>
                              </a:cubicBezTo>
                              <a:lnTo>
                                <a:pt x="2314575" y="2228850"/>
                              </a:lnTo>
                              <a:cubicBezTo>
                                <a:pt x="2428202" y="2228733"/>
                                <a:pt x="2537156" y="2183499"/>
                                <a:pt x="2617522" y="2103172"/>
                              </a:cubicBezTo>
                              <a:cubicBezTo>
                                <a:pt x="2697849" y="2022806"/>
                                <a:pt x="2743083" y="1913852"/>
                                <a:pt x="2743200" y="1800225"/>
                              </a:cubicBezTo>
                              <a:lnTo>
                                <a:pt x="2743200" y="1664290"/>
                              </a:lnTo>
                              <a:lnTo>
                                <a:pt x="2839300" y="1760390"/>
                              </a:lnTo>
                              <a:cubicBezTo>
                                <a:pt x="2855289" y="1776800"/>
                                <a:pt x="2877225" y="1786107"/>
                                <a:pt x="2900150" y="1786254"/>
                              </a:cubicBezTo>
                              <a:cubicBezTo>
                                <a:pt x="2923066" y="1786411"/>
                                <a:pt x="2945070" y="1777378"/>
                                <a:pt x="2961304" y="1761154"/>
                              </a:cubicBezTo>
                              <a:cubicBezTo>
                                <a:pt x="2977528" y="1744920"/>
                                <a:pt x="2986561" y="1722916"/>
                                <a:pt x="2986404" y="1700000"/>
                              </a:cubicBezTo>
                              <a:cubicBezTo>
                                <a:pt x="2986257" y="1677075"/>
                                <a:pt x="2976950" y="1655139"/>
                                <a:pt x="2960540" y="1639150"/>
                              </a:cubicBezTo>
                              <a:lnTo>
                                <a:pt x="2718218" y="1396828"/>
                              </a:lnTo>
                              <a:cubicBezTo>
                                <a:pt x="2684652" y="1363370"/>
                                <a:pt x="2630308" y="1363370"/>
                                <a:pt x="2596752" y="1396828"/>
                              </a:cubicBezTo>
                              <a:lnTo>
                                <a:pt x="2354430" y="1639150"/>
                              </a:lnTo>
                              <a:cubicBezTo>
                                <a:pt x="2338010" y="1655139"/>
                                <a:pt x="2328712" y="1677075"/>
                                <a:pt x="2328556" y="1700000"/>
                              </a:cubicBezTo>
                              <a:cubicBezTo>
                                <a:pt x="2328399" y="1722916"/>
                                <a:pt x="2337432" y="1744920"/>
                                <a:pt x="2353666" y="1761154"/>
                              </a:cubicBezTo>
                              <a:cubicBezTo>
                                <a:pt x="2369890" y="1777378"/>
                                <a:pt x="2391894" y="1786411"/>
                                <a:pt x="2414819" y="1786254"/>
                              </a:cubicBezTo>
                              <a:cubicBezTo>
                                <a:pt x="2437745" y="1786107"/>
                                <a:pt x="2459671" y="1776800"/>
                                <a:pt x="2475669" y="1760390"/>
                              </a:cubicBezTo>
                              <a:close/>
                              <a:moveTo>
                                <a:pt x="1064166" y="3343324"/>
                              </a:moveTo>
                              <a:lnTo>
                                <a:pt x="1346441" y="3061049"/>
                              </a:lnTo>
                              <a:cubicBezTo>
                                <a:pt x="1378928" y="3027405"/>
                                <a:pt x="1378438" y="2973942"/>
                                <a:pt x="1345373" y="2940877"/>
                              </a:cubicBezTo>
                              <a:cubicBezTo>
                                <a:pt x="1312308" y="2907812"/>
                                <a:pt x="1258845" y="2907312"/>
                                <a:pt x="1225201" y="2939809"/>
                              </a:cubicBezTo>
                              <a:lnTo>
                                <a:pt x="942926" y="3222084"/>
                              </a:lnTo>
                              <a:lnTo>
                                <a:pt x="660651" y="2939809"/>
                              </a:lnTo>
                              <a:cubicBezTo>
                                <a:pt x="627007" y="2907312"/>
                                <a:pt x="573544" y="2907812"/>
                                <a:pt x="540479" y="2940877"/>
                              </a:cubicBezTo>
                              <a:cubicBezTo>
                                <a:pt x="507404" y="2973942"/>
                                <a:pt x="506914" y="3027405"/>
                                <a:pt x="539401" y="3061049"/>
                              </a:cubicBezTo>
                              <a:lnTo>
                                <a:pt x="821677" y="3343324"/>
                              </a:lnTo>
                              <a:lnTo>
                                <a:pt x="539401" y="3625599"/>
                              </a:lnTo>
                              <a:cubicBezTo>
                                <a:pt x="522873" y="3641598"/>
                                <a:pt x="513458" y="3663524"/>
                                <a:pt x="513263" y="3686528"/>
                              </a:cubicBezTo>
                              <a:cubicBezTo>
                                <a:pt x="513037" y="3709531"/>
                                <a:pt x="522109" y="3731644"/>
                                <a:pt x="538373" y="3747877"/>
                              </a:cubicBezTo>
                              <a:cubicBezTo>
                                <a:pt x="554597" y="3764141"/>
                                <a:pt x="576719" y="3773203"/>
                                <a:pt x="599713" y="3772978"/>
                              </a:cubicBezTo>
                              <a:cubicBezTo>
                                <a:pt x="622716" y="3772782"/>
                                <a:pt x="644642" y="3763377"/>
                                <a:pt x="660641" y="3746839"/>
                              </a:cubicBezTo>
                              <a:lnTo>
                                <a:pt x="942916" y="3464564"/>
                              </a:lnTo>
                              <a:lnTo>
                                <a:pt x="1225192" y="3746839"/>
                              </a:lnTo>
                              <a:cubicBezTo>
                                <a:pt x="1258835" y="3779326"/>
                                <a:pt x="1312298" y="3778836"/>
                                <a:pt x="1345363" y="3745771"/>
                              </a:cubicBezTo>
                              <a:cubicBezTo>
                                <a:pt x="1378438" y="3712706"/>
                                <a:pt x="1378928" y="3659243"/>
                                <a:pt x="1346441" y="3625599"/>
                              </a:cubicBezTo>
                              <a:close/>
                              <a:moveTo>
                                <a:pt x="3086100" y="3343324"/>
                              </a:moveTo>
                              <a:cubicBezTo>
                                <a:pt x="3086100" y="3229658"/>
                                <a:pt x="3040945" y="3120635"/>
                                <a:pt x="2960579" y="3040220"/>
                              </a:cubicBezTo>
                              <a:cubicBezTo>
                                <a:pt x="2880174" y="2959854"/>
                                <a:pt x="2771141" y="2914699"/>
                                <a:pt x="2657475" y="2914699"/>
                              </a:cubicBezTo>
                              <a:cubicBezTo>
                                <a:pt x="2543809" y="2914699"/>
                                <a:pt x="2434786" y="2959854"/>
                                <a:pt x="2354371" y="3040220"/>
                              </a:cubicBezTo>
                              <a:cubicBezTo>
                                <a:pt x="2274005" y="3120625"/>
                                <a:pt x="2228850" y="3229658"/>
                                <a:pt x="2228850" y="3343324"/>
                              </a:cubicBezTo>
                              <a:cubicBezTo>
                                <a:pt x="2228850" y="3456990"/>
                                <a:pt x="2274005" y="3566013"/>
                                <a:pt x="2354371" y="3646428"/>
                              </a:cubicBezTo>
                              <a:cubicBezTo>
                                <a:pt x="2434776" y="3726794"/>
                                <a:pt x="2543809" y="3771949"/>
                                <a:pt x="2657475" y="3771949"/>
                              </a:cubicBezTo>
                              <a:cubicBezTo>
                                <a:pt x="2771102" y="3771832"/>
                                <a:pt x="2880056" y="3726598"/>
                                <a:pt x="2960422" y="3646271"/>
                              </a:cubicBezTo>
                              <a:cubicBezTo>
                                <a:pt x="3040749" y="3565905"/>
                                <a:pt x="3085983" y="3456951"/>
                                <a:pt x="3086100" y="3343324"/>
                              </a:cubicBezTo>
                              <a:close/>
                              <a:moveTo>
                                <a:pt x="2778715" y="771574"/>
                              </a:moveTo>
                              <a:lnTo>
                                <a:pt x="3060990" y="489299"/>
                              </a:lnTo>
                              <a:cubicBezTo>
                                <a:pt x="3093477" y="455659"/>
                                <a:pt x="3092988" y="402196"/>
                                <a:pt x="3059922" y="369127"/>
                              </a:cubicBezTo>
                              <a:cubicBezTo>
                                <a:pt x="3026857" y="336058"/>
                                <a:pt x="2973394" y="335564"/>
                                <a:pt x="2939751" y="368055"/>
                              </a:cubicBezTo>
                              <a:lnTo>
                                <a:pt x="2657475" y="650334"/>
                              </a:lnTo>
                              <a:lnTo>
                                <a:pt x="2375200" y="368055"/>
                              </a:lnTo>
                              <a:cubicBezTo>
                                <a:pt x="2341556" y="335564"/>
                                <a:pt x="2288093" y="336062"/>
                                <a:pt x="2255028" y="369127"/>
                              </a:cubicBezTo>
                              <a:cubicBezTo>
                                <a:pt x="2221953" y="402192"/>
                                <a:pt x="2221463" y="455655"/>
                                <a:pt x="2253951" y="489299"/>
                              </a:cubicBezTo>
                              <a:lnTo>
                                <a:pt x="2536226" y="771574"/>
                              </a:lnTo>
                              <a:lnTo>
                                <a:pt x="2253951" y="1053849"/>
                              </a:lnTo>
                              <a:cubicBezTo>
                                <a:pt x="2237423" y="1069848"/>
                                <a:pt x="2228008" y="1091774"/>
                                <a:pt x="2227812" y="1114778"/>
                              </a:cubicBezTo>
                              <a:cubicBezTo>
                                <a:pt x="2227586" y="1137781"/>
                                <a:pt x="2236658" y="1159894"/>
                                <a:pt x="2252922" y="1176127"/>
                              </a:cubicBezTo>
                              <a:cubicBezTo>
                                <a:pt x="2269146" y="1192391"/>
                                <a:pt x="2291268" y="1201453"/>
                                <a:pt x="2314261" y="1201228"/>
                              </a:cubicBezTo>
                              <a:cubicBezTo>
                                <a:pt x="2337265" y="1201032"/>
                                <a:pt x="2359191" y="1191626"/>
                                <a:pt x="2375190" y="1175089"/>
                              </a:cubicBezTo>
                              <a:lnTo>
                                <a:pt x="2657465" y="892814"/>
                              </a:lnTo>
                              <a:lnTo>
                                <a:pt x="2939741" y="1175089"/>
                              </a:lnTo>
                              <a:cubicBezTo>
                                <a:pt x="2973384" y="1207576"/>
                                <a:pt x="3026847" y="1207086"/>
                                <a:pt x="3059912" y="1174021"/>
                              </a:cubicBezTo>
                              <a:cubicBezTo>
                                <a:pt x="3092988" y="1140956"/>
                                <a:pt x="3093477" y="1087493"/>
                                <a:pt x="3060990" y="1053849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0F4B67C-5327-7271-47A9-F84E44DFC7EB}"/>
                  </a:ext>
                </a:extLst>
              </p:cNvPr>
              <p:cNvGrpSpPr/>
              <p:nvPr/>
            </p:nvGrpSpPr>
            <p:grpSpPr>
              <a:xfrm>
                <a:off x="9552799" y="976788"/>
                <a:ext cx="2346312" cy="5598940"/>
                <a:chOff x="9741582" y="956765"/>
                <a:chExt cx="2346312" cy="5598940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33CB8441-1E67-5204-4C67-7FB7C04F10C5}"/>
                    </a:ext>
                  </a:extLst>
                </p:cNvPr>
                <p:cNvGrpSpPr/>
                <p:nvPr/>
              </p:nvGrpSpPr>
              <p:grpSpPr>
                <a:xfrm>
                  <a:off x="10914737" y="1883644"/>
                  <a:ext cx="2" cy="4262686"/>
                  <a:chOff x="10914737" y="1883644"/>
                  <a:chExt cx="2" cy="4262686"/>
                </a:xfrm>
              </p:grpSpPr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4EB2DC45-3A66-6FDE-8A14-4DDA0DB251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914738" y="5804622"/>
                    <a:ext cx="0" cy="341708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DB7EC2B0-4DB2-0CCF-2300-F945D63EB2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914737" y="1883644"/>
                    <a:ext cx="2" cy="187276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A130FBB3-65D0-9127-40FB-56DE5DA2906B}"/>
                    </a:ext>
                  </a:extLst>
                </p:cNvPr>
                <p:cNvGrpSpPr/>
                <p:nvPr/>
              </p:nvGrpSpPr>
              <p:grpSpPr>
                <a:xfrm>
                  <a:off x="9741582" y="956765"/>
                  <a:ext cx="2346312" cy="5598940"/>
                  <a:chOff x="9741582" y="939320"/>
                  <a:chExt cx="2346312" cy="559894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E7362821-D751-FCCA-5EE2-E73D296EEACC}"/>
                      </a:ext>
                    </a:extLst>
                  </p:cNvPr>
                  <p:cNvGrpSpPr/>
                  <p:nvPr/>
                </p:nvGrpSpPr>
                <p:grpSpPr>
                  <a:xfrm>
                    <a:off x="9861841" y="6104868"/>
                    <a:ext cx="2105795" cy="433392"/>
                    <a:chOff x="9730912" y="6154808"/>
                    <a:chExt cx="2105795" cy="433392"/>
                  </a:xfrm>
                </p:grpSpPr>
                <p:sp>
                  <p:nvSpPr>
                    <p:cNvPr id="161" name="Rectangle 160">
                      <a:extLst>
                        <a:ext uri="{FF2B5EF4-FFF2-40B4-BE49-F238E27FC236}">
                          <a16:creationId xmlns:a16="http://schemas.microsoft.com/office/drawing/2014/main" id="{5055CA09-49D2-49EE-3C78-801A7A173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30912" y="6175564"/>
                      <a:ext cx="2105795" cy="39188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162" name="TextBox 161">
                      <a:extLst>
                        <a:ext uri="{FF2B5EF4-FFF2-40B4-BE49-F238E27FC236}">
                          <a16:creationId xmlns:a16="http://schemas.microsoft.com/office/drawing/2014/main" id="{3BD6AB91-8D34-6D96-49FD-85B1598959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14604" y="6154808"/>
                      <a:ext cx="1938414" cy="433392"/>
                    </a:xfrm>
                    <a:prstGeom prst="rect">
                      <a:avLst/>
                    </a:prstGeom>
                    <a:solidFill>
                      <a:srgbClr val="B52372"/>
                    </a:solidFill>
                  </p:spPr>
                  <p:txBody>
                    <a:bodyPr wrap="square" anchor="ctr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Steps to Achieve Goal and Status</a:t>
                      </a:r>
                    </a:p>
                  </p:txBody>
                </p:sp>
              </p:grpSp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C067BA30-58F6-6DF1-62F0-FFE569976556}"/>
                      </a:ext>
                    </a:extLst>
                  </p:cNvPr>
                  <p:cNvGrpSpPr/>
                  <p:nvPr/>
                </p:nvGrpSpPr>
                <p:grpSpPr>
                  <a:xfrm>
                    <a:off x="9741582" y="2038949"/>
                    <a:ext cx="2346312" cy="3760783"/>
                    <a:chOff x="9741582" y="2038949"/>
                    <a:chExt cx="2346312" cy="3760783"/>
                  </a:xfrm>
                </p:grpSpPr>
                <p:grpSp>
                  <p:nvGrpSpPr>
                    <p:cNvPr id="134" name="Group 133">
                      <a:extLst>
                        <a:ext uri="{FF2B5EF4-FFF2-40B4-BE49-F238E27FC236}">
                          <a16:creationId xmlns:a16="http://schemas.microsoft.com/office/drawing/2014/main" id="{87E2B534-7C8B-29BC-3283-F025B699ED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5373078"/>
                      <a:ext cx="2105795" cy="426654"/>
                      <a:chOff x="9705391" y="5539302"/>
                      <a:chExt cx="2105795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9" name="Rectangle 158">
                        <a:extLst>
                          <a:ext uri="{FF2B5EF4-FFF2-40B4-BE49-F238E27FC236}">
                            <a16:creationId xmlns:a16="http://schemas.microsoft.com/office/drawing/2014/main" id="{693F6829-5E40-04FB-E01B-637ADE5BEC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5556687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60" name="TextBox 159">
                        <a:extLst>
                          <a:ext uri="{FF2B5EF4-FFF2-40B4-BE49-F238E27FC236}">
                            <a16:creationId xmlns:a16="http://schemas.microsoft.com/office/drawing/2014/main" id="{AC48C7E4-9791-214F-A26F-7923E3C7C5E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763531" y="5539302"/>
                        <a:ext cx="1989512" cy="426654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Process Innovation and Technology Development</a:t>
                        </a:r>
                      </a:p>
                    </p:txBody>
                  </p:sp>
                </p:grpSp>
                <p:grpSp>
                  <p:nvGrpSpPr>
                    <p:cNvPr id="135" name="Group 134">
                      <a:extLst>
                        <a:ext uri="{FF2B5EF4-FFF2-40B4-BE49-F238E27FC236}">
                          <a16:creationId xmlns:a16="http://schemas.microsoft.com/office/drawing/2014/main" id="{8EBB8484-6C0A-C417-C343-8366FC6F3C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4971130"/>
                      <a:ext cx="2105795" cy="391885"/>
                      <a:chOff x="9676813" y="5128477"/>
                      <a:chExt cx="2105795" cy="391885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7" name="Rectangle 156">
                        <a:extLst>
                          <a:ext uri="{FF2B5EF4-FFF2-40B4-BE49-F238E27FC236}">
                            <a16:creationId xmlns:a16="http://schemas.microsoft.com/office/drawing/2014/main" id="{21E13835-B11C-01D7-1D4F-D41A045810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76813" y="5128477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8" name="TextBox 157">
                        <a:extLst>
                          <a:ext uri="{FF2B5EF4-FFF2-40B4-BE49-F238E27FC236}">
                            <a16:creationId xmlns:a16="http://schemas.microsoft.com/office/drawing/2014/main" id="{18F81F4B-05F1-114A-CE5A-22AEA4B125C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74766" y="5182200"/>
                        <a:ext cx="1309884" cy="284436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Add Text Here</a:t>
                        </a:r>
                      </a:p>
                    </p:txBody>
                  </p:sp>
                </p:grpSp>
                <p:grpSp>
                  <p:nvGrpSpPr>
                    <p:cNvPr id="136" name="Group 135">
                      <a:extLst>
                        <a:ext uri="{FF2B5EF4-FFF2-40B4-BE49-F238E27FC236}">
                          <a16:creationId xmlns:a16="http://schemas.microsoft.com/office/drawing/2014/main" id="{7A698F9D-0F46-AA86-C4FF-7DA711B831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2038949"/>
                      <a:ext cx="2105795" cy="426654"/>
                      <a:chOff x="9705391" y="2096952"/>
                      <a:chExt cx="2105795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5" name="Rectangle 154">
                        <a:extLst>
                          <a:ext uri="{FF2B5EF4-FFF2-40B4-BE49-F238E27FC236}">
                            <a16:creationId xmlns:a16="http://schemas.microsoft.com/office/drawing/2014/main" id="{DEA605FF-F6BC-0C9F-65BD-0D739CB222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2114340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6" name="TextBox 155">
                        <a:extLst>
                          <a:ext uri="{FF2B5EF4-FFF2-40B4-BE49-F238E27FC236}">
                            <a16:creationId xmlns:a16="http://schemas.microsoft.com/office/drawing/2014/main" id="{669F3147-2EB2-A739-DE5B-CC9219769B9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19352" y="2096952"/>
                        <a:ext cx="1477872" cy="426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Products and Services</a:t>
                        </a:r>
                      </a:p>
                    </p:txBody>
                  </p:sp>
                </p:grpSp>
                <p:grpSp>
                  <p:nvGrpSpPr>
                    <p:cNvPr id="137" name="Group 136">
                      <a:extLst>
                        <a:ext uri="{FF2B5EF4-FFF2-40B4-BE49-F238E27FC236}">
                          <a16:creationId xmlns:a16="http://schemas.microsoft.com/office/drawing/2014/main" id="{1B7C2DE4-0C8B-D790-2AD7-B7AB64C173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2454174"/>
                      <a:ext cx="2105795" cy="426654"/>
                      <a:chOff x="9705391" y="2526732"/>
                      <a:chExt cx="2105795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3" name="Rectangle 152">
                        <a:extLst>
                          <a:ext uri="{FF2B5EF4-FFF2-40B4-BE49-F238E27FC236}">
                            <a16:creationId xmlns:a16="http://schemas.microsoft.com/office/drawing/2014/main" id="{93AEBC8D-77C2-DCFD-C448-99A662CAA2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2544119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4" name="TextBox 153">
                        <a:extLst>
                          <a:ext uri="{FF2B5EF4-FFF2-40B4-BE49-F238E27FC236}">
                            <a16:creationId xmlns:a16="http://schemas.microsoft.com/office/drawing/2014/main" id="{C83BC11C-9DD4-2BE0-E172-2219A7F5F1F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917403" y="2526732"/>
                        <a:ext cx="1681772" cy="426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Mergers and Acquisitions</a:t>
                        </a:r>
                      </a:p>
                    </p:txBody>
                  </p:sp>
                </p:grpSp>
                <p:grpSp>
                  <p:nvGrpSpPr>
                    <p:cNvPr id="138" name="Group 137">
                      <a:extLst>
                        <a:ext uri="{FF2B5EF4-FFF2-40B4-BE49-F238E27FC236}">
                          <a16:creationId xmlns:a16="http://schemas.microsoft.com/office/drawing/2014/main" id="{3AB2AEAC-78E2-6CFB-C222-1A91776AE7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2886785"/>
                      <a:ext cx="2105795" cy="391885"/>
                      <a:chOff x="9705391" y="2973898"/>
                      <a:chExt cx="2105795" cy="391885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1" name="Rectangle 150">
                        <a:extLst>
                          <a:ext uri="{FF2B5EF4-FFF2-40B4-BE49-F238E27FC236}">
                            <a16:creationId xmlns:a16="http://schemas.microsoft.com/office/drawing/2014/main" id="{80E0E5A2-75DB-D761-F8F4-CEEE0C989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2973898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2" name="TextBox 151">
                        <a:extLst>
                          <a:ext uri="{FF2B5EF4-FFF2-40B4-BE49-F238E27FC236}">
                            <a16:creationId xmlns:a16="http://schemas.microsoft.com/office/drawing/2014/main" id="{14373AF1-A4D2-590A-A9BD-DC16BB57A0B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862559" y="3027621"/>
                        <a:ext cx="1791458" cy="284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Information Technology</a:t>
                        </a:r>
                      </a:p>
                    </p:txBody>
                  </p:sp>
                </p:grpSp>
                <p:grpSp>
                  <p:nvGrpSpPr>
                    <p:cNvPr id="139" name="Group 138">
                      <a:extLst>
                        <a:ext uri="{FF2B5EF4-FFF2-40B4-BE49-F238E27FC236}">
                          <a16:creationId xmlns:a16="http://schemas.microsoft.com/office/drawing/2014/main" id="{A016CDBE-B7B5-8F9F-D944-D53CC8F4CE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40676" y="3288738"/>
                      <a:ext cx="2126960" cy="426654"/>
                      <a:chOff x="9684226" y="3386293"/>
                      <a:chExt cx="2126960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49" name="Rectangle 148">
                        <a:extLst>
                          <a:ext uri="{FF2B5EF4-FFF2-40B4-BE49-F238E27FC236}">
                            <a16:creationId xmlns:a16="http://schemas.microsoft.com/office/drawing/2014/main" id="{3C2E37C8-295A-C385-966E-9D3C92206F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3403677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0" name="TextBox 149">
                        <a:extLst>
                          <a:ext uri="{FF2B5EF4-FFF2-40B4-BE49-F238E27FC236}">
                            <a16:creationId xmlns:a16="http://schemas.microsoft.com/office/drawing/2014/main" id="{6558352D-7350-F0DB-BA5D-AF9CC4BE0EB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84226" y="3386293"/>
                        <a:ext cx="2125055" cy="426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Integrated Customer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Relationship Management</a:t>
                        </a:r>
                      </a:p>
                    </p:txBody>
                  </p:sp>
                </p:grpSp>
                <p:grpSp>
                  <p:nvGrpSpPr>
                    <p:cNvPr id="140" name="Group 139">
                      <a:extLst>
                        <a:ext uri="{FF2B5EF4-FFF2-40B4-BE49-F238E27FC236}">
                          <a16:creationId xmlns:a16="http://schemas.microsoft.com/office/drawing/2014/main" id="{82E6FC1B-A9CF-D71F-42F6-109BD6FDB5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3708073"/>
                      <a:ext cx="2105795" cy="426654"/>
                      <a:chOff x="9705391" y="3816071"/>
                      <a:chExt cx="2105795" cy="426654"/>
                    </a:xfrm>
                  </p:grpSpPr>
                  <p:sp>
                    <p:nvSpPr>
                      <p:cNvPr id="147" name="Rectangle 146">
                        <a:extLst>
                          <a:ext uri="{FF2B5EF4-FFF2-40B4-BE49-F238E27FC236}">
                            <a16:creationId xmlns:a16="http://schemas.microsoft.com/office/drawing/2014/main" id="{D534BF92-C2C1-D2E4-90F4-4BD5975221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3833456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48" name="TextBox 147">
                        <a:extLst>
                          <a:ext uri="{FF2B5EF4-FFF2-40B4-BE49-F238E27FC236}">
                            <a16:creationId xmlns:a16="http://schemas.microsoft.com/office/drawing/2014/main" id="{C979287A-4FEF-BB37-E43A-DE543F1380C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69403" y="3816071"/>
                        <a:ext cx="1377771" cy="4266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Yield Management</a:t>
                        </a:r>
                      </a:p>
                    </p:txBody>
                  </p:sp>
                </p:grpSp>
                <p:grpSp>
                  <p:nvGrpSpPr>
                    <p:cNvPr id="141" name="Group 140">
                      <a:extLst>
                        <a:ext uri="{FF2B5EF4-FFF2-40B4-BE49-F238E27FC236}">
                          <a16:creationId xmlns:a16="http://schemas.microsoft.com/office/drawing/2014/main" id="{3C9D6DB5-61D3-7A48-3366-7780F6DAC4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741582" y="4140682"/>
                      <a:ext cx="2346312" cy="391885"/>
                      <a:chOff x="9585132" y="4263235"/>
                      <a:chExt cx="2346312" cy="391885"/>
                    </a:xfrm>
                  </p:grpSpPr>
                  <p:sp>
                    <p:nvSpPr>
                      <p:cNvPr id="145" name="Rectangle 144">
                        <a:extLst>
                          <a:ext uri="{FF2B5EF4-FFF2-40B4-BE49-F238E27FC236}">
                            <a16:creationId xmlns:a16="http://schemas.microsoft.com/office/drawing/2014/main" id="{4A26E778-17CD-F113-F04B-DD0DD54B35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4263235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46" name="TextBox 145">
                        <a:extLst>
                          <a:ext uri="{FF2B5EF4-FFF2-40B4-BE49-F238E27FC236}">
                            <a16:creationId xmlns:a16="http://schemas.microsoft.com/office/drawing/2014/main" id="{A3CD2A7C-B404-3D18-11D8-A08CEF71266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585132" y="4316958"/>
                        <a:ext cx="2346312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Profit Maximization/Cost Control</a:t>
                        </a:r>
                      </a:p>
                    </p:txBody>
                  </p:sp>
                </p:grpSp>
                <p:grpSp>
                  <p:nvGrpSpPr>
                    <p:cNvPr id="142" name="Group 141">
                      <a:extLst>
                        <a:ext uri="{FF2B5EF4-FFF2-40B4-BE49-F238E27FC236}">
                          <a16:creationId xmlns:a16="http://schemas.microsoft.com/office/drawing/2014/main" id="{E294A815-3473-FEAB-0AA3-C80054EE3E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11466" y="4555906"/>
                      <a:ext cx="2206542" cy="391885"/>
                      <a:chOff x="9655016" y="4693014"/>
                      <a:chExt cx="2206542" cy="391885"/>
                    </a:xfrm>
                  </p:grpSpPr>
                  <p:sp>
                    <p:nvSpPr>
                      <p:cNvPr id="143" name="Rectangle 142">
                        <a:extLst>
                          <a:ext uri="{FF2B5EF4-FFF2-40B4-BE49-F238E27FC236}">
                            <a16:creationId xmlns:a16="http://schemas.microsoft.com/office/drawing/2014/main" id="{E0920092-DB77-F8B5-4097-85B800E1C5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4693014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44" name="TextBox 143">
                        <a:extLst>
                          <a:ext uri="{FF2B5EF4-FFF2-40B4-BE49-F238E27FC236}">
                            <a16:creationId xmlns:a16="http://schemas.microsoft.com/office/drawing/2014/main" id="{7B6297D9-6F89-9800-F9D6-D69AF73A31D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55016" y="4746737"/>
                        <a:ext cx="2206542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Quality, Security, Competency </a:t>
                        </a:r>
                      </a:p>
                    </p:txBody>
                  </p:sp>
                </p:grpSp>
              </p:grpSp>
              <p:grpSp>
                <p:nvGrpSpPr>
                  <p:cNvPr id="121" name="Group 120">
                    <a:extLst>
                      <a:ext uri="{FF2B5EF4-FFF2-40B4-BE49-F238E27FC236}">
                        <a16:creationId xmlns:a16="http://schemas.microsoft.com/office/drawing/2014/main" id="{13BAEB8F-07BB-9EE9-9EE8-482F6E3F81A0}"/>
                      </a:ext>
                    </a:extLst>
                  </p:cNvPr>
                  <p:cNvGrpSpPr/>
                  <p:nvPr/>
                </p:nvGrpSpPr>
                <p:grpSpPr>
                  <a:xfrm>
                    <a:off x="9840676" y="939320"/>
                    <a:ext cx="2148124" cy="1003263"/>
                    <a:chOff x="9603502" y="983255"/>
                    <a:chExt cx="2148124" cy="1003263"/>
                  </a:xfrm>
                </p:grpSpPr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39D7814E-D4C6-3B4B-17A3-7FA299901E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03502" y="1267148"/>
                      <a:ext cx="2148124" cy="719370"/>
                      <a:chOff x="9603502" y="1311598"/>
                      <a:chExt cx="2148124" cy="719370"/>
                    </a:xfrm>
                  </p:grpSpPr>
                  <p:sp>
                    <p:nvSpPr>
                      <p:cNvPr id="131" name="Google Shape;83409;p3921">
                        <a:extLst>
                          <a:ext uri="{FF2B5EF4-FFF2-40B4-BE49-F238E27FC236}">
                            <a16:creationId xmlns:a16="http://schemas.microsoft.com/office/drawing/2014/main" id="{780D6740-EFB2-F249-B9A3-D6F28F9005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24667" y="13115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32" name="Google Shape;83415;p3921">
                        <a:extLst>
                          <a:ext uri="{FF2B5EF4-FFF2-40B4-BE49-F238E27FC236}">
                            <a16:creationId xmlns:a16="http://schemas.microsoft.com/office/drawing/2014/main" id="{BF888065-A1E3-BA22-DE72-04ECCF59EE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03502" y="19616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33" name="TextBox 132">
                        <a:extLst>
                          <a:ext uri="{FF2B5EF4-FFF2-40B4-BE49-F238E27FC236}">
                            <a16:creationId xmlns:a16="http://schemas.microsoft.com/office/drawing/2014/main" id="{92AA3A43-3872-2D47-48C9-0C4EFB04045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27430" y="1530431"/>
                        <a:ext cx="1300267" cy="28170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rPr>
                          <a:t>Initiatives </a:t>
                        </a:r>
                      </a:p>
                    </p:txBody>
                  </p:sp>
                </p:grpSp>
                <p:grpSp>
                  <p:nvGrpSpPr>
                    <p:cNvPr id="123" name="Group 122">
                      <a:extLst>
                        <a:ext uri="{FF2B5EF4-FFF2-40B4-BE49-F238E27FC236}">
                          <a16:creationId xmlns:a16="http://schemas.microsoft.com/office/drawing/2014/main" id="{FA5452FF-1376-9D95-F5FB-98E3BDE90A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229485" y="983255"/>
                      <a:ext cx="896159" cy="372147"/>
                      <a:chOff x="10229485" y="983255"/>
                      <a:chExt cx="896159" cy="372147"/>
                    </a:xfrm>
                  </p:grpSpPr>
                  <p:grpSp>
                    <p:nvGrpSpPr>
                      <p:cNvPr id="124" name="Google Shape;83411;p3921">
                        <a:extLst>
                          <a:ext uri="{FF2B5EF4-FFF2-40B4-BE49-F238E27FC236}">
                            <a16:creationId xmlns:a16="http://schemas.microsoft.com/office/drawing/2014/main" id="{BC15B2F2-ADE7-05F0-2520-F9998EC46B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229485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128" name="Google Shape;83412;p3921">
                          <a:extLst>
                            <a:ext uri="{FF2B5EF4-FFF2-40B4-BE49-F238E27FC236}">
                              <a16:creationId xmlns:a16="http://schemas.microsoft.com/office/drawing/2014/main" id="{9FAC7C3F-F3C5-5CB9-B6E6-2CB98B2518F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rgbClr val="B5237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29" name="Google Shape;83413;p3921">
                          <a:extLst>
                            <a:ext uri="{FF2B5EF4-FFF2-40B4-BE49-F238E27FC236}">
                              <a16:creationId xmlns:a16="http://schemas.microsoft.com/office/drawing/2014/main" id="{CB565E5C-EEF5-92C6-108F-18D273269D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30" name="Google Shape;83414;p3921">
                          <a:extLst>
                            <a:ext uri="{FF2B5EF4-FFF2-40B4-BE49-F238E27FC236}">
                              <a16:creationId xmlns:a16="http://schemas.microsoft.com/office/drawing/2014/main" id="{5A3A5453-B45C-7EAB-D1E4-376EA7E2EF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25" name="Group 124">
                        <a:extLst>
                          <a:ext uri="{FF2B5EF4-FFF2-40B4-BE49-F238E27FC236}">
                            <a16:creationId xmlns:a16="http://schemas.microsoft.com/office/drawing/2014/main" id="{7F30EE26-1973-1DE8-146E-CC6CB61BA5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91491" y="983255"/>
                        <a:ext cx="372147" cy="372147"/>
                        <a:chOff x="10491491" y="983255"/>
                        <a:chExt cx="372147" cy="372147"/>
                      </a:xfrm>
                    </p:grpSpPr>
                    <p:sp>
                      <p:nvSpPr>
                        <p:cNvPr id="126" name="Google Shape;83463;p3921">
                          <a:extLst>
                            <a:ext uri="{FF2B5EF4-FFF2-40B4-BE49-F238E27FC236}">
                              <a16:creationId xmlns:a16="http://schemas.microsoft.com/office/drawing/2014/main" id="{A9C602BC-13E9-A8FC-3CEF-E754A271FE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91491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rgbClr val="B5237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27" name="Freeform: Shape 231">
                          <a:extLst>
                            <a:ext uri="{FF2B5EF4-FFF2-40B4-BE49-F238E27FC236}">
                              <a16:creationId xmlns:a16="http://schemas.microsoft.com/office/drawing/2014/main" id="{26A38CAA-377D-6DE5-B793-FDE3D364C9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79689" y="1068451"/>
                          <a:ext cx="195750" cy="201754"/>
                        </a:xfrm>
                        <a:custGeom>
                          <a:avLst/>
                          <a:gdLst>
                            <a:gd name="connsiteX0" fmla="*/ 1652288 w 4824064"/>
                            <a:gd name="connsiteY0" fmla="*/ 4286217 h 4972007"/>
                            <a:gd name="connsiteX1" fmla="*/ 1652288 w 4824064"/>
                            <a:gd name="connsiteY1" fmla="*/ 4457667 h 4972007"/>
                            <a:gd name="connsiteX2" fmla="*/ 1823738 w 4824064"/>
                            <a:gd name="connsiteY2" fmla="*/ 4457667 h 4972007"/>
                            <a:gd name="connsiteX3" fmla="*/ 1823738 w 4824064"/>
                            <a:gd name="connsiteY3" fmla="*/ 4286217 h 4972007"/>
                            <a:gd name="connsiteX4" fmla="*/ 1309388 w 4824064"/>
                            <a:gd name="connsiteY4" fmla="*/ 4286217 h 4972007"/>
                            <a:gd name="connsiteX5" fmla="*/ 1309388 w 4824064"/>
                            <a:gd name="connsiteY5" fmla="*/ 4457667 h 4972007"/>
                            <a:gd name="connsiteX6" fmla="*/ 1480838 w 4824064"/>
                            <a:gd name="connsiteY6" fmla="*/ 4457667 h 4972007"/>
                            <a:gd name="connsiteX7" fmla="*/ 1480838 w 4824064"/>
                            <a:gd name="connsiteY7" fmla="*/ 4286217 h 4972007"/>
                            <a:gd name="connsiteX8" fmla="*/ 966488 w 4824064"/>
                            <a:gd name="connsiteY8" fmla="*/ 4286217 h 4972007"/>
                            <a:gd name="connsiteX9" fmla="*/ 966488 w 4824064"/>
                            <a:gd name="connsiteY9" fmla="*/ 4457667 h 4972007"/>
                            <a:gd name="connsiteX10" fmla="*/ 1137938 w 4824064"/>
                            <a:gd name="connsiteY10" fmla="*/ 4457667 h 4972007"/>
                            <a:gd name="connsiteX11" fmla="*/ 1137938 w 4824064"/>
                            <a:gd name="connsiteY11" fmla="*/ 4286217 h 4972007"/>
                            <a:gd name="connsiteX12" fmla="*/ 1092970 w 4824064"/>
                            <a:gd name="connsiteY12" fmla="*/ 3943357 h 4972007"/>
                            <a:gd name="connsiteX13" fmla="*/ 1093002 w 4824064"/>
                            <a:gd name="connsiteY13" fmla="*/ 3943357 h 4972007"/>
                            <a:gd name="connsiteX14" fmla="*/ 1093009 w 4824064"/>
                            <a:gd name="connsiteY14" fmla="*/ 3943367 h 4972007"/>
                            <a:gd name="connsiteX15" fmla="*/ 452187 w 4824064"/>
                            <a:gd name="connsiteY15" fmla="*/ 3771867 h 4972007"/>
                            <a:gd name="connsiteX16" fmla="*/ 971357 w 4824064"/>
                            <a:gd name="connsiteY16" fmla="*/ 4071983 h 4972007"/>
                            <a:gd name="connsiteX17" fmla="*/ 996124 w 4824064"/>
                            <a:gd name="connsiteY17" fmla="*/ 4114767 h 4972007"/>
                            <a:gd name="connsiteX18" fmla="*/ 3165800 w 4824064"/>
                            <a:gd name="connsiteY18" fmla="*/ 4114767 h 4972007"/>
                            <a:gd name="connsiteX19" fmla="*/ 3190596 w 4824064"/>
                            <a:gd name="connsiteY19" fmla="*/ 4071983 h 4972007"/>
                            <a:gd name="connsiteX20" fmla="*/ 3709727 w 4824064"/>
                            <a:gd name="connsiteY20" fmla="*/ 3771867 h 4972007"/>
                            <a:gd name="connsiteX21" fmla="*/ 4161924 w 4824064"/>
                            <a:gd name="connsiteY21" fmla="*/ 3971180 h 4972007"/>
                            <a:gd name="connsiteX22" fmla="*/ 3829566 w 4824064"/>
                            <a:gd name="connsiteY22" fmla="*/ 4037683 h 4972007"/>
                            <a:gd name="connsiteX23" fmla="*/ 3606681 w 4824064"/>
                            <a:gd name="connsiteY23" fmla="*/ 4371932 h 4972007"/>
                            <a:gd name="connsiteX24" fmla="*/ 3829449 w 4824064"/>
                            <a:gd name="connsiteY24" fmla="*/ 4706260 h 4972007"/>
                            <a:gd name="connsiteX25" fmla="*/ 4161905 w 4824064"/>
                            <a:gd name="connsiteY25" fmla="*/ 4772694 h 4972007"/>
                            <a:gd name="connsiteX26" fmla="*/ 3709708 w 4824064"/>
                            <a:gd name="connsiteY26" fmla="*/ 4972007 h 4972007"/>
                            <a:gd name="connsiteX27" fmla="*/ 3190655 w 4824064"/>
                            <a:gd name="connsiteY27" fmla="*/ 4671891 h 4972007"/>
                            <a:gd name="connsiteX28" fmla="*/ 3165898 w 4824064"/>
                            <a:gd name="connsiteY28" fmla="*/ 4629107 h 4972007"/>
                            <a:gd name="connsiteX29" fmla="*/ 996124 w 4824064"/>
                            <a:gd name="connsiteY29" fmla="*/ 4629107 h 4972007"/>
                            <a:gd name="connsiteX30" fmla="*/ 971318 w 4824064"/>
                            <a:gd name="connsiteY30" fmla="*/ 4671891 h 4972007"/>
                            <a:gd name="connsiteX31" fmla="*/ 452187 w 4824064"/>
                            <a:gd name="connsiteY31" fmla="*/ 4972007 h 4972007"/>
                            <a:gd name="connsiteX32" fmla="*/ 0 w 4824064"/>
                            <a:gd name="connsiteY32" fmla="*/ 4772547 h 4972007"/>
                            <a:gd name="connsiteX33" fmla="*/ 332447 w 4824064"/>
                            <a:gd name="connsiteY33" fmla="*/ 4706113 h 4972007"/>
                            <a:gd name="connsiteX34" fmla="*/ 555332 w 4824064"/>
                            <a:gd name="connsiteY34" fmla="*/ 4371864 h 4972007"/>
                            <a:gd name="connsiteX35" fmla="*/ 332447 w 4824064"/>
                            <a:gd name="connsiteY35" fmla="*/ 4037615 h 4972007"/>
                            <a:gd name="connsiteX36" fmla="*/ 0 w 4824064"/>
                            <a:gd name="connsiteY36" fmla="*/ 3971180 h 4972007"/>
                            <a:gd name="connsiteX37" fmla="*/ 452187 w 4824064"/>
                            <a:gd name="connsiteY37" fmla="*/ 3771867 h 4972007"/>
                            <a:gd name="connsiteX38" fmla="*/ 3881149 w 4824064"/>
                            <a:gd name="connsiteY38" fmla="*/ 3000381 h 4972007"/>
                            <a:gd name="connsiteX39" fmla="*/ 3881158 w 4824064"/>
                            <a:gd name="connsiteY39" fmla="*/ 3000382 h 4972007"/>
                            <a:gd name="connsiteX40" fmla="*/ 3881139 w 4824064"/>
                            <a:gd name="connsiteY40" fmla="*/ 3000382 h 4972007"/>
                            <a:gd name="connsiteX41" fmla="*/ 1909463 w 4824064"/>
                            <a:gd name="connsiteY41" fmla="*/ 2914657 h 4972007"/>
                            <a:gd name="connsiteX42" fmla="*/ 1909463 w 4824064"/>
                            <a:gd name="connsiteY42" fmla="*/ 3086107 h 4972007"/>
                            <a:gd name="connsiteX43" fmla="*/ 2080913 w 4824064"/>
                            <a:gd name="connsiteY43" fmla="*/ 3086107 h 4972007"/>
                            <a:gd name="connsiteX44" fmla="*/ 2080913 w 4824064"/>
                            <a:gd name="connsiteY44" fmla="*/ 2914657 h 4972007"/>
                            <a:gd name="connsiteX45" fmla="*/ 1566563 w 4824064"/>
                            <a:gd name="connsiteY45" fmla="*/ 2914657 h 4972007"/>
                            <a:gd name="connsiteX46" fmla="*/ 1566563 w 4824064"/>
                            <a:gd name="connsiteY46" fmla="*/ 3086107 h 4972007"/>
                            <a:gd name="connsiteX47" fmla="*/ 1738013 w 4824064"/>
                            <a:gd name="connsiteY47" fmla="*/ 3086107 h 4972007"/>
                            <a:gd name="connsiteX48" fmla="*/ 1738013 w 4824064"/>
                            <a:gd name="connsiteY48" fmla="*/ 2914657 h 4972007"/>
                            <a:gd name="connsiteX49" fmla="*/ 1223663 w 4824064"/>
                            <a:gd name="connsiteY49" fmla="*/ 2914657 h 4972007"/>
                            <a:gd name="connsiteX50" fmla="*/ 1223663 w 4824064"/>
                            <a:gd name="connsiteY50" fmla="*/ 3086107 h 4972007"/>
                            <a:gd name="connsiteX51" fmla="*/ 1395113 w 4824064"/>
                            <a:gd name="connsiteY51" fmla="*/ 3086107 h 4972007"/>
                            <a:gd name="connsiteX52" fmla="*/ 1395113 w 4824064"/>
                            <a:gd name="connsiteY52" fmla="*/ 2914657 h 4972007"/>
                            <a:gd name="connsiteX53" fmla="*/ 880763 w 4824064"/>
                            <a:gd name="connsiteY53" fmla="*/ 2914657 h 4972007"/>
                            <a:gd name="connsiteX54" fmla="*/ 880763 w 4824064"/>
                            <a:gd name="connsiteY54" fmla="*/ 3086107 h 4972007"/>
                            <a:gd name="connsiteX55" fmla="*/ 1052213 w 4824064"/>
                            <a:gd name="connsiteY55" fmla="*/ 3086107 h 4972007"/>
                            <a:gd name="connsiteX56" fmla="*/ 1052213 w 4824064"/>
                            <a:gd name="connsiteY56" fmla="*/ 2914657 h 4972007"/>
                            <a:gd name="connsiteX57" fmla="*/ 3374538 w 4824064"/>
                            <a:gd name="connsiteY57" fmla="*/ 2571757 h 4972007"/>
                            <a:gd name="connsiteX58" fmla="*/ 4387759 w 4824064"/>
                            <a:gd name="connsiteY58" fmla="*/ 2571757 h 4972007"/>
                            <a:gd name="connsiteX59" fmla="*/ 3974248 w 4824064"/>
                            <a:gd name="connsiteY59" fmla="*/ 2991925 h 4972007"/>
                            <a:gd name="connsiteX60" fmla="*/ 3881149 w 4824064"/>
                            <a:gd name="connsiteY60" fmla="*/ 3000381 h 4972007"/>
                            <a:gd name="connsiteX61" fmla="*/ 3788049 w 4824064"/>
                            <a:gd name="connsiteY61" fmla="*/ 2991925 h 4972007"/>
                            <a:gd name="connsiteX62" fmla="*/ 3374538 w 4824064"/>
                            <a:gd name="connsiteY62" fmla="*/ 2571757 h 4972007"/>
                            <a:gd name="connsiteX63" fmla="*/ 3195338 w 4824064"/>
                            <a:gd name="connsiteY63" fmla="*/ 2228857 h 4972007"/>
                            <a:gd name="connsiteX64" fmla="*/ 4566938 w 4824064"/>
                            <a:gd name="connsiteY64" fmla="*/ 2228857 h 4972007"/>
                            <a:gd name="connsiteX65" fmla="*/ 4652663 w 4824064"/>
                            <a:gd name="connsiteY65" fmla="*/ 2314582 h 4972007"/>
                            <a:gd name="connsiteX66" fmla="*/ 4566938 w 4824064"/>
                            <a:gd name="connsiteY66" fmla="*/ 2400307 h 4972007"/>
                            <a:gd name="connsiteX67" fmla="*/ 3195338 w 4824064"/>
                            <a:gd name="connsiteY67" fmla="*/ 2400307 h 4972007"/>
                            <a:gd name="connsiteX68" fmla="*/ 3109613 w 4824064"/>
                            <a:gd name="connsiteY68" fmla="*/ 2314582 h 4972007"/>
                            <a:gd name="connsiteX69" fmla="*/ 3195338 w 4824064"/>
                            <a:gd name="connsiteY69" fmla="*/ 2228857 h 4972007"/>
                            <a:gd name="connsiteX70" fmla="*/ 709313 w 4824064"/>
                            <a:gd name="connsiteY70" fmla="*/ 2057407 h 4972007"/>
                            <a:gd name="connsiteX71" fmla="*/ 1395113 w 4824064"/>
                            <a:gd name="connsiteY71" fmla="*/ 2057407 h 4972007"/>
                            <a:gd name="connsiteX72" fmla="*/ 1395113 w 4824064"/>
                            <a:gd name="connsiteY72" fmla="*/ 2400307 h 4972007"/>
                            <a:gd name="connsiteX73" fmla="*/ 2252363 w 4824064"/>
                            <a:gd name="connsiteY73" fmla="*/ 2400307 h 4972007"/>
                            <a:gd name="connsiteX74" fmla="*/ 2252363 w 4824064"/>
                            <a:gd name="connsiteY74" fmla="*/ 3257557 h 4972007"/>
                            <a:gd name="connsiteX75" fmla="*/ 709313 w 4824064"/>
                            <a:gd name="connsiteY75" fmla="*/ 3257557 h 4972007"/>
                            <a:gd name="connsiteX76" fmla="*/ 2423814 w 4824064"/>
                            <a:gd name="connsiteY76" fmla="*/ 1200157 h 4972007"/>
                            <a:gd name="connsiteX77" fmla="*/ 2423814 w 4824064"/>
                            <a:gd name="connsiteY77" fmla="*/ 1371608 h 4972007"/>
                            <a:gd name="connsiteX78" fmla="*/ 2595264 w 4824064"/>
                            <a:gd name="connsiteY78" fmla="*/ 1371608 h 4972007"/>
                            <a:gd name="connsiteX79" fmla="*/ 2595264 w 4824064"/>
                            <a:gd name="connsiteY79" fmla="*/ 1200157 h 4972007"/>
                            <a:gd name="connsiteX80" fmla="*/ 2080914 w 4824064"/>
                            <a:gd name="connsiteY80" fmla="*/ 1200157 h 4972007"/>
                            <a:gd name="connsiteX81" fmla="*/ 2080914 w 4824064"/>
                            <a:gd name="connsiteY81" fmla="*/ 1371608 h 4972007"/>
                            <a:gd name="connsiteX82" fmla="*/ 2252364 w 4824064"/>
                            <a:gd name="connsiteY82" fmla="*/ 1371608 h 4972007"/>
                            <a:gd name="connsiteX83" fmla="*/ 2252364 w 4824064"/>
                            <a:gd name="connsiteY83" fmla="*/ 1200157 h 4972007"/>
                            <a:gd name="connsiteX84" fmla="*/ 1738014 w 4824064"/>
                            <a:gd name="connsiteY84" fmla="*/ 1200157 h 4972007"/>
                            <a:gd name="connsiteX85" fmla="*/ 1738014 w 4824064"/>
                            <a:gd name="connsiteY85" fmla="*/ 1371608 h 4972007"/>
                            <a:gd name="connsiteX86" fmla="*/ 1909464 w 4824064"/>
                            <a:gd name="connsiteY86" fmla="*/ 1371608 h 4972007"/>
                            <a:gd name="connsiteX87" fmla="*/ 1909464 w 4824064"/>
                            <a:gd name="connsiteY87" fmla="*/ 1200157 h 4972007"/>
                            <a:gd name="connsiteX88" fmla="*/ 3818153 w 4824064"/>
                            <a:gd name="connsiteY88" fmla="*/ 1114432 h 4972007"/>
                            <a:gd name="connsiteX89" fmla="*/ 3944134 w 4824064"/>
                            <a:gd name="connsiteY89" fmla="*/ 1114432 h 4972007"/>
                            <a:gd name="connsiteX90" fmla="*/ 3894502 w 4824064"/>
                            <a:gd name="connsiteY90" fmla="*/ 2057407 h 4972007"/>
                            <a:gd name="connsiteX91" fmla="*/ 3867785 w 4824064"/>
                            <a:gd name="connsiteY91" fmla="*/ 2057407 h 4972007"/>
                            <a:gd name="connsiteX92" fmla="*/ 1566554 w 4824064"/>
                            <a:gd name="connsiteY92" fmla="*/ 1028708 h 4972007"/>
                            <a:gd name="connsiteX93" fmla="*/ 2772190 w 4824064"/>
                            <a:gd name="connsiteY93" fmla="*/ 1028708 h 4972007"/>
                            <a:gd name="connsiteX94" fmla="*/ 2899661 w 4824064"/>
                            <a:gd name="connsiteY94" fmla="*/ 1468737 h 4972007"/>
                            <a:gd name="connsiteX95" fmla="*/ 3216354 w 4824064"/>
                            <a:gd name="connsiteY95" fmla="*/ 2057407 h 4972007"/>
                            <a:gd name="connsiteX96" fmla="*/ 3195339 w 4824064"/>
                            <a:gd name="connsiteY96" fmla="*/ 2057407 h 4972007"/>
                            <a:gd name="connsiteX97" fmla="*/ 2953918 w 4824064"/>
                            <a:gd name="connsiteY97" fmla="*/ 2228857 h 4972007"/>
                            <a:gd name="connsiteX98" fmla="*/ 1566554 w 4824064"/>
                            <a:gd name="connsiteY98" fmla="*/ 2228857 h 4972007"/>
                            <a:gd name="connsiteX99" fmla="*/ 4215201 w 4824064"/>
                            <a:gd name="connsiteY99" fmla="*/ 771532 h 4972007"/>
                            <a:gd name="connsiteX100" fmla="*/ 4224038 w 4824064"/>
                            <a:gd name="connsiteY100" fmla="*/ 771532 h 4972007"/>
                            <a:gd name="connsiteX101" fmla="*/ 4309763 w 4824064"/>
                            <a:gd name="connsiteY101" fmla="*/ 857257 h 4972007"/>
                            <a:gd name="connsiteX102" fmla="*/ 4224038 w 4824064"/>
                            <a:gd name="connsiteY102" fmla="*/ 942982 h 4972007"/>
                            <a:gd name="connsiteX103" fmla="*/ 4124960 w 4824064"/>
                            <a:gd name="connsiteY103" fmla="*/ 942982 h 4972007"/>
                            <a:gd name="connsiteX104" fmla="*/ 4129623 w 4824064"/>
                            <a:gd name="connsiteY104" fmla="*/ 852701 h 4972007"/>
                            <a:gd name="connsiteX105" fmla="*/ 4215201 w 4824064"/>
                            <a:gd name="connsiteY105" fmla="*/ 771532 h 4972007"/>
                            <a:gd name="connsiteX106" fmla="*/ 3538219 w 4824064"/>
                            <a:gd name="connsiteY106" fmla="*/ 771532 h 4972007"/>
                            <a:gd name="connsiteX107" fmla="*/ 3547056 w 4824064"/>
                            <a:gd name="connsiteY107" fmla="*/ 771532 h 4972007"/>
                            <a:gd name="connsiteX108" fmla="*/ 3632507 w 4824064"/>
                            <a:gd name="connsiteY108" fmla="*/ 852819 h 4972007"/>
                            <a:gd name="connsiteX109" fmla="*/ 3637298 w 4824064"/>
                            <a:gd name="connsiteY109" fmla="*/ 942982 h 4972007"/>
                            <a:gd name="connsiteX110" fmla="*/ 3538219 w 4824064"/>
                            <a:gd name="connsiteY110" fmla="*/ 942982 h 4972007"/>
                            <a:gd name="connsiteX111" fmla="*/ 3452494 w 4824064"/>
                            <a:gd name="connsiteY111" fmla="*/ 857257 h 4972007"/>
                            <a:gd name="connsiteX112" fmla="*/ 3538219 w 4824064"/>
                            <a:gd name="connsiteY112" fmla="*/ 771532 h 4972007"/>
                            <a:gd name="connsiteX113" fmla="*/ 1395153 w 4824064"/>
                            <a:gd name="connsiteY113" fmla="*/ 514358 h 4972007"/>
                            <a:gd name="connsiteX114" fmla="*/ 1395153 w 4824064"/>
                            <a:gd name="connsiteY114" fmla="*/ 685808 h 4972007"/>
                            <a:gd name="connsiteX115" fmla="*/ 2595303 w 4824064"/>
                            <a:gd name="connsiteY115" fmla="*/ 685808 h 4972007"/>
                            <a:gd name="connsiteX116" fmla="*/ 2595303 w 4824064"/>
                            <a:gd name="connsiteY116" fmla="*/ 514358 h 4972007"/>
                            <a:gd name="connsiteX117" fmla="*/ 1395153 w 4824064"/>
                            <a:gd name="connsiteY117" fmla="*/ 171458 h 4972007"/>
                            <a:gd name="connsiteX118" fmla="*/ 1395153 w 4824064"/>
                            <a:gd name="connsiteY118" fmla="*/ 342908 h 4972007"/>
                            <a:gd name="connsiteX119" fmla="*/ 2595303 w 4824064"/>
                            <a:gd name="connsiteY119" fmla="*/ 342908 h 4972007"/>
                            <a:gd name="connsiteX120" fmla="*/ 2595303 w 4824064"/>
                            <a:gd name="connsiteY120" fmla="*/ 171458 h 4972007"/>
                            <a:gd name="connsiteX121" fmla="*/ 1052214 w 4824064"/>
                            <a:gd name="connsiteY121" fmla="*/ 121208 h 4972007"/>
                            <a:gd name="connsiteX122" fmla="*/ 1052214 w 4824064"/>
                            <a:gd name="connsiteY122" fmla="*/ 685808 h 4972007"/>
                            <a:gd name="connsiteX123" fmla="*/ 487614 w 4824064"/>
                            <a:gd name="connsiteY123" fmla="*/ 685808 h 4972007"/>
                            <a:gd name="connsiteX124" fmla="*/ 3882897 w 4824064"/>
                            <a:gd name="connsiteY124" fmla="*/ 7 h 4972007"/>
                            <a:gd name="connsiteX125" fmla="*/ 3978973 w 4824064"/>
                            <a:gd name="connsiteY125" fmla="*/ 4875 h 4972007"/>
                            <a:gd name="connsiteX126" fmla="*/ 4824064 w 4824064"/>
                            <a:gd name="connsiteY126" fmla="*/ 941179 h 4972007"/>
                            <a:gd name="connsiteX127" fmla="*/ 4711593 w 4824064"/>
                            <a:gd name="connsiteY127" fmla="*/ 1387449 h 4972007"/>
                            <a:gd name="connsiteX128" fmla="*/ 4350862 w 4824064"/>
                            <a:gd name="connsiteY128" fmla="*/ 2057407 h 4972007"/>
                            <a:gd name="connsiteX129" fmla="*/ 4066245 w 4824064"/>
                            <a:gd name="connsiteY129" fmla="*/ 2057407 h 4972007"/>
                            <a:gd name="connsiteX130" fmla="*/ 4115809 w 4824064"/>
                            <a:gd name="connsiteY130" fmla="*/ 1114432 h 4972007"/>
                            <a:gd name="connsiteX131" fmla="*/ 4223999 w 4824064"/>
                            <a:gd name="connsiteY131" fmla="*/ 1114432 h 4972007"/>
                            <a:gd name="connsiteX132" fmla="*/ 4481174 w 4824064"/>
                            <a:gd name="connsiteY132" fmla="*/ 857257 h 4972007"/>
                            <a:gd name="connsiteX133" fmla="*/ 4223999 w 4824064"/>
                            <a:gd name="connsiteY133" fmla="*/ 600082 h 4972007"/>
                            <a:gd name="connsiteX134" fmla="*/ 4215152 w 4824064"/>
                            <a:gd name="connsiteY134" fmla="*/ 600082 h 4972007"/>
                            <a:gd name="connsiteX135" fmla="*/ 3958438 w 4824064"/>
                            <a:gd name="connsiteY135" fmla="*/ 843708 h 4972007"/>
                            <a:gd name="connsiteX136" fmla="*/ 3953196 w 4824064"/>
                            <a:gd name="connsiteY136" fmla="*/ 942982 h 4972007"/>
                            <a:gd name="connsiteX137" fmla="*/ 3808992 w 4824064"/>
                            <a:gd name="connsiteY137" fmla="*/ 942982 h 4972007"/>
                            <a:gd name="connsiteX138" fmla="*/ 3803868 w 4824064"/>
                            <a:gd name="connsiteY138" fmla="*/ 843786 h 4972007"/>
                            <a:gd name="connsiteX139" fmla="*/ 3547036 w 4824064"/>
                            <a:gd name="connsiteY139" fmla="*/ 600082 h 4972007"/>
                            <a:gd name="connsiteX140" fmla="*/ 3538189 w 4824064"/>
                            <a:gd name="connsiteY140" fmla="*/ 600082 h 4972007"/>
                            <a:gd name="connsiteX141" fmla="*/ 3281014 w 4824064"/>
                            <a:gd name="connsiteY141" fmla="*/ 857257 h 4972007"/>
                            <a:gd name="connsiteX142" fmla="*/ 3538189 w 4824064"/>
                            <a:gd name="connsiteY142" fmla="*/ 1114432 h 4972007"/>
                            <a:gd name="connsiteX143" fmla="*/ 3646379 w 4824064"/>
                            <a:gd name="connsiteY143" fmla="*/ 1114432 h 4972007"/>
                            <a:gd name="connsiteX144" fmla="*/ 3695943 w 4824064"/>
                            <a:gd name="connsiteY144" fmla="*/ 2057407 h 4972007"/>
                            <a:gd name="connsiteX145" fmla="*/ 3411404 w 4824064"/>
                            <a:gd name="connsiteY145" fmla="*/ 2057407 h 4972007"/>
                            <a:gd name="connsiteX146" fmla="*/ 3050595 w 4824064"/>
                            <a:gd name="connsiteY146" fmla="*/ 1387449 h 4972007"/>
                            <a:gd name="connsiteX147" fmla="*/ 2938124 w 4824064"/>
                            <a:gd name="connsiteY147" fmla="*/ 941179 h 4972007"/>
                            <a:gd name="connsiteX148" fmla="*/ 3786186 w 4824064"/>
                            <a:gd name="connsiteY148" fmla="*/ 4875 h 4972007"/>
                            <a:gd name="connsiteX149" fmla="*/ 3882892 w 4824064"/>
                            <a:gd name="connsiteY149" fmla="*/ 7 h 4972007"/>
                            <a:gd name="connsiteX150" fmla="*/ 3882902 w 4824064"/>
                            <a:gd name="connsiteY150" fmla="*/ 7 h 4972007"/>
                            <a:gd name="connsiteX151" fmla="*/ 3882897 w 4824064"/>
                            <a:gd name="connsiteY151" fmla="*/ 7 h 4972007"/>
                            <a:gd name="connsiteX152" fmla="*/ 1223742 w 4824064"/>
                            <a:gd name="connsiteY152" fmla="*/ 0 h 4972007"/>
                            <a:gd name="connsiteX153" fmla="*/ 3288784 w 4824064"/>
                            <a:gd name="connsiteY153" fmla="*/ 0 h 4972007"/>
                            <a:gd name="connsiteX154" fmla="*/ 2771103 w 4824064"/>
                            <a:gd name="connsiteY154" fmla="*/ 857248 h 4972007"/>
                            <a:gd name="connsiteX155" fmla="*/ 1395192 w 4824064"/>
                            <a:gd name="connsiteY155" fmla="*/ 857248 h 4972007"/>
                            <a:gd name="connsiteX156" fmla="*/ 1395192 w 4824064"/>
                            <a:gd name="connsiteY156" fmla="*/ 1885947 h 4972007"/>
                            <a:gd name="connsiteX157" fmla="*/ 537942 w 4824064"/>
                            <a:gd name="connsiteY157" fmla="*/ 1885947 h 4972007"/>
                            <a:gd name="connsiteX158" fmla="*/ 537942 w 4824064"/>
                            <a:gd name="connsiteY158" fmla="*/ 3428997 h 4972007"/>
                            <a:gd name="connsiteX159" fmla="*/ 2423892 w 4824064"/>
                            <a:gd name="connsiteY159" fmla="*/ 3428997 h 4972007"/>
                            <a:gd name="connsiteX160" fmla="*/ 2423892 w 4824064"/>
                            <a:gd name="connsiteY160" fmla="*/ 2400297 h 4972007"/>
                            <a:gd name="connsiteX161" fmla="*/ 2954006 w 4824064"/>
                            <a:gd name="connsiteY161" fmla="*/ 2400297 h 4972007"/>
                            <a:gd name="connsiteX162" fmla="*/ 3195417 w 4824064"/>
                            <a:gd name="connsiteY162" fmla="*/ 2571747 h 4972007"/>
                            <a:gd name="connsiteX163" fmla="*/ 3201423 w 4824064"/>
                            <a:gd name="connsiteY163" fmla="*/ 2571786 h 4972007"/>
                            <a:gd name="connsiteX164" fmla="*/ 3795570 w 4824064"/>
                            <a:gd name="connsiteY164" fmla="*/ 3165934 h 4972007"/>
                            <a:gd name="connsiteX165" fmla="*/ 3795570 w 4824064"/>
                            <a:gd name="connsiteY165" fmla="*/ 3606120 h 4972007"/>
                            <a:gd name="connsiteX166" fmla="*/ 3709845 w 4824064"/>
                            <a:gd name="connsiteY166" fmla="*/ 3600457 h 4972007"/>
                            <a:gd name="connsiteX167" fmla="*/ 3069053 w 4824064"/>
                            <a:gd name="connsiteY167" fmla="*/ 3943357 h 4972007"/>
                            <a:gd name="connsiteX168" fmla="*/ 1093002 w 4824064"/>
                            <a:gd name="connsiteY168" fmla="*/ 3943357 h 4972007"/>
                            <a:gd name="connsiteX169" fmla="*/ 1035091 w 4824064"/>
                            <a:gd name="connsiteY169" fmla="*/ 3867574 h 4972007"/>
                            <a:gd name="connsiteX170" fmla="*/ 452217 w 4824064"/>
                            <a:gd name="connsiteY170" fmla="*/ 3600467 h 4972007"/>
                            <a:gd name="connsiteX171" fmla="*/ 366492 w 4824064"/>
                            <a:gd name="connsiteY171" fmla="*/ 3606130 h 4972007"/>
                            <a:gd name="connsiteX172" fmla="*/ 366492 w 4824064"/>
                            <a:gd name="connsiteY172" fmla="*/ 857248 h 4972007"/>
                            <a:gd name="connsiteX173" fmla="*/ 1223742 w 4824064"/>
                            <a:gd name="connsiteY173" fmla="*/ 857248 h 497200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  <a:cxn ang="0">
                              <a:pos x="connsiteX140" y="connsiteY140"/>
                            </a:cxn>
                            <a:cxn ang="0">
                              <a:pos x="connsiteX141" y="connsiteY141"/>
                            </a:cxn>
                            <a:cxn ang="0">
                              <a:pos x="connsiteX142" y="connsiteY142"/>
                            </a:cxn>
                            <a:cxn ang="0">
                              <a:pos x="connsiteX143" y="connsiteY143"/>
                            </a:cxn>
                            <a:cxn ang="0">
                              <a:pos x="connsiteX144" y="connsiteY144"/>
                            </a:cxn>
                            <a:cxn ang="0">
                              <a:pos x="connsiteX145" y="connsiteY145"/>
                            </a:cxn>
                            <a:cxn ang="0">
                              <a:pos x="connsiteX146" y="connsiteY146"/>
                            </a:cxn>
                            <a:cxn ang="0">
                              <a:pos x="connsiteX147" y="connsiteY147"/>
                            </a:cxn>
                            <a:cxn ang="0">
                              <a:pos x="connsiteX148" y="connsiteY148"/>
                            </a:cxn>
                            <a:cxn ang="0">
                              <a:pos x="connsiteX149" y="connsiteY149"/>
                            </a:cxn>
                            <a:cxn ang="0">
                              <a:pos x="connsiteX150" y="connsiteY150"/>
                            </a:cxn>
                            <a:cxn ang="0">
                              <a:pos x="connsiteX151" y="connsiteY151"/>
                            </a:cxn>
                            <a:cxn ang="0">
                              <a:pos x="connsiteX152" y="connsiteY152"/>
                            </a:cxn>
                            <a:cxn ang="0">
                              <a:pos x="connsiteX153" y="connsiteY153"/>
                            </a:cxn>
                            <a:cxn ang="0">
                              <a:pos x="connsiteX154" y="connsiteY154"/>
                            </a:cxn>
                            <a:cxn ang="0">
                              <a:pos x="connsiteX155" y="connsiteY155"/>
                            </a:cxn>
                            <a:cxn ang="0">
                              <a:pos x="connsiteX156" y="connsiteY156"/>
                            </a:cxn>
                            <a:cxn ang="0">
                              <a:pos x="connsiteX157" y="connsiteY157"/>
                            </a:cxn>
                            <a:cxn ang="0">
                              <a:pos x="connsiteX158" y="connsiteY158"/>
                            </a:cxn>
                            <a:cxn ang="0">
                              <a:pos x="connsiteX159" y="connsiteY159"/>
                            </a:cxn>
                            <a:cxn ang="0">
                              <a:pos x="connsiteX160" y="connsiteY160"/>
                            </a:cxn>
                            <a:cxn ang="0">
                              <a:pos x="connsiteX161" y="connsiteY161"/>
                            </a:cxn>
                            <a:cxn ang="0">
                              <a:pos x="connsiteX162" y="connsiteY162"/>
                            </a:cxn>
                            <a:cxn ang="0">
                              <a:pos x="connsiteX163" y="connsiteY163"/>
                            </a:cxn>
                            <a:cxn ang="0">
                              <a:pos x="connsiteX164" y="connsiteY164"/>
                            </a:cxn>
                            <a:cxn ang="0">
                              <a:pos x="connsiteX165" y="connsiteY165"/>
                            </a:cxn>
                            <a:cxn ang="0">
                              <a:pos x="connsiteX166" y="connsiteY166"/>
                            </a:cxn>
                            <a:cxn ang="0">
                              <a:pos x="connsiteX167" y="connsiteY167"/>
                            </a:cxn>
                            <a:cxn ang="0">
                              <a:pos x="connsiteX168" y="connsiteY168"/>
                            </a:cxn>
                            <a:cxn ang="0">
                              <a:pos x="connsiteX169" y="connsiteY169"/>
                            </a:cxn>
                            <a:cxn ang="0">
                              <a:pos x="connsiteX170" y="connsiteY170"/>
                            </a:cxn>
                            <a:cxn ang="0">
                              <a:pos x="connsiteX171" y="connsiteY171"/>
                            </a:cxn>
                            <a:cxn ang="0">
                              <a:pos x="connsiteX172" y="connsiteY172"/>
                            </a:cxn>
                            <a:cxn ang="0">
                              <a:pos x="connsiteX173" y="connsiteY173"/>
                            </a:cxn>
                          </a:cxnLst>
                          <a:rect l="l" t="t" r="r" b="b"/>
                          <a:pathLst>
                            <a:path w="4824064" h="4972007">
                              <a:moveTo>
                                <a:pt x="1652288" y="4286217"/>
                              </a:moveTo>
                              <a:lnTo>
                                <a:pt x="1652288" y="4457667"/>
                              </a:lnTo>
                              <a:lnTo>
                                <a:pt x="1823738" y="4457667"/>
                              </a:lnTo>
                              <a:lnTo>
                                <a:pt x="1823738" y="4286217"/>
                              </a:lnTo>
                              <a:close/>
                              <a:moveTo>
                                <a:pt x="1309388" y="4286217"/>
                              </a:moveTo>
                              <a:lnTo>
                                <a:pt x="1309388" y="4457667"/>
                              </a:lnTo>
                              <a:lnTo>
                                <a:pt x="1480838" y="4457667"/>
                              </a:lnTo>
                              <a:lnTo>
                                <a:pt x="1480838" y="4286217"/>
                              </a:lnTo>
                              <a:close/>
                              <a:moveTo>
                                <a:pt x="966488" y="4286217"/>
                              </a:moveTo>
                              <a:lnTo>
                                <a:pt x="966488" y="4457667"/>
                              </a:lnTo>
                              <a:lnTo>
                                <a:pt x="1137938" y="4457667"/>
                              </a:lnTo>
                              <a:lnTo>
                                <a:pt x="1137938" y="4286217"/>
                              </a:lnTo>
                              <a:close/>
                              <a:moveTo>
                                <a:pt x="1092970" y="3943357"/>
                              </a:moveTo>
                              <a:lnTo>
                                <a:pt x="1093002" y="3943357"/>
                              </a:lnTo>
                              <a:lnTo>
                                <a:pt x="1093009" y="3943367"/>
                              </a:lnTo>
                              <a:close/>
                              <a:moveTo>
                                <a:pt x="452187" y="3771867"/>
                              </a:moveTo>
                              <a:cubicBezTo>
                                <a:pt x="665128" y="3771867"/>
                                <a:pt x="864088" y="3886905"/>
                                <a:pt x="971357" y="4071983"/>
                              </a:cubicBezTo>
                              <a:lnTo>
                                <a:pt x="996124" y="4114767"/>
                              </a:lnTo>
                              <a:lnTo>
                                <a:pt x="3165800" y="4114767"/>
                              </a:lnTo>
                              <a:lnTo>
                                <a:pt x="3190596" y="4071983"/>
                              </a:lnTo>
                              <a:cubicBezTo>
                                <a:pt x="3297826" y="3886905"/>
                                <a:pt x="3496796" y="3771867"/>
                                <a:pt x="3709727" y="3771867"/>
                              </a:cubicBezTo>
                              <a:cubicBezTo>
                                <a:pt x="3884087" y="3771867"/>
                                <a:pt x="4048414" y="3846110"/>
                                <a:pt x="4161924" y="3971180"/>
                              </a:cubicBezTo>
                              <a:lnTo>
                                <a:pt x="3829566" y="4037683"/>
                              </a:lnTo>
                              <a:lnTo>
                                <a:pt x="3606681" y="4371932"/>
                              </a:lnTo>
                              <a:lnTo>
                                <a:pt x="3829449" y="4706260"/>
                              </a:lnTo>
                              <a:lnTo>
                                <a:pt x="4161905" y="4772694"/>
                              </a:lnTo>
                              <a:cubicBezTo>
                                <a:pt x="4048395" y="4897764"/>
                                <a:pt x="3884068" y="4972007"/>
                                <a:pt x="3709708" y="4972007"/>
                              </a:cubicBezTo>
                              <a:cubicBezTo>
                                <a:pt x="3496777" y="4972007"/>
                                <a:pt x="3297816" y="4856969"/>
                                <a:pt x="3190655" y="4671891"/>
                              </a:cubicBezTo>
                              <a:lnTo>
                                <a:pt x="3165898" y="4629107"/>
                              </a:lnTo>
                              <a:lnTo>
                                <a:pt x="996124" y="4629107"/>
                              </a:lnTo>
                              <a:lnTo>
                                <a:pt x="971318" y="4671891"/>
                              </a:lnTo>
                              <a:cubicBezTo>
                                <a:pt x="864088" y="4856969"/>
                                <a:pt x="665128" y="4972007"/>
                                <a:pt x="452187" y="4972007"/>
                              </a:cubicBezTo>
                              <a:cubicBezTo>
                                <a:pt x="277827" y="4972007"/>
                                <a:pt x="113510" y="4897764"/>
                                <a:pt x="0" y="4772547"/>
                              </a:cubicBezTo>
                              <a:lnTo>
                                <a:pt x="332447" y="4706113"/>
                              </a:lnTo>
                              <a:lnTo>
                                <a:pt x="555332" y="4371864"/>
                              </a:lnTo>
                              <a:lnTo>
                                <a:pt x="332447" y="4037615"/>
                              </a:lnTo>
                              <a:lnTo>
                                <a:pt x="0" y="3971180"/>
                              </a:lnTo>
                              <a:cubicBezTo>
                                <a:pt x="113510" y="3846110"/>
                                <a:pt x="277827" y="3771867"/>
                                <a:pt x="452187" y="3771867"/>
                              </a:cubicBezTo>
                              <a:close/>
                              <a:moveTo>
                                <a:pt x="3881149" y="3000381"/>
                              </a:moveTo>
                              <a:lnTo>
                                <a:pt x="3881158" y="3000382"/>
                              </a:lnTo>
                              <a:lnTo>
                                <a:pt x="3881139" y="3000382"/>
                              </a:lnTo>
                              <a:close/>
                              <a:moveTo>
                                <a:pt x="1909463" y="2914657"/>
                              </a:moveTo>
                              <a:lnTo>
                                <a:pt x="1909463" y="3086107"/>
                              </a:lnTo>
                              <a:lnTo>
                                <a:pt x="2080913" y="3086107"/>
                              </a:lnTo>
                              <a:lnTo>
                                <a:pt x="2080913" y="2914657"/>
                              </a:lnTo>
                              <a:close/>
                              <a:moveTo>
                                <a:pt x="1566563" y="2914657"/>
                              </a:moveTo>
                              <a:lnTo>
                                <a:pt x="1566563" y="3086107"/>
                              </a:lnTo>
                              <a:lnTo>
                                <a:pt x="1738013" y="3086107"/>
                              </a:lnTo>
                              <a:lnTo>
                                <a:pt x="1738013" y="2914657"/>
                              </a:lnTo>
                              <a:close/>
                              <a:moveTo>
                                <a:pt x="1223663" y="2914657"/>
                              </a:moveTo>
                              <a:lnTo>
                                <a:pt x="1223663" y="3086107"/>
                              </a:lnTo>
                              <a:lnTo>
                                <a:pt x="1395113" y="3086107"/>
                              </a:lnTo>
                              <a:lnTo>
                                <a:pt x="1395113" y="2914657"/>
                              </a:lnTo>
                              <a:close/>
                              <a:moveTo>
                                <a:pt x="880763" y="2914657"/>
                              </a:moveTo>
                              <a:lnTo>
                                <a:pt x="880763" y="3086107"/>
                              </a:lnTo>
                              <a:lnTo>
                                <a:pt x="1052213" y="3086107"/>
                              </a:lnTo>
                              <a:lnTo>
                                <a:pt x="1052213" y="2914657"/>
                              </a:lnTo>
                              <a:close/>
                              <a:moveTo>
                                <a:pt x="3374538" y="2571757"/>
                              </a:moveTo>
                              <a:lnTo>
                                <a:pt x="4387759" y="2571757"/>
                              </a:lnTo>
                              <a:cubicBezTo>
                                <a:pt x="4351832" y="2784260"/>
                                <a:pt x="4185628" y="2953049"/>
                                <a:pt x="3974248" y="2991925"/>
                              </a:cubicBezTo>
                              <a:lnTo>
                                <a:pt x="3881149" y="3000381"/>
                              </a:lnTo>
                              <a:lnTo>
                                <a:pt x="3788049" y="2991925"/>
                              </a:lnTo>
                              <a:cubicBezTo>
                                <a:pt x="3576669" y="2953049"/>
                                <a:pt x="3410466" y="2784260"/>
                                <a:pt x="3374538" y="2571757"/>
                              </a:cubicBezTo>
                              <a:close/>
                              <a:moveTo>
                                <a:pt x="3195338" y="2228857"/>
                              </a:moveTo>
                              <a:lnTo>
                                <a:pt x="4566938" y="2228857"/>
                              </a:lnTo>
                              <a:cubicBezTo>
                                <a:pt x="4614239" y="2228857"/>
                                <a:pt x="4652663" y="2267360"/>
                                <a:pt x="4652663" y="2314582"/>
                              </a:cubicBezTo>
                              <a:cubicBezTo>
                                <a:pt x="4652663" y="2361804"/>
                                <a:pt x="4614239" y="2400307"/>
                                <a:pt x="4566938" y="2400307"/>
                              </a:cubicBezTo>
                              <a:lnTo>
                                <a:pt x="3195338" y="2400307"/>
                              </a:lnTo>
                              <a:cubicBezTo>
                                <a:pt x="3148037" y="2400307"/>
                                <a:pt x="3109613" y="2361804"/>
                                <a:pt x="3109613" y="2314582"/>
                              </a:cubicBezTo>
                              <a:cubicBezTo>
                                <a:pt x="3109613" y="2267360"/>
                                <a:pt x="3148037" y="2228857"/>
                                <a:pt x="3195338" y="2228857"/>
                              </a:cubicBezTo>
                              <a:close/>
                              <a:moveTo>
                                <a:pt x="709313" y="2057407"/>
                              </a:moveTo>
                              <a:lnTo>
                                <a:pt x="1395113" y="2057407"/>
                              </a:lnTo>
                              <a:lnTo>
                                <a:pt x="1395113" y="2400307"/>
                              </a:lnTo>
                              <a:lnTo>
                                <a:pt x="2252363" y="2400307"/>
                              </a:lnTo>
                              <a:lnTo>
                                <a:pt x="2252363" y="3257557"/>
                              </a:lnTo>
                              <a:lnTo>
                                <a:pt x="709313" y="3257557"/>
                              </a:lnTo>
                              <a:close/>
                              <a:moveTo>
                                <a:pt x="2423814" y="1200157"/>
                              </a:moveTo>
                              <a:lnTo>
                                <a:pt x="2423814" y="1371608"/>
                              </a:lnTo>
                              <a:lnTo>
                                <a:pt x="2595264" y="1371608"/>
                              </a:lnTo>
                              <a:lnTo>
                                <a:pt x="2595264" y="1200157"/>
                              </a:lnTo>
                              <a:close/>
                              <a:moveTo>
                                <a:pt x="2080914" y="1200157"/>
                              </a:moveTo>
                              <a:lnTo>
                                <a:pt x="2080914" y="1371608"/>
                              </a:lnTo>
                              <a:lnTo>
                                <a:pt x="2252364" y="1371608"/>
                              </a:lnTo>
                              <a:lnTo>
                                <a:pt x="2252364" y="1200157"/>
                              </a:lnTo>
                              <a:close/>
                              <a:moveTo>
                                <a:pt x="1738014" y="1200157"/>
                              </a:moveTo>
                              <a:lnTo>
                                <a:pt x="1738014" y="1371608"/>
                              </a:lnTo>
                              <a:lnTo>
                                <a:pt x="1909464" y="1371608"/>
                              </a:lnTo>
                              <a:lnTo>
                                <a:pt x="1909464" y="1200157"/>
                              </a:lnTo>
                              <a:close/>
                              <a:moveTo>
                                <a:pt x="3818153" y="1114432"/>
                              </a:moveTo>
                              <a:lnTo>
                                <a:pt x="3944134" y="1114432"/>
                              </a:lnTo>
                              <a:lnTo>
                                <a:pt x="3894502" y="2057407"/>
                              </a:lnTo>
                              <a:lnTo>
                                <a:pt x="3867785" y="2057407"/>
                              </a:lnTo>
                              <a:close/>
                              <a:moveTo>
                                <a:pt x="1566554" y="1028708"/>
                              </a:moveTo>
                              <a:lnTo>
                                <a:pt x="2772190" y="1028708"/>
                              </a:lnTo>
                              <a:cubicBezTo>
                                <a:pt x="2784359" y="1182169"/>
                                <a:pt x="2826535" y="1332880"/>
                                <a:pt x="2899661" y="1468737"/>
                              </a:cubicBezTo>
                              <a:lnTo>
                                <a:pt x="3216354" y="2057407"/>
                              </a:lnTo>
                              <a:lnTo>
                                <a:pt x="3195339" y="2057407"/>
                              </a:lnTo>
                              <a:cubicBezTo>
                                <a:pt x="3083730" y="2057407"/>
                                <a:pt x="2989432" y="2129318"/>
                                <a:pt x="2953918" y="2228857"/>
                              </a:cubicBezTo>
                              <a:lnTo>
                                <a:pt x="1566554" y="2228857"/>
                              </a:lnTo>
                              <a:close/>
                              <a:moveTo>
                                <a:pt x="4215201" y="771532"/>
                              </a:moveTo>
                              <a:lnTo>
                                <a:pt x="4224038" y="771532"/>
                              </a:lnTo>
                              <a:cubicBezTo>
                                <a:pt x="4271339" y="771532"/>
                                <a:pt x="4309763" y="810035"/>
                                <a:pt x="4309763" y="857257"/>
                              </a:cubicBezTo>
                              <a:cubicBezTo>
                                <a:pt x="4309763" y="904479"/>
                                <a:pt x="4271339" y="942982"/>
                                <a:pt x="4224038" y="942982"/>
                              </a:cubicBezTo>
                              <a:lnTo>
                                <a:pt x="4124960" y="942982"/>
                              </a:lnTo>
                              <a:lnTo>
                                <a:pt x="4129623" y="852701"/>
                              </a:lnTo>
                              <a:cubicBezTo>
                                <a:pt x="4131965" y="807203"/>
                                <a:pt x="4169576" y="771532"/>
                                <a:pt x="4215201" y="771532"/>
                              </a:cubicBezTo>
                              <a:close/>
                              <a:moveTo>
                                <a:pt x="3538219" y="771532"/>
                              </a:moveTo>
                              <a:lnTo>
                                <a:pt x="3547056" y="771532"/>
                              </a:lnTo>
                              <a:cubicBezTo>
                                <a:pt x="3592632" y="771532"/>
                                <a:pt x="3630214" y="807203"/>
                                <a:pt x="3632507" y="852819"/>
                              </a:cubicBezTo>
                              <a:lnTo>
                                <a:pt x="3637298" y="942982"/>
                              </a:lnTo>
                              <a:lnTo>
                                <a:pt x="3538219" y="942982"/>
                              </a:lnTo>
                              <a:cubicBezTo>
                                <a:pt x="3490919" y="942982"/>
                                <a:pt x="3452494" y="904479"/>
                                <a:pt x="3452494" y="857257"/>
                              </a:cubicBezTo>
                              <a:cubicBezTo>
                                <a:pt x="3452494" y="810035"/>
                                <a:pt x="3490919" y="771532"/>
                                <a:pt x="3538219" y="771532"/>
                              </a:cubicBezTo>
                              <a:close/>
                              <a:moveTo>
                                <a:pt x="1395153" y="514358"/>
                              </a:moveTo>
                              <a:lnTo>
                                <a:pt x="1395153" y="685808"/>
                              </a:lnTo>
                              <a:lnTo>
                                <a:pt x="2595303" y="685808"/>
                              </a:lnTo>
                              <a:lnTo>
                                <a:pt x="2595303" y="514358"/>
                              </a:lnTo>
                              <a:close/>
                              <a:moveTo>
                                <a:pt x="1395153" y="171458"/>
                              </a:moveTo>
                              <a:lnTo>
                                <a:pt x="1395153" y="342908"/>
                              </a:lnTo>
                              <a:lnTo>
                                <a:pt x="2595303" y="342908"/>
                              </a:lnTo>
                              <a:lnTo>
                                <a:pt x="2595303" y="171458"/>
                              </a:lnTo>
                              <a:close/>
                              <a:moveTo>
                                <a:pt x="1052214" y="121208"/>
                              </a:moveTo>
                              <a:lnTo>
                                <a:pt x="1052214" y="685808"/>
                              </a:lnTo>
                              <a:lnTo>
                                <a:pt x="487614" y="685808"/>
                              </a:lnTo>
                              <a:close/>
                              <a:moveTo>
                                <a:pt x="3882897" y="7"/>
                              </a:moveTo>
                              <a:lnTo>
                                <a:pt x="3978973" y="4875"/>
                              </a:lnTo>
                              <a:cubicBezTo>
                                <a:pt x="4452923" y="53159"/>
                                <a:pt x="4824064" y="454632"/>
                                <a:pt x="4824064" y="941179"/>
                              </a:cubicBezTo>
                              <a:cubicBezTo>
                                <a:pt x="4824064" y="1096445"/>
                                <a:pt x="4785150" y="1250750"/>
                                <a:pt x="4711593" y="1387449"/>
                              </a:cubicBezTo>
                              <a:lnTo>
                                <a:pt x="4350862" y="2057407"/>
                              </a:lnTo>
                              <a:lnTo>
                                <a:pt x="4066245" y="2057407"/>
                              </a:lnTo>
                              <a:lnTo>
                                <a:pt x="4115809" y="1114432"/>
                              </a:lnTo>
                              <a:lnTo>
                                <a:pt x="4223999" y="1114432"/>
                              </a:lnTo>
                              <a:cubicBezTo>
                                <a:pt x="4365793" y="1114432"/>
                                <a:pt x="4481174" y="999051"/>
                                <a:pt x="4481174" y="857257"/>
                              </a:cubicBezTo>
                              <a:cubicBezTo>
                                <a:pt x="4481174" y="715463"/>
                                <a:pt x="4365793" y="600082"/>
                                <a:pt x="4223999" y="600082"/>
                              </a:cubicBezTo>
                              <a:lnTo>
                                <a:pt x="4215152" y="600082"/>
                              </a:lnTo>
                              <a:cubicBezTo>
                                <a:pt x="4078335" y="600082"/>
                                <a:pt x="3965521" y="707155"/>
                                <a:pt x="3958438" y="843708"/>
                              </a:cubicBezTo>
                              <a:lnTo>
                                <a:pt x="3953196" y="942982"/>
                              </a:lnTo>
                              <a:lnTo>
                                <a:pt x="3808992" y="942982"/>
                              </a:lnTo>
                              <a:lnTo>
                                <a:pt x="3803868" y="843786"/>
                              </a:lnTo>
                              <a:cubicBezTo>
                                <a:pt x="3796667" y="707165"/>
                                <a:pt x="3683932" y="600082"/>
                                <a:pt x="3547036" y="600082"/>
                              </a:cubicBezTo>
                              <a:lnTo>
                                <a:pt x="3538189" y="600082"/>
                              </a:lnTo>
                              <a:cubicBezTo>
                                <a:pt x="3396395" y="600082"/>
                                <a:pt x="3281014" y="715463"/>
                                <a:pt x="3281014" y="857257"/>
                              </a:cubicBezTo>
                              <a:cubicBezTo>
                                <a:pt x="3281014" y="999051"/>
                                <a:pt x="3396395" y="1114432"/>
                                <a:pt x="3538189" y="1114432"/>
                              </a:cubicBezTo>
                              <a:lnTo>
                                <a:pt x="3646379" y="1114432"/>
                              </a:lnTo>
                              <a:lnTo>
                                <a:pt x="3695943" y="2057407"/>
                              </a:lnTo>
                              <a:lnTo>
                                <a:pt x="3411404" y="2057407"/>
                              </a:lnTo>
                              <a:lnTo>
                                <a:pt x="3050595" y="1387449"/>
                              </a:lnTo>
                              <a:cubicBezTo>
                                <a:pt x="2977048" y="1250750"/>
                                <a:pt x="2938124" y="1096445"/>
                                <a:pt x="2938124" y="941179"/>
                              </a:cubicBezTo>
                              <a:cubicBezTo>
                                <a:pt x="2938124" y="454641"/>
                                <a:pt x="3309265" y="53160"/>
                                <a:pt x="3786186" y="4875"/>
                              </a:cubicBezTo>
                              <a:close/>
                              <a:moveTo>
                                <a:pt x="3882892" y="7"/>
                              </a:moveTo>
                              <a:lnTo>
                                <a:pt x="3882902" y="7"/>
                              </a:lnTo>
                              <a:lnTo>
                                <a:pt x="3882897" y="7"/>
                              </a:lnTo>
                              <a:close/>
                              <a:moveTo>
                                <a:pt x="1223742" y="0"/>
                              </a:moveTo>
                              <a:lnTo>
                                <a:pt x="3288784" y="0"/>
                              </a:lnTo>
                              <a:cubicBezTo>
                                <a:pt x="2998201" y="183011"/>
                                <a:pt x="2798270" y="496020"/>
                                <a:pt x="2771103" y="857248"/>
                              </a:cubicBezTo>
                              <a:lnTo>
                                <a:pt x="1395192" y="857248"/>
                              </a:lnTo>
                              <a:lnTo>
                                <a:pt x="1395192" y="1885947"/>
                              </a:lnTo>
                              <a:lnTo>
                                <a:pt x="537942" y="1885947"/>
                              </a:lnTo>
                              <a:lnTo>
                                <a:pt x="537942" y="3428997"/>
                              </a:lnTo>
                              <a:lnTo>
                                <a:pt x="2423892" y="3428997"/>
                              </a:lnTo>
                              <a:lnTo>
                                <a:pt x="2423892" y="2400297"/>
                              </a:lnTo>
                              <a:lnTo>
                                <a:pt x="2954006" y="2400297"/>
                              </a:lnTo>
                              <a:cubicBezTo>
                                <a:pt x="2989520" y="2499836"/>
                                <a:pt x="3083818" y="2571747"/>
                                <a:pt x="3195417" y="2571747"/>
                              </a:cubicBezTo>
                              <a:lnTo>
                                <a:pt x="3201423" y="2571786"/>
                              </a:lnTo>
                              <a:cubicBezTo>
                                <a:pt x="3240347" y="2881396"/>
                                <a:pt x="3485932" y="3127089"/>
                                <a:pt x="3795570" y="3165934"/>
                              </a:cubicBezTo>
                              <a:lnTo>
                                <a:pt x="3795570" y="3606120"/>
                              </a:lnTo>
                              <a:cubicBezTo>
                                <a:pt x="3767208" y="3603024"/>
                                <a:pt x="3738737" y="3600457"/>
                                <a:pt x="3709845" y="3600457"/>
                              </a:cubicBezTo>
                              <a:cubicBezTo>
                                <a:pt x="3452749" y="3600457"/>
                                <a:pt x="3211534" y="3730690"/>
                                <a:pt x="3069053" y="3943357"/>
                              </a:cubicBezTo>
                              <a:lnTo>
                                <a:pt x="1093002" y="3943357"/>
                              </a:lnTo>
                              <a:lnTo>
                                <a:pt x="1035091" y="3867574"/>
                              </a:lnTo>
                              <a:cubicBezTo>
                                <a:pt x="889918" y="3700176"/>
                                <a:pt x="677177" y="3600467"/>
                                <a:pt x="452217" y="3600467"/>
                              </a:cubicBezTo>
                              <a:cubicBezTo>
                                <a:pt x="423325" y="3600467"/>
                                <a:pt x="394845" y="3603034"/>
                                <a:pt x="366492" y="3606130"/>
                              </a:cubicBezTo>
                              <a:lnTo>
                                <a:pt x="366492" y="857248"/>
                              </a:lnTo>
                              <a:lnTo>
                                <a:pt x="1223742" y="85724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B52372"/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4EF55AE-CE09-30D2-8FD2-30696B9408FC}"/>
                  </a:ext>
                </a:extLst>
              </p:cNvPr>
              <p:cNvGrpSpPr/>
              <p:nvPr/>
            </p:nvGrpSpPr>
            <p:grpSpPr>
              <a:xfrm>
                <a:off x="5014294" y="959343"/>
                <a:ext cx="2223697" cy="5636719"/>
                <a:chOff x="5014294" y="959343"/>
                <a:chExt cx="2223697" cy="5636719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8809FE4E-F566-4AE5-6773-BDF3A0A5FE29}"/>
                    </a:ext>
                  </a:extLst>
                </p:cNvPr>
                <p:cNvGrpSpPr/>
                <p:nvPr/>
              </p:nvGrpSpPr>
              <p:grpSpPr>
                <a:xfrm>
                  <a:off x="5859756" y="1922690"/>
                  <a:ext cx="481126" cy="4386903"/>
                  <a:chOff x="6048539" y="1902667"/>
                  <a:chExt cx="481126" cy="4386903"/>
                </a:xfrm>
              </p:grpSpPr>
              <p:cxnSp>
                <p:nvCxnSpPr>
                  <p:cNvPr id="111" name="Straight Connector 110">
                    <a:extLst>
                      <a:ext uri="{FF2B5EF4-FFF2-40B4-BE49-F238E27FC236}">
                        <a16:creationId xmlns:a16="http://schemas.microsoft.com/office/drawing/2014/main" id="{4CF87159-D86C-87C0-01E6-73F3FDF33E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6044441" y="6038922"/>
                    <a:ext cx="501296" cy="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15673775-3F41-696C-3BBC-630CC6A2D566}"/>
                      </a:ext>
                    </a:extLst>
                  </p:cNvPr>
                  <p:cNvGrpSpPr/>
                  <p:nvPr/>
                </p:nvGrpSpPr>
                <p:grpSpPr>
                  <a:xfrm>
                    <a:off x="6048539" y="4431522"/>
                    <a:ext cx="481126" cy="752996"/>
                    <a:chOff x="5786581" y="4614264"/>
                    <a:chExt cx="481126" cy="542232"/>
                  </a:xfrm>
                </p:grpSpPr>
                <p:cxnSp>
                  <p:nvCxnSpPr>
                    <p:cNvPr id="115" name="Straight Connector 114">
                      <a:extLst>
                        <a:ext uri="{FF2B5EF4-FFF2-40B4-BE49-F238E27FC236}">
                          <a16:creationId xmlns:a16="http://schemas.microsoft.com/office/drawing/2014/main" id="{7BA82AEE-DFAA-B423-4DA8-386CCACABD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86581" y="4623735"/>
                      <a:ext cx="0" cy="532761"/>
                    </a:xfrm>
                    <a:prstGeom prst="line">
                      <a:avLst/>
                    </a:prstGeom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Straight Connector 115">
                      <a:extLst>
                        <a:ext uri="{FF2B5EF4-FFF2-40B4-BE49-F238E27FC236}">
                          <a16:creationId xmlns:a16="http://schemas.microsoft.com/office/drawing/2014/main" id="{3A13B9B3-6A93-C279-8D37-29BFBAAB735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267703" y="4614264"/>
                      <a:ext cx="4" cy="538635"/>
                    </a:xfrm>
                    <a:prstGeom prst="line">
                      <a:avLst/>
                    </a:prstGeom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0A0CBA3C-EA38-7F3D-4ED1-5D8FE58A97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295090" y="2437078"/>
                    <a:ext cx="1" cy="477388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863C2CBA-F278-BE1F-33AC-7D564F7172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95090" y="1902667"/>
                    <a:ext cx="0" cy="15367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A660E953-BF73-4A14-04EA-3E189C0580C8}"/>
                    </a:ext>
                  </a:extLst>
                </p:cNvPr>
                <p:cNvGrpSpPr/>
                <p:nvPr/>
              </p:nvGrpSpPr>
              <p:grpSpPr>
                <a:xfrm>
                  <a:off x="5014294" y="959343"/>
                  <a:ext cx="2223697" cy="5636719"/>
                  <a:chOff x="5014294" y="959343"/>
                  <a:chExt cx="2223697" cy="5636719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B7F06927-C779-8397-EC5D-DCD4F5748966}"/>
                      </a:ext>
                    </a:extLst>
                  </p:cNvPr>
                  <p:cNvGrpSpPr/>
                  <p:nvPr/>
                </p:nvGrpSpPr>
                <p:grpSpPr>
                  <a:xfrm>
                    <a:off x="5032244" y="959343"/>
                    <a:ext cx="2148124" cy="1003263"/>
                    <a:chOff x="5030439" y="983255"/>
                    <a:chExt cx="2148124" cy="1003263"/>
                  </a:xfrm>
                </p:grpSpPr>
                <p:grpSp>
                  <p:nvGrpSpPr>
                    <p:cNvPr id="93" name="Group 92">
                      <a:extLst>
                        <a:ext uri="{FF2B5EF4-FFF2-40B4-BE49-F238E27FC236}">
                          <a16:creationId xmlns:a16="http://schemas.microsoft.com/office/drawing/2014/main" id="{A81A6CA4-0230-F534-8AB5-0ABCD28394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30439" y="1267148"/>
                      <a:ext cx="2148124" cy="719370"/>
                      <a:chOff x="4958932" y="1324298"/>
                      <a:chExt cx="2148124" cy="719370"/>
                    </a:xfrm>
                  </p:grpSpPr>
                  <p:sp>
                    <p:nvSpPr>
                      <p:cNvPr id="108" name="Google Shape;83409;p3921">
                        <a:extLst>
                          <a:ext uri="{FF2B5EF4-FFF2-40B4-BE49-F238E27FC236}">
                            <a16:creationId xmlns:a16="http://schemas.microsoft.com/office/drawing/2014/main" id="{4A03882F-8DC7-720B-E775-A728B610D3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80097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09" name="Google Shape;83415;p3921">
                        <a:extLst>
                          <a:ext uri="{FF2B5EF4-FFF2-40B4-BE49-F238E27FC236}">
                            <a16:creationId xmlns:a16="http://schemas.microsoft.com/office/drawing/2014/main" id="{EA81C8B7-DD5F-1D80-9583-71976C00BA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58932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10" name="TextBox 109">
                        <a:extLst>
                          <a:ext uri="{FF2B5EF4-FFF2-40B4-BE49-F238E27FC236}">
                            <a16:creationId xmlns:a16="http://schemas.microsoft.com/office/drawing/2014/main" id="{0AC28ADB-7AC7-7BE8-91F4-1BA52FBA11B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07536" y="1467286"/>
                        <a:ext cx="2050914" cy="4333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rPr>
                          <a:t>End Goal in Customer Value Terms</a:t>
                        </a:r>
                      </a:p>
                    </p:txBody>
                  </p:sp>
                </p:grpSp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id="{4130CC31-F78D-7936-B000-E187B47E7B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56422" y="983255"/>
                      <a:ext cx="896159" cy="372147"/>
                      <a:chOff x="5656422" y="983255"/>
                      <a:chExt cx="896159" cy="372147"/>
                    </a:xfrm>
                  </p:grpSpPr>
                  <p:grpSp>
                    <p:nvGrpSpPr>
                      <p:cNvPr id="96" name="Google Shape;83411;p3921">
                        <a:extLst>
                          <a:ext uri="{FF2B5EF4-FFF2-40B4-BE49-F238E27FC236}">
                            <a16:creationId xmlns:a16="http://schemas.microsoft.com/office/drawing/2014/main" id="{E6C662B9-F394-E111-EC46-69612338B91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6422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105" name="Google Shape;83412;p3921">
                          <a:extLst>
                            <a:ext uri="{FF2B5EF4-FFF2-40B4-BE49-F238E27FC236}">
                              <a16:creationId xmlns:a16="http://schemas.microsoft.com/office/drawing/2014/main" id="{818B2CA5-7C72-5583-2004-C9CAC0AADB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2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rgbClr val="B5237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6" name="Google Shape;83413;p3921">
                          <a:extLst>
                            <a:ext uri="{FF2B5EF4-FFF2-40B4-BE49-F238E27FC236}">
                              <a16:creationId xmlns:a16="http://schemas.microsoft.com/office/drawing/2014/main" id="{7010D282-79B1-2DB4-9784-51FA0190A0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7" name="Google Shape;83414;p3921">
                          <a:extLst>
                            <a:ext uri="{FF2B5EF4-FFF2-40B4-BE49-F238E27FC236}">
                              <a16:creationId xmlns:a16="http://schemas.microsoft.com/office/drawing/2014/main" id="{487A78C4-89B3-7D88-0C95-FCC561F8C3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97" name="Group 96">
                        <a:extLst>
                          <a:ext uri="{FF2B5EF4-FFF2-40B4-BE49-F238E27FC236}">
                            <a16:creationId xmlns:a16="http://schemas.microsoft.com/office/drawing/2014/main" id="{D53168B8-1393-33B3-939C-E83DA84DF3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428" y="983255"/>
                        <a:ext cx="372147" cy="372147"/>
                        <a:chOff x="5918428" y="983255"/>
                        <a:chExt cx="372147" cy="372147"/>
                      </a:xfrm>
                    </p:grpSpPr>
                    <p:sp>
                      <p:nvSpPr>
                        <p:cNvPr id="103" name="Google Shape;83463;p3921">
                          <a:extLst>
                            <a:ext uri="{FF2B5EF4-FFF2-40B4-BE49-F238E27FC236}">
                              <a16:creationId xmlns:a16="http://schemas.microsoft.com/office/drawing/2014/main" id="{93861B16-5280-E6D1-BCF3-47B8AD26D9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8428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rgbClr val="B5237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4" name="Freeform: Shape 209">
                          <a:extLst>
                            <a:ext uri="{FF2B5EF4-FFF2-40B4-BE49-F238E27FC236}">
                              <a16:creationId xmlns:a16="http://schemas.microsoft.com/office/drawing/2014/main" id="{BCD0CD5F-8C77-5B68-3C06-9C0F018505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99648" y="1056674"/>
                          <a:ext cx="225228" cy="225308"/>
                        </a:xfrm>
                        <a:custGeom>
                          <a:avLst/>
                          <a:gdLst>
                            <a:gd name="connsiteX0" fmla="*/ 4210812 w 4827070"/>
                            <a:gd name="connsiteY0" fmla="*/ 735 h 4828767"/>
                            <a:gd name="connsiteX1" fmla="*/ 4150805 w 4827070"/>
                            <a:gd name="connsiteY1" fmla="*/ 28175 h 4828767"/>
                            <a:gd name="connsiteX2" fmla="*/ 3657048 w 4827070"/>
                            <a:gd name="connsiteY2" fmla="*/ 467097 h 4828767"/>
                            <a:gd name="connsiteX3" fmla="*/ 3621034 w 4827070"/>
                            <a:gd name="connsiteY3" fmla="*/ 549377 h 4828767"/>
                            <a:gd name="connsiteX4" fmla="*/ 3621034 w 4827070"/>
                            <a:gd name="connsiteY4" fmla="*/ 1051704 h 4828767"/>
                            <a:gd name="connsiteX5" fmla="*/ 1843048 w 4827070"/>
                            <a:gd name="connsiteY5" fmla="*/ 2829690 h 4828767"/>
                            <a:gd name="connsiteX6" fmla="*/ 1840560 w 4827070"/>
                            <a:gd name="connsiteY6" fmla="*/ 2986444 h 4828767"/>
                            <a:gd name="connsiteX7" fmla="*/ 1997314 w 4827070"/>
                            <a:gd name="connsiteY7" fmla="*/ 2985719 h 4828767"/>
                            <a:gd name="connsiteX8" fmla="*/ 3775300 w 4827070"/>
                            <a:gd name="connsiteY8" fmla="*/ 1207734 h 4828767"/>
                            <a:gd name="connsiteX9" fmla="*/ 4279353 w 4827070"/>
                            <a:gd name="connsiteY9" fmla="*/ 1207734 h 4828767"/>
                            <a:gd name="connsiteX10" fmla="*/ 4361639 w 4827070"/>
                            <a:gd name="connsiteY10" fmla="*/ 1169995 h 4828767"/>
                            <a:gd name="connsiteX11" fmla="*/ 4800561 w 4827070"/>
                            <a:gd name="connsiteY11" fmla="*/ 676239 h 4828767"/>
                            <a:gd name="connsiteX12" fmla="*/ 4817706 w 4827070"/>
                            <a:gd name="connsiteY12" fmla="*/ 558981 h 4828767"/>
                            <a:gd name="connsiteX13" fmla="*/ 4718246 w 4827070"/>
                            <a:gd name="connsiteY13" fmla="*/ 494496 h 4828767"/>
                            <a:gd name="connsiteX14" fmla="*/ 4334207 w 4827070"/>
                            <a:gd name="connsiteY14" fmla="*/ 494496 h 4828767"/>
                            <a:gd name="connsiteX15" fmla="*/ 4334207 w 4827070"/>
                            <a:gd name="connsiteY15" fmla="*/ 110458 h 4828767"/>
                            <a:gd name="connsiteX16" fmla="*/ 4210744 w 4827070"/>
                            <a:gd name="connsiteY16" fmla="*/ 739 h 4828767"/>
                            <a:gd name="connsiteX17" fmla="*/ 1920240 w 4827070"/>
                            <a:gd name="connsiteY17" fmla="*/ 988287 h 4828767"/>
                            <a:gd name="connsiteX18" fmla="*/ 0 w 4827070"/>
                            <a:gd name="connsiteY18" fmla="*/ 2908528 h 4828767"/>
                            <a:gd name="connsiteX19" fmla="*/ 1920240 w 4827070"/>
                            <a:gd name="connsiteY19" fmla="*/ 4828768 h 4828767"/>
                            <a:gd name="connsiteX20" fmla="*/ 3840480 w 4827070"/>
                            <a:gd name="connsiteY20" fmla="*/ 2908528 h 4828767"/>
                            <a:gd name="connsiteX21" fmla="*/ 3387862 w 4827070"/>
                            <a:gd name="connsiteY21" fmla="*/ 1672324 h 4828767"/>
                            <a:gd name="connsiteX22" fmla="*/ 2919823 w 4827070"/>
                            <a:gd name="connsiteY22" fmla="*/ 2140363 h 4828767"/>
                            <a:gd name="connsiteX23" fmla="*/ 3182122 w 4827070"/>
                            <a:gd name="connsiteY23" fmla="*/ 2908439 h 4828767"/>
                            <a:gd name="connsiteX24" fmla="*/ 1920250 w 4827070"/>
                            <a:gd name="connsiteY24" fmla="*/ 4170311 h 4828767"/>
                            <a:gd name="connsiteX25" fmla="*/ 658378 w 4827070"/>
                            <a:gd name="connsiteY25" fmla="*/ 2908439 h 4828767"/>
                            <a:gd name="connsiteX26" fmla="*/ 1920250 w 4827070"/>
                            <a:gd name="connsiteY26" fmla="*/ 1646567 h 4828767"/>
                            <a:gd name="connsiteX27" fmla="*/ 2688326 w 4827070"/>
                            <a:gd name="connsiteY27" fmla="*/ 1907191 h 4828767"/>
                            <a:gd name="connsiteX28" fmla="*/ 3154690 w 4827070"/>
                            <a:gd name="connsiteY28" fmla="*/ 1439152 h 4828767"/>
                            <a:gd name="connsiteX29" fmla="*/ 1920250 w 4827070"/>
                            <a:gd name="connsiteY29" fmla="*/ 988258 h 4828767"/>
                            <a:gd name="connsiteX30" fmla="*/ 1920240 w 4827070"/>
                            <a:gd name="connsiteY30" fmla="*/ 1866131 h 4828767"/>
                            <a:gd name="connsiteX31" fmla="*/ 877824 w 4827070"/>
                            <a:gd name="connsiteY31" fmla="*/ 2908547 h 4828767"/>
                            <a:gd name="connsiteX32" fmla="*/ 1920240 w 4827070"/>
                            <a:gd name="connsiteY32" fmla="*/ 3950963 h 4828767"/>
                            <a:gd name="connsiteX33" fmla="*/ 2962656 w 4827070"/>
                            <a:gd name="connsiteY33" fmla="*/ 2908547 h 4828767"/>
                            <a:gd name="connsiteX34" fmla="*/ 2763764 w 4827070"/>
                            <a:gd name="connsiteY34" fmla="*/ 2296451 h 4828767"/>
                            <a:gd name="connsiteX35" fmla="*/ 2324842 w 4827070"/>
                            <a:gd name="connsiteY35" fmla="*/ 2737097 h 4828767"/>
                            <a:gd name="connsiteX36" fmla="*/ 2359132 w 4827070"/>
                            <a:gd name="connsiteY36" fmla="*/ 2908547 h 4828767"/>
                            <a:gd name="connsiteX37" fmla="*/ 1920211 w 4827070"/>
                            <a:gd name="connsiteY37" fmla="*/ 3347469 h 4828767"/>
                            <a:gd name="connsiteX38" fmla="*/ 1481289 w 4827070"/>
                            <a:gd name="connsiteY38" fmla="*/ 2908547 h 4828767"/>
                            <a:gd name="connsiteX39" fmla="*/ 1920211 w 4827070"/>
                            <a:gd name="connsiteY39" fmla="*/ 2469625 h 4828767"/>
                            <a:gd name="connsiteX40" fmla="*/ 2089936 w 4827070"/>
                            <a:gd name="connsiteY40" fmla="*/ 2503915 h 4828767"/>
                            <a:gd name="connsiteX41" fmla="*/ 2530582 w 4827070"/>
                            <a:gd name="connsiteY41" fmla="*/ 2064994 h 4828767"/>
                            <a:gd name="connsiteX42" fmla="*/ 1920211 w 4827070"/>
                            <a:gd name="connsiteY42" fmla="*/ 1866102 h 48287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</a:cxnLst>
                          <a:rect l="l" t="t" r="r" b="b"/>
                          <a:pathLst>
                            <a:path w="4827070" h="4828767">
                              <a:moveTo>
                                <a:pt x="4210812" y="735"/>
                              </a:moveTo>
                              <a:cubicBezTo>
                                <a:pt x="4188651" y="3491"/>
                                <a:pt x="4167371" y="13211"/>
                                <a:pt x="4150805" y="28175"/>
                              </a:cubicBezTo>
                              <a:lnTo>
                                <a:pt x="3657048" y="467097"/>
                              </a:lnTo>
                              <a:cubicBezTo>
                                <a:pt x="3634201" y="487840"/>
                                <a:pt x="3620769" y="518532"/>
                                <a:pt x="3621034" y="549377"/>
                              </a:cubicBezTo>
                              <a:lnTo>
                                <a:pt x="3621034" y="1051704"/>
                              </a:lnTo>
                              <a:lnTo>
                                <a:pt x="1843048" y="2829690"/>
                              </a:lnTo>
                              <a:cubicBezTo>
                                <a:pt x="1800842" y="2869760"/>
                                <a:pt x="1799647" y="2945071"/>
                                <a:pt x="1840560" y="2986444"/>
                              </a:cubicBezTo>
                              <a:cubicBezTo>
                                <a:pt x="1881473" y="3027818"/>
                                <a:pt x="1956783" y="3027475"/>
                                <a:pt x="1997314" y="2985719"/>
                              </a:cubicBezTo>
                              <a:lnTo>
                                <a:pt x="3775300" y="1207734"/>
                              </a:lnTo>
                              <a:lnTo>
                                <a:pt x="4279353" y="1207734"/>
                              </a:lnTo>
                              <a:cubicBezTo>
                                <a:pt x="4310469" y="1207577"/>
                                <a:pt x="4341242" y="1193498"/>
                                <a:pt x="4361639" y="1169995"/>
                              </a:cubicBezTo>
                              <a:lnTo>
                                <a:pt x="4800561" y="676239"/>
                              </a:lnTo>
                              <a:cubicBezTo>
                                <a:pt x="4827925" y="644747"/>
                                <a:pt x="4834929" y="596986"/>
                                <a:pt x="4817706" y="558981"/>
                              </a:cubicBezTo>
                              <a:cubicBezTo>
                                <a:pt x="4800483" y="520978"/>
                                <a:pt x="4759991" y="494725"/>
                                <a:pt x="4718246" y="494496"/>
                              </a:cubicBezTo>
                              <a:lnTo>
                                <a:pt x="4334207" y="494496"/>
                              </a:lnTo>
                              <a:lnTo>
                                <a:pt x="4334207" y="110458"/>
                              </a:lnTo>
                              <a:cubicBezTo>
                                <a:pt x="4334736" y="48154"/>
                                <a:pt x="4272593" y="-7069"/>
                                <a:pt x="4210744" y="739"/>
                              </a:cubicBezTo>
                              <a:close/>
                              <a:moveTo>
                                <a:pt x="1920240" y="988287"/>
                              </a:moveTo>
                              <a:cubicBezTo>
                                <a:pt x="859699" y="988287"/>
                                <a:pt x="0" y="1848026"/>
                                <a:pt x="0" y="2908528"/>
                              </a:cubicBezTo>
                              <a:cubicBezTo>
                                <a:pt x="0" y="3969029"/>
                                <a:pt x="859739" y="4828768"/>
                                <a:pt x="1920240" y="4828768"/>
                              </a:cubicBezTo>
                              <a:cubicBezTo>
                                <a:pt x="2980781" y="4828768"/>
                                <a:pt x="3840480" y="3969029"/>
                                <a:pt x="3840480" y="2908528"/>
                              </a:cubicBezTo>
                              <a:cubicBezTo>
                                <a:pt x="3840480" y="2437158"/>
                                <a:pt x="3669677" y="2006544"/>
                                <a:pt x="3387862" y="1672324"/>
                              </a:cubicBezTo>
                              <a:lnTo>
                                <a:pt x="2919823" y="2140363"/>
                              </a:lnTo>
                              <a:cubicBezTo>
                                <a:pt x="3084043" y="2353412"/>
                                <a:pt x="3182122" y="2619394"/>
                                <a:pt x="3182122" y="2908439"/>
                              </a:cubicBezTo>
                              <a:cubicBezTo>
                                <a:pt x="3182122" y="3604037"/>
                                <a:pt x="2615876" y="4170311"/>
                                <a:pt x="1920250" y="4170311"/>
                              </a:cubicBezTo>
                              <a:cubicBezTo>
                                <a:pt x="1224653" y="4170311"/>
                                <a:pt x="658378" y="3604027"/>
                                <a:pt x="658378" y="2908439"/>
                              </a:cubicBezTo>
                              <a:cubicBezTo>
                                <a:pt x="658378" y="2212803"/>
                                <a:pt x="1224623" y="1646567"/>
                                <a:pt x="1920250" y="1646567"/>
                              </a:cubicBezTo>
                              <a:cubicBezTo>
                                <a:pt x="2208962" y="1646567"/>
                                <a:pt x="2475434" y="1743353"/>
                                <a:pt x="2688326" y="1907191"/>
                              </a:cubicBezTo>
                              <a:lnTo>
                                <a:pt x="3154690" y="1439152"/>
                              </a:lnTo>
                              <a:cubicBezTo>
                                <a:pt x="2820784" y="1158248"/>
                                <a:pt x="2390738" y="988258"/>
                                <a:pt x="1920250" y="988258"/>
                              </a:cubicBezTo>
                              <a:close/>
                              <a:moveTo>
                                <a:pt x="1920240" y="1866131"/>
                              </a:moveTo>
                              <a:cubicBezTo>
                                <a:pt x="1343237" y="1866131"/>
                                <a:pt x="877824" y="2331535"/>
                                <a:pt x="877824" y="2908547"/>
                              </a:cubicBezTo>
                              <a:cubicBezTo>
                                <a:pt x="877824" y="3485560"/>
                                <a:pt x="1343228" y="3950963"/>
                                <a:pt x="1920240" y="3950963"/>
                              </a:cubicBezTo>
                              <a:cubicBezTo>
                                <a:pt x="2497253" y="3950963"/>
                                <a:pt x="2962656" y="3485560"/>
                                <a:pt x="2962656" y="2908547"/>
                              </a:cubicBezTo>
                              <a:cubicBezTo>
                                <a:pt x="2962656" y="2679343"/>
                                <a:pt x="2888453" y="2468283"/>
                                <a:pt x="2763764" y="2296451"/>
                              </a:cubicBezTo>
                              <a:cubicBezTo>
                                <a:pt x="2618453" y="2443830"/>
                                <a:pt x="2467704" y="2588837"/>
                                <a:pt x="2324842" y="2737097"/>
                              </a:cubicBezTo>
                              <a:cubicBezTo>
                                <a:pt x="2347043" y="2789600"/>
                                <a:pt x="2359132" y="2847922"/>
                                <a:pt x="2359132" y="2908547"/>
                              </a:cubicBezTo>
                              <a:cubicBezTo>
                                <a:pt x="2359132" y="3150948"/>
                                <a:pt x="2162612" y="3347469"/>
                                <a:pt x="1920211" y="3347469"/>
                              </a:cubicBezTo>
                              <a:cubicBezTo>
                                <a:pt x="1677810" y="3347469"/>
                                <a:pt x="1481289" y="3150948"/>
                                <a:pt x="1481289" y="2908547"/>
                              </a:cubicBezTo>
                              <a:cubicBezTo>
                                <a:pt x="1481289" y="2666146"/>
                                <a:pt x="1677810" y="2469625"/>
                                <a:pt x="1920211" y="2469625"/>
                              </a:cubicBezTo>
                              <a:cubicBezTo>
                                <a:pt x="1980257" y="2469625"/>
                                <a:pt x="2037816" y="2482097"/>
                                <a:pt x="2089936" y="2503915"/>
                              </a:cubicBezTo>
                              <a:cubicBezTo>
                                <a:pt x="2237237" y="2360093"/>
                                <a:pt x="2384194" y="2211382"/>
                                <a:pt x="2530582" y="2064994"/>
                              </a:cubicBezTo>
                              <a:cubicBezTo>
                                <a:pt x="2358976" y="1940805"/>
                                <a:pt x="2148915" y="1866102"/>
                                <a:pt x="1920211" y="186610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52372"/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C957DEC1-B13B-B274-5E7D-49A172B45431}"/>
                      </a:ext>
                    </a:extLst>
                  </p:cNvPr>
                  <p:cNvGrpSpPr/>
                  <p:nvPr/>
                </p:nvGrpSpPr>
                <p:grpSpPr>
                  <a:xfrm>
                    <a:off x="5014294" y="2076360"/>
                    <a:ext cx="2223697" cy="4519702"/>
                    <a:chOff x="5014294" y="2076360"/>
                    <a:chExt cx="2223697" cy="4519702"/>
                  </a:xfrm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24F86541-5AA6-A762-CAAC-559DF9AA60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53409" y="2076360"/>
                      <a:ext cx="2105795" cy="391885"/>
                      <a:chOff x="4982298" y="2148220"/>
                      <a:chExt cx="2105795" cy="391885"/>
                    </a:xfrm>
                  </p:grpSpPr>
                  <p:sp>
                    <p:nvSpPr>
                      <p:cNvPr id="89" name="Rectangle 88">
                        <a:extLst>
                          <a:ext uri="{FF2B5EF4-FFF2-40B4-BE49-F238E27FC236}">
                            <a16:creationId xmlns:a16="http://schemas.microsoft.com/office/drawing/2014/main" id="{5E182D28-B130-6314-916D-3738E01DDF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82298" y="2148220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91" name="TextBox 90">
                        <a:extLst>
                          <a:ext uri="{FF2B5EF4-FFF2-40B4-BE49-F238E27FC236}">
                            <a16:creationId xmlns:a16="http://schemas.microsoft.com/office/drawing/2014/main" id="{7C4B91CA-7AFE-3056-9FA9-EF773577EB4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89926" y="2201943"/>
                        <a:ext cx="1890543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Future Customer Centric </a:t>
                        </a:r>
                      </a:p>
                    </p:txBody>
                  </p:sp>
                </p:grpSp>
                <p:grpSp>
                  <p:nvGrpSpPr>
                    <p:cNvPr id="44" name="Group 43">
                      <a:extLst>
                        <a:ext uri="{FF2B5EF4-FFF2-40B4-BE49-F238E27FC236}">
                          <a16:creationId xmlns:a16="http://schemas.microsoft.com/office/drawing/2014/main" id="{5F052501-021A-25B9-4074-8D5B82B1A5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14294" y="5207449"/>
                      <a:ext cx="2144910" cy="599034"/>
                      <a:chOff x="5012489" y="5109173"/>
                      <a:chExt cx="2144910" cy="599034"/>
                    </a:xfrm>
                  </p:grpSpPr>
                  <p:sp>
                    <p:nvSpPr>
                      <p:cNvPr id="81" name="Rectangle 80">
                        <a:extLst>
                          <a:ext uri="{FF2B5EF4-FFF2-40B4-BE49-F238E27FC236}">
                            <a16:creationId xmlns:a16="http://schemas.microsoft.com/office/drawing/2014/main" id="{93107617-FDC1-5CD5-BA6D-6509E17006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51604" y="5135951"/>
                        <a:ext cx="2105795" cy="572256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83" name="TextBox 82">
                        <a:extLst>
                          <a:ext uri="{FF2B5EF4-FFF2-40B4-BE49-F238E27FC236}">
                            <a16:creationId xmlns:a16="http://schemas.microsoft.com/office/drawing/2014/main" id="{3A2A8F25-1191-095E-E571-BB02377E85D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2489" y="5109173"/>
                        <a:ext cx="2143492" cy="56887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Organizational Vision, Strategy, and operational constraints</a:t>
                        </a:r>
                        <a:endParaRPr kumimoji="0" lang="en-US" sz="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45" name="Group 44">
                      <a:extLst>
                        <a:ext uri="{FF2B5EF4-FFF2-40B4-BE49-F238E27FC236}">
                          <a16:creationId xmlns:a16="http://schemas.microsoft.com/office/drawing/2014/main" id="{EFE2EE95-870E-13C3-94F4-73A8955F5C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53409" y="6122002"/>
                      <a:ext cx="2116162" cy="474060"/>
                      <a:chOff x="5113749" y="6145914"/>
                      <a:chExt cx="2116162" cy="474060"/>
                    </a:xfrm>
                  </p:grpSpPr>
                  <p:sp>
                    <p:nvSpPr>
                      <p:cNvPr id="75" name="Rectangle 74">
                        <a:extLst>
                          <a:ext uri="{FF2B5EF4-FFF2-40B4-BE49-F238E27FC236}">
                            <a16:creationId xmlns:a16="http://schemas.microsoft.com/office/drawing/2014/main" id="{BAB39F01-8F34-2794-3891-3CF8FED56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13749" y="6169559"/>
                        <a:ext cx="2105795" cy="391885"/>
                      </a:xfrm>
                      <a:prstGeom prst="rect">
                        <a:avLst/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77" name="TextBox 76">
                        <a:extLst>
                          <a:ext uri="{FF2B5EF4-FFF2-40B4-BE49-F238E27FC236}">
                            <a16:creationId xmlns:a16="http://schemas.microsoft.com/office/drawing/2014/main" id="{D9AD1ADF-9B98-D005-38E6-699C6F59A59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173785" y="6145914"/>
                        <a:ext cx="2056126" cy="4740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rPr>
                          <a:t>Strategic Overview Vetting</a:t>
                        </a:r>
                      </a:p>
                    </p:txBody>
                  </p:sp>
                </p:grpSp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8AEAC859-30D5-FEEB-2EFD-633F777198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34486" y="2938191"/>
                      <a:ext cx="2203505" cy="1502860"/>
                      <a:chOff x="5034486" y="2938191"/>
                      <a:chExt cx="2203505" cy="1502860"/>
                    </a:xfrm>
                  </p:grpSpPr>
                  <p:sp>
                    <p:nvSpPr>
                      <p:cNvPr id="57" name="Rectangle 56">
                        <a:extLst>
                          <a:ext uri="{FF2B5EF4-FFF2-40B4-BE49-F238E27FC236}">
                            <a16:creationId xmlns:a16="http://schemas.microsoft.com/office/drawing/2014/main" id="{23D53318-E721-DEE0-F4C1-E309DE84D5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53408" y="2938191"/>
                        <a:ext cx="2105795" cy="150286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60" name="TextBox 59">
                        <a:extLst>
                          <a:ext uri="{FF2B5EF4-FFF2-40B4-BE49-F238E27FC236}">
                            <a16:creationId xmlns:a16="http://schemas.microsoft.com/office/drawing/2014/main" id="{DC1E4435-EF08-8C06-3BC2-67FB5F6B6BF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34486" y="3194057"/>
                        <a:ext cx="2203505" cy="71109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Goals, Objectives, and Metrics</a:t>
                        </a:r>
                      </a:p>
                      <a:p>
                        <a:pPr algn="ctr"/>
                        <a:endPara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 </a:t>
                        </a:r>
                      </a:p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(Quantitative and Qualitative)</a:t>
                        </a:r>
                      </a:p>
                    </p:txBody>
                  </p:sp>
                </p:grpSp>
              </p:grpSp>
            </p:grpSp>
          </p:grpSp>
        </p:grpSp>
      </p:grpSp>
      <p:sp>
        <p:nvSpPr>
          <p:cNvPr id="279" name="TextBox 278">
            <a:extLst>
              <a:ext uri="{FF2B5EF4-FFF2-40B4-BE49-F238E27FC236}">
                <a16:creationId xmlns:a16="http://schemas.microsoft.com/office/drawing/2014/main" id="{CCF998F1-5D71-4E68-0013-D77F70DFF0B0}"/>
              </a:ext>
            </a:extLst>
          </p:cNvPr>
          <p:cNvSpPr txBox="1"/>
          <p:nvPr/>
        </p:nvSpPr>
        <p:spPr>
          <a:xfrm>
            <a:off x="2490572" y="518516"/>
            <a:ext cx="6784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Franklin Gothic Book" panose="020B0503020102020204" pitchFamily="34" charset="0"/>
              </a:rPr>
              <a:t>Vision-to-Value Roadmap is a design outcome of the discovery phase</a:t>
            </a:r>
            <a:endParaRPr lang="en-US" i="1" dirty="0">
              <a:latin typeface="Franklin Gothic Book" panose="020B0503020102020204" pitchFamily="34" charset="0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40FE701D-2B2A-AA48-D8F5-B571BFFD6FE2}"/>
              </a:ext>
            </a:extLst>
          </p:cNvPr>
          <p:cNvSpPr txBox="1"/>
          <p:nvPr/>
        </p:nvSpPr>
        <p:spPr>
          <a:xfrm>
            <a:off x="6880393" y="50304"/>
            <a:ext cx="1979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Franklin Gothic Book" panose="020B0503020102020204" pitchFamily="34" charset="0"/>
              </a:rPr>
              <a:t>(Illustrative</a:t>
            </a:r>
            <a:r>
              <a:rPr lang="en-US" sz="14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641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558FC-1E1E-3445-B627-B6AE46E889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53888"/>
          </a:xfrm>
        </p:spPr>
        <p:txBody>
          <a:bodyPr/>
          <a:lstStyle/>
          <a:p>
            <a:fld id="{B6F15528-21DE-4FAA-801E-634DDDAF4B2B}" type="slidenum">
              <a:rPr lang="en-US" sz="1000" smtClean="0">
                <a:latin typeface="Franklin Gothic Book" panose="020B0503020102020204" pitchFamily="34" charset="0"/>
              </a:rPr>
              <a:t>10</a:t>
            </a:fld>
            <a:endParaRPr lang="en-US" sz="10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7C12-D442-E74D-86E2-2FC4CD33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84" y="0"/>
            <a:ext cx="8712831" cy="32316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Install, Enhance, and Elevate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537430" y="2383520"/>
            <a:ext cx="1827245" cy="110409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7CA32FF-EABB-244D-B51E-03E627718C53}"/>
              </a:ext>
            </a:extLst>
          </p:cNvPr>
          <p:cNvSpPr txBox="1">
            <a:spLocks/>
          </p:cNvSpPr>
          <p:nvPr/>
        </p:nvSpPr>
        <p:spPr>
          <a:xfrm>
            <a:off x="581870" y="2428274"/>
            <a:ext cx="1421188" cy="955390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Implementation Plan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Supporting Documents, programs, systems, support throughout customer-facing disciplines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235865" y="2782885"/>
            <a:ext cx="1104098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535698" y="3635109"/>
            <a:ext cx="1827245" cy="123384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289892" y="4113531"/>
            <a:ext cx="1233846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0FDB204-7C28-AE4F-B2D3-5A51655213EB}"/>
              </a:ext>
            </a:extLst>
          </p:cNvPr>
          <p:cNvSpPr txBox="1">
            <a:spLocks/>
          </p:cNvSpPr>
          <p:nvPr/>
        </p:nvSpPr>
        <p:spPr>
          <a:xfrm>
            <a:off x="581869" y="3680066"/>
            <a:ext cx="1722211" cy="906658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Have a proprietary program that is customized to KeppelLand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Make the uncommon habit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Creating the new way to work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9F7CD0-B3C6-19BB-A570-EA29E122737C}"/>
              </a:ext>
            </a:extLst>
          </p:cNvPr>
          <p:cNvSpPr txBox="1"/>
          <p:nvPr/>
        </p:nvSpPr>
        <p:spPr>
          <a:xfrm>
            <a:off x="6362463" y="2183078"/>
            <a:ext cx="103586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Market Analysis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04E2A1-B0C0-5837-C967-68F7F613FEC0}"/>
              </a:ext>
            </a:extLst>
          </p:cNvPr>
          <p:cNvSpPr txBox="1"/>
          <p:nvPr/>
        </p:nvSpPr>
        <p:spPr>
          <a:xfrm>
            <a:off x="4326028" y="2102088"/>
            <a:ext cx="107753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Internal Strategy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 and alignment</a:t>
            </a: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300B157C-56CC-C3B8-C862-98F33749E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352" y="595805"/>
            <a:ext cx="868680" cy="868680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4158DD-331A-A3E5-7CDD-82C40F7B6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56" y="817150"/>
            <a:ext cx="441671" cy="4362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4634B4-9004-726D-8825-255278E9BC0B}"/>
              </a:ext>
            </a:extLst>
          </p:cNvPr>
          <p:cNvSpPr txBox="1"/>
          <p:nvPr/>
        </p:nvSpPr>
        <p:spPr>
          <a:xfrm>
            <a:off x="454684" y="1659858"/>
            <a:ext cx="1598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A40AB54C-86E3-26D4-A076-2170000DE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943" y="754251"/>
            <a:ext cx="6781057" cy="374495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326D37E-468C-8A00-051A-5CF515284635}"/>
              </a:ext>
            </a:extLst>
          </p:cNvPr>
          <p:cNvSpPr txBox="1"/>
          <p:nvPr/>
        </p:nvSpPr>
        <p:spPr>
          <a:xfrm>
            <a:off x="6880393" y="50304"/>
            <a:ext cx="1979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Franklin Gothic Book" panose="020B0503020102020204" pitchFamily="34" charset="0"/>
              </a:rPr>
              <a:t>(Illustrative</a:t>
            </a:r>
            <a:r>
              <a:rPr lang="en-US" sz="14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3963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AF62-66C9-0403-764E-006D340903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2109" y="119547"/>
            <a:ext cx="8712200" cy="344487"/>
          </a:xfrm>
        </p:spPr>
        <p:txBody>
          <a:bodyPr wrap="square">
            <a:normAutofit/>
          </a:bodyPr>
          <a:lstStyle/>
          <a:p>
            <a:r>
              <a:rPr lang="en-US" dirty="0"/>
              <a:t>Time Zones and Logistics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EBA9A8E-CF9F-0EDE-EDE5-4B963042E8D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716234" y="359823"/>
            <a:ext cx="3699306" cy="4032250"/>
          </a:xfrm>
        </p:spPr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We have the ability to connect for meetings every day from 8 am to 12 pm Singapore Standard time.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That represents over approximately 80 hours per month available to us for face-to-face time.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Production time and behind the scenes work can be done at any point and any time zone. 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endParaRPr lang="en-US" dirty="0">
              <a:latin typeface="Franklin Gothic Book" panose="020B0503020102020204" pitchFamily="34" charset="0"/>
            </a:endParaRP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sz="2000" i="1" dirty="0">
                <a:solidFill>
                  <a:srgbClr val="B52372"/>
                </a:solidFill>
                <a:latin typeface="Franklin Gothic Book" panose="020B0503020102020204" pitchFamily="34" charset="0"/>
              </a:rPr>
              <a:t>If our methodology, experience, and  align to your vision and goals, we don’t want logistics to get in the way of the impact you are seeking.</a:t>
            </a:r>
          </a:p>
          <a:p>
            <a:endParaRPr lang="en-US" i="1" dirty="0">
              <a:latin typeface="Franklin Gothic Book" panose="020B0503020102020204" pitchFamily="34" charset="0"/>
            </a:endParaRPr>
          </a:p>
          <a:p>
            <a:endParaRPr lang="en-US" i="1" dirty="0">
              <a:latin typeface="Franklin Gothic Book" panose="020B0503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4EF6EA-BBF7-6BB1-A351-29E2B3560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19" y="836908"/>
            <a:ext cx="3766380" cy="3766380"/>
          </a:xfrm>
          <a:prstGeom prst="rect">
            <a:avLst/>
          </a:prstGeom>
          <a:noFill/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A101A2D-C6EB-7E20-C08C-AE9AB12AA87A}"/>
              </a:ext>
            </a:extLst>
          </p:cNvPr>
          <p:cNvCxnSpPr>
            <a:cxnSpLocks/>
          </p:cNvCxnSpPr>
          <p:nvPr/>
        </p:nvCxnSpPr>
        <p:spPr>
          <a:xfrm flipH="1">
            <a:off x="1178016" y="2720098"/>
            <a:ext cx="1087593" cy="6276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CC5904-84CF-A7D9-6295-9F6F56C49A5B}"/>
              </a:ext>
            </a:extLst>
          </p:cNvPr>
          <p:cNvCxnSpPr>
            <a:cxnSpLocks/>
          </p:cNvCxnSpPr>
          <p:nvPr/>
        </p:nvCxnSpPr>
        <p:spPr>
          <a:xfrm flipV="1">
            <a:off x="2275797" y="1291525"/>
            <a:ext cx="0" cy="1412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B182994-E083-2D8D-9438-EAC16ED362BE}"/>
              </a:ext>
            </a:extLst>
          </p:cNvPr>
          <p:cNvSpPr txBox="1"/>
          <p:nvPr/>
        </p:nvSpPr>
        <p:spPr>
          <a:xfrm>
            <a:off x="1076049" y="1775784"/>
            <a:ext cx="1291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B52372"/>
                </a:solidFill>
                <a:latin typeface="Franklin Gothic Book" panose="020B0503020102020204" pitchFamily="34" charset="0"/>
              </a:rPr>
              <a:t>Keppel Land Connection Time</a:t>
            </a:r>
          </a:p>
        </p:txBody>
      </p:sp>
    </p:spTree>
    <p:extLst>
      <p:ext uri="{BB962C8B-B14F-4D97-AF65-F5344CB8AC3E}">
        <p14:creationId xmlns:p14="http://schemas.microsoft.com/office/powerpoint/2010/main" val="4007650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90600" y="2190750"/>
            <a:ext cx="2827338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250" spc="-6134" baseline="-11728" dirty="0">
                <a:solidFill>
                  <a:srgbClr val="D9D9D9"/>
                </a:solidFill>
              </a:rPr>
              <a:t>&amp;</a:t>
            </a:r>
            <a:r>
              <a:rPr sz="3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Who we are</a:t>
            </a:r>
            <a:endParaRPr sz="3200" dirty="0">
              <a:latin typeface="Franklin Gothic Book" panose="020B05030201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8D3389-671F-C040-A885-F9CA1AF705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4781550"/>
            <a:ext cx="2103437" cy="161583"/>
          </a:xfrm>
        </p:spPr>
        <p:txBody>
          <a:bodyPr/>
          <a:lstStyle/>
          <a:p>
            <a:fld id="{B6F15528-21DE-4FAA-801E-634DDDAF4B2B}" type="slidenum">
              <a:rPr lang="en-US" sz="1050" smtClean="0">
                <a:latin typeface="Franklin Gothic Book" panose="020B0503020102020204" pitchFamily="34" charset="0"/>
              </a:rPr>
              <a:pPr/>
              <a:t>12</a:t>
            </a:fld>
            <a:endParaRPr lang="en-US" sz="14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51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150" y="-195004"/>
            <a:ext cx="115570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200" dirty="0">
                <a:solidFill>
                  <a:srgbClr val="D9D9D9"/>
                </a:solidFill>
                <a:latin typeface="Arial"/>
                <a:cs typeface="Arial"/>
              </a:rPr>
              <a:t>&amp;</a:t>
            </a:r>
            <a:endParaRPr sz="112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0800" y="3529501"/>
            <a:ext cx="2563133" cy="1447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1B37BB-87DB-4531-8149-019B917896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04800" y="4783455"/>
            <a:ext cx="2103120" cy="276999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 algn="l"/>
              <a:t>13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775355" y="366865"/>
            <a:ext cx="5254625" cy="5064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Franklin Gothic Book" panose="020B0503020102020204" pitchFamily="34" charset="0"/>
              </a:rPr>
              <a:t>Experience is at the core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" y="786269"/>
            <a:ext cx="8287405" cy="408829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188595">
              <a:lnSpc>
                <a:spcPct val="95000"/>
              </a:lnSpc>
              <a:spcBef>
                <a:spcPts val="180"/>
              </a:spcBef>
            </a:pPr>
            <a:r>
              <a:rPr sz="1400" dirty="0">
                <a:latin typeface="Franklin Gothic Book" panose="020B0503020102020204" pitchFamily="34" charset="0"/>
                <a:cs typeface="Arial"/>
              </a:rPr>
              <a:t>Kate brings 28+ years’ experience leading teams f</a:t>
            </a:r>
            <a:r>
              <a:rPr lang="en-US" sz="1400" dirty="0">
                <a:latin typeface="Franklin Gothic Book" panose="020B0503020102020204" pitchFamily="34" charset="0"/>
                <a:cs typeface="Arial"/>
              </a:rPr>
              <a:t>rom </a:t>
            </a:r>
            <a:r>
              <a:rPr sz="1400" dirty="0">
                <a:latin typeface="Franklin Gothic Book" panose="020B0503020102020204" pitchFamily="34" charset="0"/>
                <a:cs typeface="Arial"/>
              </a:rPr>
              <a:t>national and multi-national companies in the Hospitality, REIT, Commercial and Multi/Single- Owner Residential properties. Notable accomplishments:</a:t>
            </a:r>
            <a:endParaRPr lang="en-US" sz="1400" dirty="0">
              <a:latin typeface="Franklin Gothic Book" panose="020B0503020102020204" pitchFamily="34" charset="0"/>
              <a:cs typeface="Arial"/>
            </a:endParaRPr>
          </a:p>
          <a:p>
            <a:pPr marL="12700" marR="188595">
              <a:lnSpc>
                <a:spcPct val="95000"/>
              </a:lnSpc>
              <a:spcBef>
                <a:spcPts val="180"/>
              </a:spcBef>
            </a:pPr>
            <a:endParaRPr sz="200" dirty="0">
              <a:latin typeface="Franklin Gothic Book" panose="020B0503020102020204" pitchFamily="34" charset="0"/>
              <a:cs typeface="Arial"/>
            </a:endParaRPr>
          </a:p>
          <a:p>
            <a:pPr marL="317500" marR="100330" indent="-213995">
              <a:lnSpc>
                <a:spcPts val="1300"/>
              </a:lnSpc>
              <a:spcBef>
                <a:spcPts val="38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Experience leading transformation, design, and delivery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from branding, to revenue performance. 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7500" marR="190500" indent="-213995">
              <a:lnSpc>
                <a:spcPts val="1300"/>
              </a:lnSpc>
              <a:spcBef>
                <a:spcPts val="59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Increased revenue for Full-Service, Select, Extended Stay, Brand and Franchise hotel properties including Marriott, Loew’s,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Goldman Sachs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, IHG, Hyatt and Starwood, CSM, American Residential Properties and more.</a:t>
            </a:r>
            <a:endParaRPr lang="en-US" sz="1200" dirty="0">
              <a:latin typeface="Franklin Gothic Book" panose="020B0503020102020204" pitchFamily="34" charset="0"/>
              <a:cs typeface="Arial"/>
            </a:endParaRPr>
          </a:p>
          <a:p>
            <a:pPr marL="317500" marR="190500" indent="-213995">
              <a:lnSpc>
                <a:spcPts val="1300"/>
              </a:lnSpc>
              <a:spcBef>
                <a:spcPts val="595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Lead revenue transformation within B2B companies, such as; Ricoh, Boehringer Ingelheim, Medtronic, Johnson &amp; Johnson, and Indeed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45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Headed long-running strategies with start-ups, growth acquisition, market shifts, downturns and disposition</a:t>
            </a:r>
          </a:p>
          <a:p>
            <a:pPr marL="318135" indent="-214629">
              <a:lnSpc>
                <a:spcPct val="100000"/>
              </a:lnSpc>
              <a:spcBef>
                <a:spcPts val="55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Developed marketing programs to infuse emerging markets and media into sales opportunities</a:t>
            </a:r>
          </a:p>
          <a:p>
            <a:pPr marL="318135" indent="-214629">
              <a:lnSpc>
                <a:spcPct val="100000"/>
              </a:lnSpc>
              <a:spcBef>
                <a:spcPts val="45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Led acquisitions revenue through the full lifecycle: due diligence to exit sale disposition</a:t>
            </a:r>
          </a:p>
          <a:p>
            <a:pPr marL="317500" marR="3100705" indent="-213995">
              <a:lnSpc>
                <a:spcPts val="1300"/>
              </a:lnSpc>
              <a:spcBef>
                <a:spcPts val="83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Professor at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Fairleigh Dickenson 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for Revenue Management and Distribution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Systems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, Global Marketing, and Digital Marketing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530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Board member at Boutique and Lifestyle Lodging Association (BLLA),                                                                                   Member and Vendor with Strategic Account Management Association (SAMA)</a:t>
            </a:r>
          </a:p>
          <a:p>
            <a:pPr marL="318135" indent="-214629">
              <a:lnSpc>
                <a:spcPct val="100000"/>
              </a:lnSpc>
              <a:spcBef>
                <a:spcPts val="55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An active member of Women Owned Businesses (WBENC)</a:t>
            </a:r>
            <a:endParaRPr lang="en-US"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550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Active member at ISHC, Marketing Committee Member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7500" marR="2568575" indent="-213995">
              <a:lnSpc>
                <a:spcPts val="1300"/>
              </a:lnSpc>
              <a:spcBef>
                <a:spcPts val="64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Is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fanatical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about bringing clarity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 to build their future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and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build 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connection to 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customers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to be better than they were before.</a:t>
            </a:r>
            <a:endParaRPr sz="1400" dirty="0">
              <a:latin typeface="Franklin Gothic Book" panose="020B05030201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8561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09600" y="1962150"/>
            <a:ext cx="4102100" cy="20907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250" spc="-7050" baseline="-5349" dirty="0">
                <a:solidFill>
                  <a:srgbClr val="D9D9D9"/>
                </a:solidFill>
                <a:latin typeface="Franklin Gothic Book" panose="020B0503020102020204" pitchFamily="34" charset="0"/>
              </a:rPr>
              <a:t>&amp;</a:t>
            </a:r>
            <a:r>
              <a:rPr sz="3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In good company</a:t>
            </a:r>
          </a:p>
        </p:txBody>
      </p:sp>
    </p:spTree>
    <p:extLst>
      <p:ext uri="{BB962C8B-B14F-4D97-AF65-F5344CB8AC3E}">
        <p14:creationId xmlns:p14="http://schemas.microsoft.com/office/powerpoint/2010/main" val="1407055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A screenshot of a cell phone&#10;&#10;Description automatically generated">
            <a:extLst>
              <a:ext uri="{FF2B5EF4-FFF2-40B4-BE49-F238E27FC236}">
                <a16:creationId xmlns:a16="http://schemas.microsoft.com/office/drawing/2014/main" id="{0E16D0EB-242A-FB45-B280-CA22B0CF2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1931" y="2198722"/>
            <a:ext cx="987374" cy="987374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"/>
            <a:ext cx="9143997" cy="4952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520667" y="45238"/>
            <a:ext cx="61026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Franklin Gothic Book" panose="020B0503020102020204" pitchFamily="34" charset="0"/>
                <a:cs typeface="Arial"/>
              </a:rPr>
              <a:t>Companies that have taken this journey...</a:t>
            </a:r>
          </a:p>
        </p:txBody>
      </p:sp>
      <p:sp>
        <p:nvSpPr>
          <p:cNvPr id="4" name="object 4"/>
          <p:cNvSpPr/>
          <p:nvPr/>
        </p:nvSpPr>
        <p:spPr>
          <a:xfrm>
            <a:off x="4211931" y="1788726"/>
            <a:ext cx="987374" cy="5261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271580" y="3781369"/>
            <a:ext cx="868076" cy="346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7840084" y="3103716"/>
            <a:ext cx="884568" cy="1896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6117131" y="2690368"/>
            <a:ext cx="922100" cy="3556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5921033" y="1544456"/>
            <a:ext cx="1278271" cy="5224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2499723" y="1560775"/>
            <a:ext cx="978720" cy="30288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7782964" y="1485736"/>
            <a:ext cx="1056114" cy="34158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7840084" y="2181785"/>
            <a:ext cx="941873" cy="3796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4221703" y="1241764"/>
            <a:ext cx="967830" cy="30842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688351" y="1114729"/>
            <a:ext cx="928935" cy="92543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4286642" y="550322"/>
            <a:ext cx="77152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1605" marR="5080" indent="-129539" algn="ctr">
              <a:lnSpc>
                <a:spcPts val="1300"/>
              </a:lnSpc>
              <a:spcBef>
                <a:spcPts val="160"/>
              </a:spcBef>
            </a:pPr>
            <a:r>
              <a:rPr sz="1100" spc="-25" dirty="0">
                <a:latin typeface="Franklin Gothic Book" panose="020B0503020102020204" pitchFamily="34" charset="0"/>
                <a:cs typeface="Arial"/>
              </a:rPr>
              <a:t>Hospitality</a:t>
            </a:r>
            <a:r>
              <a:rPr sz="1100" spc="-85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5" dirty="0">
                <a:latin typeface="Franklin Gothic Book" panose="020B0503020102020204" pitchFamily="34" charset="0"/>
                <a:cs typeface="Arial"/>
              </a:rPr>
              <a:t>&amp;  </a:t>
            </a:r>
            <a:r>
              <a:rPr sz="1100" spc="-40" dirty="0">
                <a:latin typeface="Franklin Gothic Book" panose="020B0503020102020204" pitchFamily="34" charset="0"/>
                <a:cs typeface="Arial"/>
              </a:rPr>
              <a:t>Tourism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62120" y="539008"/>
            <a:ext cx="1231141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100" spc="-20" dirty="0">
                <a:latin typeface="Franklin Gothic Book" panose="020B0503020102020204" pitchFamily="34" charset="0"/>
                <a:cs typeface="Arial"/>
              </a:rPr>
              <a:t>Commercial, Real Estate, Single Family / Multi Family</a:t>
            </a:r>
            <a:endParaRPr lang="en-US" sz="1100" spc="-5" dirty="0">
              <a:latin typeface="Franklin Gothic Book" panose="020B0503020102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3668" y="550322"/>
            <a:ext cx="1420613" cy="5206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6830" marR="5080" indent="-24765" algn="ctr">
              <a:lnSpc>
                <a:spcPts val="1300"/>
              </a:lnSpc>
              <a:spcBef>
                <a:spcPts val="160"/>
              </a:spcBef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Financial Services &amp;  Asset Management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- Hospitality Investment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8189" y="550322"/>
            <a:ext cx="80454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3175">
              <a:lnSpc>
                <a:spcPts val="1300"/>
              </a:lnSpc>
              <a:spcBef>
                <a:spcPts val="160"/>
              </a:spcBef>
            </a:pPr>
            <a:r>
              <a:rPr sz="1100" spc="-25" dirty="0">
                <a:latin typeface="Franklin Gothic Book" panose="020B0503020102020204" pitchFamily="34" charset="0"/>
                <a:cs typeface="Arial"/>
              </a:rPr>
              <a:t>Healthcare</a:t>
            </a:r>
            <a:r>
              <a:rPr sz="1100" spc="-11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5" dirty="0">
                <a:latin typeface="Franklin Gothic Book" panose="020B0503020102020204" pitchFamily="34" charset="0"/>
                <a:cs typeface="Arial"/>
              </a:rPr>
              <a:t>&amp;  </a:t>
            </a:r>
            <a:r>
              <a:rPr sz="1100" spc="-25" dirty="0">
                <a:latin typeface="Franklin Gothic Book" panose="020B0503020102020204" pitchFamily="34" charset="0"/>
                <a:cs typeface="Arial"/>
              </a:rPr>
              <a:t>Life</a:t>
            </a:r>
            <a:r>
              <a:rPr sz="1100" spc="-11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40" dirty="0">
                <a:latin typeface="Franklin Gothic Book" panose="020B0503020102020204" pitchFamily="34" charset="0"/>
                <a:cs typeface="Arial"/>
              </a:rPr>
              <a:t>Sciences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6999" y="550322"/>
            <a:ext cx="888365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10"/>
              </a:lnSpc>
              <a:spcBef>
                <a:spcPts val="100"/>
              </a:spcBef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CPG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,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  <a:p>
            <a:pPr algn="ctr">
              <a:lnSpc>
                <a:spcPts val="1310"/>
              </a:lnSpc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Manufacturi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n</a:t>
            </a:r>
            <a:r>
              <a:rPr sz="1100" dirty="0">
                <a:latin typeface="Franklin Gothic Book" panose="020B0503020102020204" pitchFamily="34" charset="0"/>
                <a:cs typeface="Arial"/>
              </a:rPr>
              <a:t>g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, 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19889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4">
                <a:moveTo>
                  <a:pt x="0" y="0"/>
                </a:moveTo>
                <a:lnTo>
                  <a:pt x="969627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/>
          <p:nvPr/>
        </p:nvSpPr>
        <p:spPr>
          <a:xfrm>
            <a:off x="7885075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5">
                <a:moveTo>
                  <a:pt x="0" y="0"/>
                </a:moveTo>
                <a:lnTo>
                  <a:pt x="969626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/>
          <p:nvPr/>
        </p:nvSpPr>
        <p:spPr>
          <a:xfrm>
            <a:off x="6027041" y="1109597"/>
            <a:ext cx="1012190" cy="12065"/>
          </a:xfrm>
          <a:custGeom>
            <a:avLst/>
            <a:gdLst/>
            <a:ahLst/>
            <a:cxnLst/>
            <a:rect l="l" t="t" r="r" b="b"/>
            <a:pathLst>
              <a:path w="1012190" h="12065">
                <a:moveTo>
                  <a:pt x="0" y="11572"/>
                </a:moveTo>
                <a:lnTo>
                  <a:pt x="1011961" y="0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/>
          <p:cNvSpPr/>
          <p:nvPr/>
        </p:nvSpPr>
        <p:spPr>
          <a:xfrm>
            <a:off x="2499723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4">
                <a:moveTo>
                  <a:pt x="0" y="0"/>
                </a:moveTo>
                <a:lnTo>
                  <a:pt x="969627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/>
          <p:cNvSpPr/>
          <p:nvPr/>
        </p:nvSpPr>
        <p:spPr>
          <a:xfrm>
            <a:off x="361594" y="1075943"/>
            <a:ext cx="1420613" cy="45719"/>
          </a:xfrm>
          <a:custGeom>
            <a:avLst/>
            <a:gdLst/>
            <a:ahLst/>
            <a:cxnLst/>
            <a:rect l="l" t="t" r="r" b="b"/>
            <a:pathLst>
              <a:path w="1273175">
                <a:moveTo>
                  <a:pt x="0" y="0"/>
                </a:moveTo>
                <a:lnTo>
                  <a:pt x="1273041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/>
          <p:cNvSpPr/>
          <p:nvPr/>
        </p:nvSpPr>
        <p:spPr>
          <a:xfrm>
            <a:off x="580881" y="2328216"/>
            <a:ext cx="1143875" cy="2709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2539254" y="2051817"/>
            <a:ext cx="1065363" cy="92875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/>
          <p:cNvSpPr/>
          <p:nvPr/>
        </p:nvSpPr>
        <p:spPr>
          <a:xfrm>
            <a:off x="2401380" y="3073535"/>
            <a:ext cx="1060418" cy="7999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021C6BF-F540-0E47-B44C-4560351E52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792" y="3073535"/>
            <a:ext cx="986373" cy="655182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D6265F1-49EC-AC4E-A18C-F088C10E7FE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631" y="4370366"/>
            <a:ext cx="1027975" cy="268644"/>
          </a:xfrm>
          <a:prstGeom prst="rect">
            <a:avLst/>
          </a:prstGeom>
        </p:spPr>
      </p:pic>
      <p:sp>
        <p:nvSpPr>
          <p:cNvPr id="18" name="Slide Number Placeholder 12">
            <a:extLst>
              <a:ext uri="{FF2B5EF4-FFF2-40B4-BE49-F238E27FC236}">
                <a16:creationId xmlns:a16="http://schemas.microsoft.com/office/drawing/2014/main" id="{FFFB407B-855F-4C3F-9BE9-59E9C77617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92824" y="4733151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/>
              <a:t>15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64E1A-D212-7D45-85A7-9E1B47C8E8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29368" y="3047095"/>
            <a:ext cx="952500" cy="5270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482E45E-2BAC-8E40-A3BD-4A079316C99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69007" y="3401126"/>
            <a:ext cx="1143000" cy="1143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F10A30F-A654-AB4B-AE42-2B597F65BBA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668" y="3830414"/>
            <a:ext cx="1638300" cy="1231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E76186A-43CE-7340-ACC9-C6EB27A1E8F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98224" y="3768353"/>
            <a:ext cx="697720" cy="9041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44CD02B-E3DC-9A45-B598-E17486CD648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28898" y="3781369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57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7CC3-E8E8-4C45-AF12-E869FADFF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492443"/>
          </a:xfrm>
          <a:pattFill prst="pct20">
            <a:fgClr>
              <a:schemeClr val="bg2">
                <a:lumMod val="75000"/>
              </a:schemeClr>
            </a:fgClr>
            <a:bgClr>
              <a:schemeClr val="bg1"/>
            </a:bgClr>
          </a:patt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Where we serve    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BE494FD-0782-D145-A578-ED810C05A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2287" y="1557069"/>
            <a:ext cx="2759426" cy="1195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EBE929-38CA-E14B-B744-0A8F40771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12" y="2571749"/>
            <a:ext cx="2679551" cy="1648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D14088-C8BB-F84A-A05E-302BB9F17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362" y="2595125"/>
            <a:ext cx="1554666" cy="1320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5CBD83-4AFE-E943-99C3-A99AF4A07773}"/>
              </a:ext>
            </a:extLst>
          </p:cNvPr>
          <p:cNvSpPr txBox="1"/>
          <p:nvPr/>
        </p:nvSpPr>
        <p:spPr>
          <a:xfrm>
            <a:off x="6477145" y="3915925"/>
            <a:ext cx="24401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Strategic Account Management Association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40A999-516B-5440-B7A3-6E1E4D81FD8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212" r="24852"/>
          <a:stretch/>
        </p:blipFill>
        <p:spPr>
          <a:xfrm>
            <a:off x="753719" y="472910"/>
            <a:ext cx="1892300" cy="1084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35B46C-D515-854F-987F-98A3C20BF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5486" y="3446025"/>
            <a:ext cx="2133600" cy="939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0D115F-9DD5-814F-B7E8-9FEE67CAFB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145" y="757675"/>
            <a:ext cx="21971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3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22CC13-FD25-07F1-A884-7AB41150C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A0BC4-5A6F-FCC3-1169-17EA1105FABB}"/>
              </a:ext>
            </a:extLst>
          </p:cNvPr>
          <p:cNvSpPr txBox="1"/>
          <p:nvPr/>
        </p:nvSpPr>
        <p:spPr>
          <a:xfrm>
            <a:off x="3444815" y="1886309"/>
            <a:ext cx="5037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Vision to Value Roadmap</a:t>
            </a:r>
          </a:p>
          <a:p>
            <a:r>
              <a:rPr lang="en-US" dirty="0"/>
              <a:t>Competency and Agility Heatmap</a:t>
            </a:r>
          </a:p>
        </p:txBody>
      </p:sp>
    </p:spTree>
    <p:extLst>
      <p:ext uri="{BB962C8B-B14F-4D97-AF65-F5344CB8AC3E}">
        <p14:creationId xmlns:p14="http://schemas.microsoft.com/office/powerpoint/2010/main" val="1080014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89" y="110489"/>
            <a:ext cx="8425003" cy="484748"/>
          </a:xfrm>
        </p:spPr>
        <p:txBody>
          <a:bodyPr/>
          <a:lstStyle/>
          <a:p>
            <a:r>
              <a:rPr lang="en-US" sz="1800" dirty="0"/>
              <a:t>Customer Engagement Learning Roadmap </a:t>
            </a:r>
            <a:r>
              <a:rPr lang="en-US" sz="1350" dirty="0"/>
              <a:t>Learning Journey Draft for Review</a:t>
            </a:r>
            <a:endParaRPr 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F0B4E-CE60-AB48-9D7E-4434414A7C38}" type="slidenum">
              <a:rPr lang="en-US" smtClean="0"/>
              <a:pPr/>
              <a:t>18</a:t>
            </a:fld>
            <a:endParaRPr lang="en-US" dirty="0"/>
          </a:p>
        </p:txBody>
      </p:sp>
      <p:cxnSp>
        <p:nvCxnSpPr>
          <p:cNvPr id="66" name="Straight Connector 65"/>
          <p:cNvCxnSpPr/>
          <p:nvPr/>
        </p:nvCxnSpPr>
        <p:spPr>
          <a:xfrm>
            <a:off x="1780783" y="883885"/>
            <a:ext cx="1" cy="3702110"/>
          </a:xfrm>
          <a:prstGeom prst="lin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2983494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388916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7405042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186206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528973" y="883885"/>
            <a:ext cx="1251810" cy="3702110"/>
          </a:xfrm>
          <a:prstGeom prst="rect">
            <a:avLst/>
          </a:prstGeom>
          <a:solidFill>
            <a:schemeClr val="bg1">
              <a:lumMod val="75000"/>
              <a:alpha val="25098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5" name="Rectangle 84"/>
          <p:cNvSpPr/>
          <p:nvPr/>
        </p:nvSpPr>
        <p:spPr>
          <a:xfrm>
            <a:off x="2982545" y="883885"/>
            <a:ext cx="1211885" cy="3702110"/>
          </a:xfrm>
          <a:prstGeom prst="rect">
            <a:avLst/>
          </a:prstGeom>
          <a:solidFill>
            <a:schemeClr val="bg1">
              <a:lumMod val="75000"/>
              <a:alpha val="25098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5" name="Rectangle 124"/>
          <p:cNvSpPr/>
          <p:nvPr/>
        </p:nvSpPr>
        <p:spPr>
          <a:xfrm>
            <a:off x="5400698" y="889558"/>
            <a:ext cx="1999900" cy="3702110"/>
          </a:xfrm>
          <a:prstGeom prst="rect">
            <a:avLst/>
          </a:prstGeom>
          <a:solidFill>
            <a:schemeClr val="bg1">
              <a:lumMod val="75000"/>
              <a:alpha val="25098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7" name="TextBox 126"/>
          <p:cNvSpPr txBox="1"/>
          <p:nvPr/>
        </p:nvSpPr>
        <p:spPr>
          <a:xfrm>
            <a:off x="3402831" y="3089902"/>
            <a:ext cx="234103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rPr>
              <a:t>Lead, Coach, Sponsor, Enable &amp; Sustain</a:t>
            </a:r>
          </a:p>
        </p:txBody>
      </p:sp>
      <p:cxnSp>
        <p:nvCxnSpPr>
          <p:cNvPr id="128" name="Straight Connector 127"/>
          <p:cNvCxnSpPr/>
          <p:nvPr/>
        </p:nvCxnSpPr>
        <p:spPr>
          <a:xfrm>
            <a:off x="5794002" y="3193776"/>
            <a:ext cx="31466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528973" y="3193776"/>
            <a:ext cx="2762118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5379580" y="3873682"/>
            <a:ext cx="2925332" cy="389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Transforming Customer Engagement</a:t>
            </a:r>
          </a:p>
          <a:p>
            <a:pPr lvl="0" algn="ctr">
              <a:lnSpc>
                <a:spcPct val="110000"/>
              </a:lnSpc>
            </a:pPr>
            <a:r>
              <a:rPr lang="en-US" sz="6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“Critical Crowd” </a:t>
            </a:r>
            <a:r>
              <a:rPr lang="mr-IN" sz="6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6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Accelerating Strategic Account Management and Enabling Transformative Change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994591" y="3398538"/>
            <a:ext cx="2067848" cy="3841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Lead &amp; Sponsor Strategic Customer Engagement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Janssen / J&amp;J Executive Leaders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027317" y="3398538"/>
            <a:ext cx="1606075" cy="3841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Transformative Leader-Coach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Managers of Account Directors &amp; Leaders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33195" y="787873"/>
            <a:ext cx="505267" cy="230832"/>
          </a:xfrm>
          <a:prstGeom prst="rect">
            <a:avLst/>
          </a:prstGeom>
          <a:solidFill>
            <a:srgbClr val="68ABFB">
              <a:alpha val="40000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/>
              <a:t>Equip</a:t>
            </a:r>
          </a:p>
        </p:txBody>
      </p:sp>
      <p:cxnSp>
        <p:nvCxnSpPr>
          <p:cNvPr id="134" name="Straight Connector 133"/>
          <p:cNvCxnSpPr/>
          <p:nvPr/>
        </p:nvCxnSpPr>
        <p:spPr>
          <a:xfrm>
            <a:off x="2162473" y="883398"/>
            <a:ext cx="3895916" cy="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6193061" y="790567"/>
            <a:ext cx="505267" cy="230832"/>
          </a:xfrm>
          <a:prstGeom prst="rect">
            <a:avLst/>
          </a:prstGeom>
          <a:solidFill>
            <a:srgbClr val="BEE7F1">
              <a:alpha val="69020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/>
              <a:t>Apply</a:t>
            </a:r>
          </a:p>
        </p:txBody>
      </p:sp>
      <p:cxnSp>
        <p:nvCxnSpPr>
          <p:cNvPr id="136" name="Straight Connector 135"/>
          <p:cNvCxnSpPr/>
          <p:nvPr/>
        </p:nvCxnSpPr>
        <p:spPr>
          <a:xfrm>
            <a:off x="6841960" y="886467"/>
            <a:ext cx="814300" cy="639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7815989" y="793604"/>
            <a:ext cx="588624" cy="230832"/>
          </a:xfrm>
          <a:prstGeom prst="rect">
            <a:avLst/>
          </a:prstGeom>
          <a:solidFill>
            <a:srgbClr val="9437FF">
              <a:alpha val="25098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>
                <a:solidFill>
                  <a:schemeClr val="tx1"/>
                </a:solidFill>
              </a:rPr>
              <a:t>Elevate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393793" y="1111280"/>
            <a:ext cx="1455325" cy="866357"/>
          </a:xfrm>
          <a:prstGeom prst="roundRect">
            <a:avLst>
              <a:gd name="adj" fmla="val 8701"/>
            </a:avLst>
          </a:prstGeom>
          <a:solidFill>
            <a:srgbClr val="BEE7F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825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Accelerating Strategic Account Growth </a:t>
            </a:r>
            <a:r>
              <a:rPr lang="en-US" sz="825" b="1" i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- Live</a:t>
            </a:r>
          </a:p>
          <a:p>
            <a:pPr algn="ctr"/>
            <a:endParaRPr lang="en-US" sz="225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endParaRPr lang="en-US" sz="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r>
              <a:rPr lang="en-US" sz="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Leaders, Account Directors, Cross-Function Account Teams Develop &amp; Execute Strategies, Tactics, &amp; Plans for Must Win + Must Have Accounts / Opportunities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994591" y="2069905"/>
            <a:ext cx="1404146" cy="866357"/>
          </a:xfrm>
          <a:prstGeom prst="roundRect">
            <a:avLst>
              <a:gd name="adj" fmla="val 5382"/>
            </a:avLst>
          </a:prstGeom>
          <a:solidFill>
            <a:srgbClr val="BEE7F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Collaborative Business Alignment &amp; Joint Planning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Co-Creating Business Value</a:t>
            </a:r>
            <a:endParaRPr lang="en-US" sz="15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endParaRPr lang="en-US" sz="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endParaRPr lang="en-US" sz="15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r>
              <a:rPr lang="en-US" sz="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Sponsor, Account Director + Core Team Joint Business Plan Development, Business Alignment &amp; Execution </a:t>
            </a:r>
            <a:r>
              <a:rPr lang="en-US" sz="60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with</a:t>
            </a:r>
            <a:r>
              <a:rPr lang="en-US" sz="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Strategic Accounts</a:t>
            </a:r>
            <a:endParaRPr lang="en-US" sz="75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7462132" y="1101992"/>
            <a:ext cx="1124562" cy="375681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Masters MSc</a:t>
            </a:r>
          </a:p>
          <a:p>
            <a:pPr algn="ctr">
              <a:lnSpc>
                <a:spcPct val="90000"/>
              </a:lnSpc>
            </a:pPr>
            <a:r>
              <a:rPr lang="en-US" sz="675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Strategic Account Transformation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462132" y="2370391"/>
            <a:ext cx="1124562" cy="30632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8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Quantify + Communicate Healthcare Value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462132" y="1492430"/>
            <a:ext cx="1124562" cy="24479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8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Strategic Thinking      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462132" y="1751980"/>
            <a:ext cx="1124562" cy="24479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Co-Innovation</a:t>
            </a:r>
          </a:p>
          <a:p>
            <a:pPr algn="ctr"/>
            <a:r>
              <a:rPr lang="en-US" sz="525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with Strategic Accounts       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462132" y="2691469"/>
            <a:ext cx="1124562" cy="24479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8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Leading Negotiation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462132" y="2011530"/>
            <a:ext cx="1124562" cy="344104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Leading High-Performance Account Teams</a:t>
            </a:r>
            <a:endParaRPr lang="en-US" sz="675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731534" y="1103901"/>
            <a:ext cx="1537097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Distinguishing Customer Engagement I </a:t>
            </a:r>
            <a:r>
              <a:rPr lang="mr-IN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Discover</a:t>
            </a:r>
            <a:endParaRPr lang="en-US" sz="713" dirty="0">
              <a:solidFill>
                <a:schemeClr val="accent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 develop CEF  “discovery” / insights skillset &amp; mindset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99503" y="793546"/>
            <a:ext cx="518092" cy="230832"/>
          </a:xfrm>
          <a:prstGeom prst="rect">
            <a:avLst/>
          </a:prstGeom>
          <a:solidFill>
            <a:srgbClr val="68ABFB">
              <a:alpha val="40000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/>
              <a:t>Install</a:t>
            </a:r>
          </a:p>
        </p:txBody>
      </p:sp>
      <p:cxnSp>
        <p:nvCxnSpPr>
          <p:cNvPr id="153" name="Straight Connector 152"/>
          <p:cNvCxnSpPr/>
          <p:nvPr/>
        </p:nvCxnSpPr>
        <p:spPr>
          <a:xfrm flipV="1">
            <a:off x="1037873" y="883398"/>
            <a:ext cx="452792" cy="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8476690" y="886467"/>
            <a:ext cx="463924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>
            <a:off x="528973" y="4614863"/>
            <a:ext cx="8411641" cy="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677228" y="4389267"/>
            <a:ext cx="93487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Q4 2017 </a:t>
            </a:r>
            <a:r>
              <a:rPr lang="mr-IN" sz="750" b="1" dirty="0"/>
              <a:t>–</a:t>
            </a:r>
            <a:r>
              <a:rPr lang="en-US" sz="750" b="1" dirty="0"/>
              <a:t> Q1 2018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101793" y="4389267"/>
            <a:ext cx="51328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Q2 2018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369226" y="4389267"/>
            <a:ext cx="51328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Q3 2018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420043" y="4389267"/>
            <a:ext cx="51328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Q4 2018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40945" y="4389267"/>
            <a:ext cx="37702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2019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954816" y="4389267"/>
            <a:ext cx="37702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2020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442569" y="1103901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Apply &amp; Review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763995" y="1110751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Apply &amp; Review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22442" y="1110751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75" name="Oval 174"/>
          <p:cNvSpPr/>
          <p:nvPr/>
        </p:nvSpPr>
        <p:spPr>
          <a:xfrm>
            <a:off x="445182" y="1047962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1</a:t>
            </a:r>
          </a:p>
        </p:txBody>
      </p:sp>
      <p:sp>
        <p:nvSpPr>
          <p:cNvPr id="179" name="Oval 178"/>
          <p:cNvSpPr/>
          <p:nvPr/>
        </p:nvSpPr>
        <p:spPr>
          <a:xfrm>
            <a:off x="5323653" y="1060976"/>
            <a:ext cx="131389" cy="12807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5</a:t>
            </a:r>
          </a:p>
        </p:txBody>
      </p:sp>
      <p:sp>
        <p:nvSpPr>
          <p:cNvPr id="180" name="Oval 179"/>
          <p:cNvSpPr/>
          <p:nvPr/>
        </p:nvSpPr>
        <p:spPr>
          <a:xfrm>
            <a:off x="5933264" y="2017474"/>
            <a:ext cx="131389" cy="12807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6</a:t>
            </a:r>
          </a:p>
        </p:txBody>
      </p:sp>
      <p:sp>
        <p:nvSpPr>
          <p:cNvPr id="181" name="Oval 180"/>
          <p:cNvSpPr>
            <a:spLocks noChangeAspect="1"/>
          </p:cNvSpPr>
          <p:nvPr/>
        </p:nvSpPr>
        <p:spPr>
          <a:xfrm>
            <a:off x="7405988" y="1056269"/>
            <a:ext cx="130302" cy="1303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2" name="Oval 181"/>
          <p:cNvSpPr/>
          <p:nvPr/>
        </p:nvSpPr>
        <p:spPr>
          <a:xfrm>
            <a:off x="1967287" y="3349004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B</a:t>
            </a:r>
          </a:p>
        </p:txBody>
      </p:sp>
      <p:sp>
        <p:nvSpPr>
          <p:cNvPr id="183" name="Oval 182"/>
          <p:cNvSpPr/>
          <p:nvPr/>
        </p:nvSpPr>
        <p:spPr>
          <a:xfrm>
            <a:off x="5929513" y="3346718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E</a:t>
            </a:r>
          </a:p>
        </p:txBody>
      </p:sp>
      <p:sp>
        <p:nvSpPr>
          <p:cNvPr id="184" name="Oval 183"/>
          <p:cNvSpPr/>
          <p:nvPr/>
        </p:nvSpPr>
        <p:spPr>
          <a:xfrm>
            <a:off x="5328480" y="3821744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D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2027317" y="1531939"/>
            <a:ext cx="1537097" cy="51271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Distinguishing Customer Engagement II </a:t>
            </a:r>
            <a:r>
              <a:rPr lang="mr-IN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Discover &amp; Define</a:t>
            </a:r>
            <a:endParaRPr lang="en-US" sz="713" i="1" dirty="0">
              <a:solidFill>
                <a:schemeClr val="accent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 develop “discovery” / engage &amp; define skillset &amp; mindset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8" name="Rounded Rectangle 187"/>
          <p:cNvSpPr/>
          <p:nvPr/>
        </p:nvSpPr>
        <p:spPr>
          <a:xfrm>
            <a:off x="1818224" y="1595119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89" name="Oval 188"/>
          <p:cNvSpPr/>
          <p:nvPr/>
        </p:nvSpPr>
        <p:spPr>
          <a:xfrm>
            <a:off x="1740964" y="1532330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2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2975269" y="2066677"/>
            <a:ext cx="1537097" cy="395159"/>
          </a:xfrm>
          <a:prstGeom prst="roundRect">
            <a:avLst/>
          </a:prstGeom>
          <a:solidFill>
            <a:srgbClr val="68ABFB">
              <a:alpha val="50196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Customer Engagement Strategies &amp; Tactics III </a:t>
            </a:r>
            <a:r>
              <a:rPr lang="mr-IN" sz="600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600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600" b="1" i="1" dirty="0">
                <a:solidFill>
                  <a:schemeClr val="tx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Business Simulation</a:t>
            </a:r>
            <a:endParaRPr lang="en-US" sz="600" i="1" dirty="0">
              <a:solidFill>
                <a:schemeClr val="tx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 develop “discovery” / engage &amp; define skillset &amp; MIndset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3" name="Rounded Rectangle 192"/>
          <p:cNvSpPr/>
          <p:nvPr/>
        </p:nvSpPr>
        <p:spPr>
          <a:xfrm>
            <a:off x="2766177" y="2073527"/>
            <a:ext cx="147488" cy="395159"/>
          </a:xfrm>
          <a:prstGeom prst="roundRect">
            <a:avLst/>
          </a:prstGeom>
          <a:solidFill>
            <a:srgbClr val="68ABFB">
              <a:alpha val="50000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94" name="Oval 193"/>
          <p:cNvSpPr/>
          <p:nvPr/>
        </p:nvSpPr>
        <p:spPr>
          <a:xfrm>
            <a:off x="2688917" y="2010737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3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3842484" y="2545717"/>
            <a:ext cx="1537097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Distinguishing Customer Engagement IV </a:t>
            </a:r>
            <a:r>
              <a:rPr lang="mr-IN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Develop / Refine / Execute &amp; Expand</a:t>
            </a:r>
            <a:endParaRPr lang="en-US" sz="713" i="1" dirty="0">
              <a:solidFill>
                <a:schemeClr val="accent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5553519" y="2545717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Apply &amp; Review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3633391" y="2552568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99" name="Oval 198"/>
          <p:cNvSpPr/>
          <p:nvPr/>
        </p:nvSpPr>
        <p:spPr>
          <a:xfrm>
            <a:off x="3556131" y="2489778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4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376215" y="3394915"/>
            <a:ext cx="1417787" cy="384104"/>
          </a:xfrm>
          <a:prstGeom prst="roundRect">
            <a:avLst/>
          </a:prstGeom>
          <a:solidFill>
            <a:schemeClr val="bg1">
              <a:lumMod val="75000"/>
              <a:alpha val="40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Customer Engagement    T3 &amp; Certify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Janssen SCG Learning &amp; Development</a:t>
            </a:r>
          </a:p>
        </p:txBody>
      </p:sp>
      <p:sp>
        <p:nvSpPr>
          <p:cNvPr id="202" name="Oval 201"/>
          <p:cNvSpPr/>
          <p:nvPr/>
        </p:nvSpPr>
        <p:spPr>
          <a:xfrm>
            <a:off x="4311136" y="3343095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50165" y="1099264"/>
            <a:ext cx="254522" cy="1840058"/>
          </a:xfrm>
          <a:prstGeom prst="roundRect">
            <a:avLst/>
          </a:prstGeom>
          <a:solidFill>
            <a:srgbClr val="FFC000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67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Strategic Customer Management &amp; Engagement Certification</a:t>
            </a:r>
          </a:p>
        </p:txBody>
      </p:sp>
      <p:sp>
        <p:nvSpPr>
          <p:cNvPr id="65" name="Oval 64"/>
          <p:cNvSpPr>
            <a:spLocks noChangeAspect="1"/>
          </p:cNvSpPr>
          <p:nvPr/>
        </p:nvSpPr>
        <p:spPr>
          <a:xfrm>
            <a:off x="8590862" y="1057713"/>
            <a:ext cx="130302" cy="130302"/>
          </a:xfrm>
          <a:prstGeom prst="ellipse">
            <a:avLst/>
          </a:prstGeom>
          <a:solidFill>
            <a:srgbClr val="F4930D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9471" y="3391124"/>
            <a:ext cx="1212497" cy="3841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CEF Fast Start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Janssen SCG Leaders</a:t>
            </a:r>
          </a:p>
        </p:txBody>
      </p:sp>
      <p:sp>
        <p:nvSpPr>
          <p:cNvPr id="81" name="Oval 80"/>
          <p:cNvSpPr/>
          <p:nvPr/>
        </p:nvSpPr>
        <p:spPr>
          <a:xfrm>
            <a:off x="569441" y="3341591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3781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89" y="110490"/>
            <a:ext cx="6534623" cy="530915"/>
          </a:xfrm>
        </p:spPr>
        <p:txBody>
          <a:bodyPr/>
          <a:lstStyle/>
          <a:p>
            <a:r>
              <a:rPr lang="en-US" dirty="0"/>
              <a:t>Customer Engagement Competence Heatmap</a:t>
            </a:r>
            <a:br>
              <a:rPr lang="en-US" dirty="0"/>
            </a:br>
            <a:r>
              <a:rPr lang="en-US" sz="1350" dirty="0"/>
              <a:t>Competence Heatmap </a:t>
            </a:r>
            <a:r>
              <a:rPr lang="mr-IN" sz="1350" dirty="0"/>
              <a:t>–</a:t>
            </a:r>
            <a:r>
              <a:rPr lang="en-US" sz="1350" dirty="0"/>
              <a:t> Draft for Review</a:t>
            </a:r>
            <a:endParaRPr 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F0B4E-CE60-AB48-9D7E-4434414A7C3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7132" y="2535685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0" y="852888"/>
            <a:ext cx="1240376" cy="422060"/>
          </a:xfrm>
          <a:prstGeom prst="rect">
            <a:avLst/>
          </a:prstGeom>
          <a:solidFill>
            <a:srgbClr val="1F497D">
              <a:lumMod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90000"/>
              </a:lnSpc>
              <a:defRPr/>
            </a:pPr>
            <a:r>
              <a:rPr lang="en-US" sz="788" b="1" kern="0" spc="225" dirty="0">
                <a:solidFill>
                  <a:sysClr val="window" lastClr="FFFFFF"/>
                </a:solidFill>
                <a:latin typeface="Calibri"/>
              </a:rPr>
              <a:t>PROGRAM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1" y="1304046"/>
            <a:ext cx="1240376" cy="119021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90000"/>
              </a:lnSpc>
              <a:defRPr/>
            </a:pPr>
            <a:r>
              <a:rPr lang="en-US" sz="788" b="1" kern="0" spc="225" dirty="0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0" y="2533080"/>
            <a:ext cx="337934" cy="667320"/>
          </a:xfrm>
          <a:prstGeom prst="rect">
            <a:avLst/>
          </a:prstGeom>
          <a:solidFill>
            <a:srgbClr val="61C235"/>
          </a:solidFill>
          <a:ln w="25400" cap="flat" cmpd="sng" algn="ctr">
            <a:solidFill>
              <a:srgbClr val="6CD33C"/>
            </a:solidFill>
            <a:prstDash val="solid"/>
          </a:ln>
          <a:effectLst/>
        </p:spPr>
        <p:txBody>
          <a:bodyPr vert="vert270" rtlCol="0" anchor="ctr"/>
          <a:lstStyle/>
          <a:p>
            <a:pPr algn="ctr" defTabSz="685800">
              <a:lnSpc>
                <a:spcPct val="90000"/>
              </a:lnSpc>
              <a:defRPr/>
            </a:pPr>
            <a:r>
              <a:rPr lang="en-US" sz="750" b="1" kern="0" spc="225" dirty="0">
                <a:solidFill>
                  <a:sysClr val="window" lastClr="FFFFFF"/>
                </a:solidFill>
                <a:latin typeface="Calibri"/>
              </a:rPr>
              <a:t>Business Acumen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2846" y="2542201"/>
            <a:ext cx="847898" cy="2057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solidFill>
              <a:srgbClr val="6CD33C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Business Insights &amp; Planning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896722" y="2778125"/>
            <a:ext cx="847898" cy="2057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solidFill>
              <a:srgbClr val="6CD33C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Analytics &amp; Insight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1545" y="3014637"/>
            <a:ext cx="847898" cy="2057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solidFill>
              <a:srgbClr val="6CD33C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Contracting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7132" y="2776985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7132" y="3008760"/>
            <a:ext cx="995859" cy="191641"/>
          </a:xfrm>
          <a:prstGeom prst="rect">
            <a:avLst/>
          </a:prstGeom>
          <a:solidFill>
            <a:srgbClr val="CC3E26"/>
          </a:solidFill>
          <a:ln w="635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t"/>
          <a:lstStyle/>
          <a:p>
            <a:pPr defTabSz="685800"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0" y="3244851"/>
            <a:ext cx="1223919" cy="290401"/>
          </a:xfrm>
          <a:prstGeom prst="rect">
            <a:avLst/>
          </a:prstGeom>
          <a:solidFill>
            <a:srgbClr val="C3A81D"/>
          </a:solidFill>
          <a:ln w="28575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defTabSz="685800">
              <a:lnSpc>
                <a:spcPct val="80000"/>
              </a:lnSpc>
              <a:defRPr/>
            </a:pPr>
            <a:r>
              <a:rPr lang="en-US" sz="788" kern="0" spc="225" dirty="0">
                <a:solidFill>
                  <a:schemeClr val="bg1"/>
                </a:solidFill>
                <a:latin typeface="Calibri"/>
              </a:rPr>
              <a:t>Healthcare Ecosystem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14350" y="3589109"/>
            <a:ext cx="337934" cy="429597"/>
          </a:xfrm>
          <a:prstGeom prst="rect">
            <a:avLst/>
          </a:prstGeom>
          <a:solidFill>
            <a:srgbClr val="3DA1CD"/>
          </a:solidFill>
          <a:ln w="25400" cap="flat" cmpd="sng" algn="ctr">
            <a:solidFill>
              <a:srgbClr val="96BCEF"/>
            </a:solidFill>
            <a:prstDash val="solid"/>
          </a:ln>
          <a:effectLst/>
        </p:spPr>
        <p:txBody>
          <a:bodyPr vert="vert270" lIns="0" tIns="0" rIns="0" bIns="0" rtlCol="0" anchor="ctr"/>
          <a:lstStyle/>
          <a:p>
            <a:pPr algn="ctr" defTabSz="685800">
              <a:lnSpc>
                <a:spcPct val="110000"/>
              </a:lnSpc>
              <a:defRPr/>
            </a:pPr>
            <a:r>
              <a:rPr lang="en-US" sz="638" b="1" kern="0" dirty="0">
                <a:solidFill>
                  <a:sysClr val="window" lastClr="FFFFFF"/>
                </a:solidFill>
                <a:latin typeface="Calibri"/>
              </a:rPr>
              <a:t>Stakeholder Mgmt.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896722" y="3578225"/>
            <a:ext cx="847898" cy="2057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solidFill>
              <a:srgbClr val="3DA1CD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Consultative Stakeholder Management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1546" y="3821087"/>
            <a:ext cx="847898" cy="2057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solidFill>
              <a:srgbClr val="3DA1CD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Executive Presence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14350" y="4064570"/>
            <a:ext cx="337934" cy="46245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accent4"/>
            </a:solidFill>
            <a:prstDash val="solid"/>
          </a:ln>
          <a:effectLst/>
        </p:spPr>
        <p:txBody>
          <a:bodyPr vert="vert270" lIns="0" tIns="0" rIns="0" bIns="0" rtlCol="0" anchor="ctr"/>
          <a:lstStyle/>
          <a:p>
            <a:pPr algn="ctr" defTabSz="685800">
              <a:lnSpc>
                <a:spcPct val="110000"/>
              </a:lnSpc>
              <a:defRPr/>
            </a:pPr>
            <a:r>
              <a:rPr lang="en-US" sz="600" b="1" kern="0" dirty="0">
                <a:solidFill>
                  <a:sysClr val="window" lastClr="FFFFFF"/>
                </a:solidFill>
                <a:latin typeface="Calibri"/>
              </a:rPr>
              <a:t>Organization Agility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0596" y="4067175"/>
            <a:ext cx="846696" cy="2057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flat" cmpd="sng" algn="ctr">
            <a:solidFill>
              <a:srgbClr val="8064A2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Change Leadership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897421" y="4310037"/>
            <a:ext cx="849491" cy="2057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flat" cmpd="sng" algn="ctr">
            <a:solidFill>
              <a:srgbClr val="8064A2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Prioritization of Resources &amp; Investment 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351" y="3244851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defTabSz="685800">
              <a:lnSpc>
                <a:spcPct val="80000"/>
              </a:lnSpc>
              <a:defRPr/>
            </a:pPr>
            <a:endParaRPr lang="en-US" sz="788" kern="0" spc="225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352" y="3578227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solidFill>
              <a:srgbClr val="3DA1CD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801175" y="3821089"/>
            <a:ext cx="991298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352" y="4067176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801175" y="4310038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832" y="2533080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832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832" y="3006154"/>
            <a:ext cx="995859" cy="191641"/>
          </a:xfrm>
          <a:prstGeom prst="rect">
            <a:avLst/>
          </a:prstGeom>
          <a:solidFill>
            <a:srgbClr val="CC3E26"/>
          </a:solidFill>
          <a:ln w="635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051" y="3242245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052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solidFill>
              <a:srgbClr val="61C235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9875" y="3818483"/>
            <a:ext cx="991298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052" y="4064571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9875" y="4307433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solidFill>
              <a:srgbClr val="61C235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5007" y="2533080"/>
            <a:ext cx="995859" cy="19164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5007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5007" y="3006154"/>
            <a:ext cx="995859" cy="191641"/>
          </a:xfrm>
          <a:prstGeom prst="rect">
            <a:avLst/>
          </a:prstGeom>
          <a:solidFill>
            <a:srgbClr val="CC3E26"/>
          </a:solidFill>
          <a:ln w="635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4226" y="3242245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4227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9050" y="3818483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4227" y="4064571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9050" y="4307433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4182" y="2533080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4182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4182" y="3006154"/>
            <a:ext cx="995859" cy="19164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3401" y="3242245"/>
            <a:ext cx="997649" cy="29040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3402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8225" y="3818483"/>
            <a:ext cx="991298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3402" y="4064571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8225" y="4307433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3185" y="2533080"/>
            <a:ext cx="1987736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3185" y="2774379"/>
            <a:ext cx="1987736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3185" y="3006154"/>
            <a:ext cx="1987736" cy="19164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1626" y="3242245"/>
            <a:ext cx="199130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1627" y="3575621"/>
            <a:ext cx="1978633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11254" y="3818483"/>
            <a:ext cx="1978633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1627" y="4064571"/>
            <a:ext cx="1984971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11254" y="4307433"/>
            <a:ext cx="1984971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1707" y="2533080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1707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1707" y="3006154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0926" y="3242245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0927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5750" y="3818483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0927" y="4064571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5750" y="4307433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243637" y="4486275"/>
            <a:ext cx="782469" cy="196208"/>
            <a:chOff x="704850" y="45545"/>
            <a:chExt cx="1043291" cy="384889"/>
          </a:xfrm>
        </p:grpSpPr>
        <p:sp>
          <p:nvSpPr>
            <p:cNvPr id="4" name="TextBox 3"/>
            <p:cNvSpPr txBox="1"/>
            <p:nvPr/>
          </p:nvSpPr>
          <p:spPr>
            <a:xfrm>
              <a:off x="939800" y="45545"/>
              <a:ext cx="808341" cy="3848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75" dirty="0"/>
                <a:t>High Impact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8496D5B-A4A6-49B7-A8D6-BCB358376FED}"/>
                </a:ext>
              </a:extLst>
            </p:cNvPr>
            <p:cNvSpPr/>
            <p:nvPr/>
          </p:nvSpPr>
          <p:spPr>
            <a:xfrm>
              <a:off x="704850" y="125479"/>
              <a:ext cx="285750" cy="217421"/>
            </a:xfrm>
            <a:prstGeom prst="rect">
              <a:avLst/>
            </a:prstGeom>
            <a:solidFill>
              <a:srgbClr val="50A12B"/>
            </a:solidFill>
            <a:ln w="6350" cap="flat" cmpd="sng" algn="ctr">
              <a:solidFill>
                <a:srgbClr val="61C235"/>
              </a:solidFill>
              <a:prstDash val="solid"/>
            </a:ln>
            <a:effectLst/>
          </p:spPr>
          <p:txBody>
            <a:bodyPr rtlCol="0" anchor="t"/>
            <a:lstStyle/>
            <a:p>
              <a:pPr defTabSz="685800">
                <a:defRPr/>
              </a:pPr>
              <a:endParaRPr lang="en-US" sz="375" kern="0" dirty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096125" y="4486275"/>
            <a:ext cx="918724" cy="196208"/>
            <a:chOff x="1841500" y="58245"/>
            <a:chExt cx="1224965" cy="384889"/>
          </a:xfrm>
        </p:grpSpPr>
        <p:sp>
          <p:nvSpPr>
            <p:cNvPr id="148" name="TextBox 147"/>
            <p:cNvSpPr txBox="1"/>
            <p:nvPr/>
          </p:nvSpPr>
          <p:spPr>
            <a:xfrm>
              <a:off x="2076451" y="58245"/>
              <a:ext cx="990014" cy="3848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75" dirty="0"/>
                <a:t>Medium Impact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58496D5B-A4A6-49B7-A8D6-BCB358376FED}"/>
                </a:ext>
              </a:extLst>
            </p:cNvPr>
            <p:cNvSpPr/>
            <p:nvPr/>
          </p:nvSpPr>
          <p:spPr>
            <a:xfrm>
              <a:off x="1841500" y="138179"/>
              <a:ext cx="285750" cy="217421"/>
            </a:xfrm>
            <a:prstGeom prst="rect">
              <a:avLst/>
            </a:prstGeom>
            <a:solidFill>
              <a:srgbClr val="E4AC16"/>
            </a:solidFill>
            <a:ln w="6350" cap="flat" cmpd="sng" algn="ctr">
              <a:solidFill>
                <a:srgbClr val="E4AC16"/>
              </a:solidFill>
              <a:prstDash val="solid"/>
            </a:ln>
            <a:effectLst/>
          </p:spPr>
          <p:txBody>
            <a:bodyPr rtlCol="0" anchor="t"/>
            <a:lstStyle/>
            <a:p>
              <a:pPr defTabSz="685800">
                <a:defRPr/>
              </a:pPr>
              <a:endParaRPr lang="en-US" sz="375" kern="0" dirty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113905" y="4486275"/>
            <a:ext cx="768041" cy="196208"/>
            <a:chOff x="3211239" y="7445"/>
            <a:chExt cx="1024055" cy="384889"/>
          </a:xfrm>
        </p:grpSpPr>
        <p:sp>
          <p:nvSpPr>
            <p:cNvPr id="150" name="TextBox 149"/>
            <p:cNvSpPr txBox="1"/>
            <p:nvPr/>
          </p:nvSpPr>
          <p:spPr>
            <a:xfrm>
              <a:off x="3446188" y="7445"/>
              <a:ext cx="789106" cy="3848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75" dirty="0"/>
                <a:t>Low Impact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8496D5B-A4A6-49B7-A8D6-BCB358376FED}"/>
                </a:ext>
              </a:extLst>
            </p:cNvPr>
            <p:cNvSpPr/>
            <p:nvPr/>
          </p:nvSpPr>
          <p:spPr>
            <a:xfrm>
              <a:off x="3211239" y="87379"/>
              <a:ext cx="285750" cy="217421"/>
            </a:xfrm>
            <a:prstGeom prst="rect">
              <a:avLst/>
            </a:prstGeom>
            <a:solidFill>
              <a:srgbClr val="CC3E26"/>
            </a:solidFill>
            <a:ln w="6350" cap="flat" cmpd="sng" algn="ctr">
              <a:solidFill>
                <a:srgbClr val="C0504D"/>
              </a:solidFill>
              <a:prstDash val="solid"/>
            </a:ln>
            <a:effectLst/>
          </p:spPr>
          <p:txBody>
            <a:bodyPr rtlCol="0" anchor="t"/>
            <a:lstStyle/>
            <a:p>
              <a:pPr defTabSz="685800"/>
              <a:endParaRPr lang="en-US" sz="375" kern="0" dirty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892787" y="1320736"/>
            <a:ext cx="988610" cy="1164769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Account Plan 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Guidelines &amp; Customer Engagement Storyboard </a:t>
            </a: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(Live / 1-day)</a:t>
            </a:r>
          </a:p>
          <a:p>
            <a:pPr marL="44054" indent="-44054" defTabSz="685800">
              <a:lnSpc>
                <a:spcPct val="90000"/>
              </a:lnSpc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Account Teams develop account strategy &amp; tactics to accelerate revenue / value creation</a:t>
            </a:r>
          </a:p>
          <a:p>
            <a:pPr marL="44054" indent="-44054" defTabSz="685800">
              <a:lnSpc>
                <a:spcPct val="90000"/>
              </a:lnSpc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Option: 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Team validate discovery insights &amp; mutual opportunity with customer stakeholders</a:t>
            </a:r>
          </a:p>
          <a:p>
            <a:pPr marL="44054" indent="-44054" defTabSz="685800">
              <a:lnSpc>
                <a:spcPct val="90000"/>
              </a:lnSpc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Teams present Customer Engagement Storyboard Account Plan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430" y="1320736"/>
            <a:ext cx="995859" cy="1162586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86916" indent="-86916" defTabSz="685800">
              <a:buFont typeface="Arial"/>
              <a:buChar char="•"/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2102" y="1320736"/>
            <a:ext cx="995859" cy="1172210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>
              <a:spcAft>
                <a:spcPts val="450"/>
              </a:spcAft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2854046" y="1346737"/>
            <a:ext cx="777510" cy="563231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Bef>
                <a:spcPts val="75"/>
              </a:spcBef>
              <a:spcAft>
                <a:spcPts val="75"/>
              </a:spcAft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II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 and/or live / 90 </a:t>
            </a:r>
            <a:r>
              <a:rPr lang="mr-IN" sz="375" kern="0" dirty="0">
                <a:solidFill>
                  <a:sysClr val="windowText" lastClr="000000"/>
                </a:solidFill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</a:rPr>
              <a:t> 120 min.)</a:t>
            </a:r>
            <a:endParaRPr lang="en-US" sz="450" b="1" kern="0" dirty="0">
              <a:solidFill>
                <a:sysClr val="windowText" lastClr="000000"/>
              </a:solidFill>
            </a:endParaRP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Elevate &amp; Expand Relationships</a:t>
            </a:r>
          </a:p>
          <a:p>
            <a:pPr defTabSz="685800">
              <a:spcBef>
                <a:spcPts val="75"/>
              </a:spcBef>
              <a:spcAft>
                <a:spcPts val="75"/>
              </a:spcAft>
            </a:pPr>
            <a:endParaRPr lang="en-US" sz="450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0952" y="1320736"/>
            <a:ext cx="995859" cy="1172210"/>
          </a:xfrm>
          <a:prstGeom prst="rect">
            <a:avLst/>
          </a:prstGeom>
          <a:solidFill>
            <a:srgbClr val="C1D9FF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lnSpc>
                <a:spcPct val="90000"/>
              </a:lnSpc>
              <a:spcAft>
                <a:spcPts val="150"/>
              </a:spcAft>
              <a:defRPr/>
            </a:pP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BEST </a:t>
            </a:r>
            <a:r>
              <a:rPr lang="mr-IN" sz="525" b="1" kern="0" dirty="0">
                <a:solidFill>
                  <a:sysClr val="windowText" lastClr="000000"/>
                </a:solidFill>
                <a:latin typeface="Calibri"/>
              </a:rPr>
              <a:t>–</a:t>
            </a: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 Customer Engagement Strategies &amp; Tactics </a:t>
            </a:r>
            <a:r>
              <a:rPr lang="en-US" sz="375" kern="0" dirty="0">
                <a:solidFill>
                  <a:sysClr val="windowText" lastClr="000000"/>
                </a:solidFill>
                <a:latin typeface="Calibri"/>
              </a:rPr>
              <a:t>(live / 1.5 </a:t>
            </a:r>
            <a:r>
              <a:rPr lang="mr-IN" sz="375" kern="0" dirty="0">
                <a:solidFill>
                  <a:sysClr val="windowText" lastClr="000000"/>
                </a:solidFill>
                <a:latin typeface="Calibri"/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  <a:latin typeface="Calibri"/>
              </a:rPr>
              <a:t> 2 days)</a:t>
            </a:r>
          </a:p>
          <a:p>
            <a:pPr marL="44054" indent="-44054" defTabSz="685800">
              <a:lnSpc>
                <a:spcPct val="90000"/>
              </a:lnSpc>
              <a:spcBef>
                <a:spcPts val="15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/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Business case driven, real-world, simulation</a:t>
            </a:r>
          </a:p>
          <a:p>
            <a:pPr marL="44054" indent="-44054" defTabSz="685800">
              <a:lnSpc>
                <a:spcPct val="90000"/>
              </a:lnSpc>
              <a:spcBef>
                <a:spcPts val="15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/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Customer Engagement Real Plays</a:t>
            </a:r>
          </a:p>
          <a:p>
            <a:pPr marL="44054" indent="-44054" defTabSz="685800">
              <a:lnSpc>
                <a:spcPct val="90000"/>
              </a:lnSpc>
              <a:spcBef>
                <a:spcPts val="15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/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Application of principles &amp; tools (Discover &amp; Define stages)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1574" y="1320736"/>
            <a:ext cx="995859" cy="1172210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spcAft>
                <a:spcPts val="450"/>
              </a:spcAft>
              <a:defRPr/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4927588" y="1361063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Define Value-Enabled Solutions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5015385" y="1639920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Engage &amp; Align Internal Resources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5103183" y="1918778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Competitive Position  – SWOT / Value Canvas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5204465" y="2197636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Personalized Value Proposition / Business Case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6906683" y="1323217"/>
            <a:ext cx="995859" cy="116228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lnSpc>
                <a:spcPct val="90000"/>
              </a:lnSpc>
              <a:spcAft>
                <a:spcPts val="300"/>
              </a:spcAft>
              <a:defRPr/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6972287" y="1376845"/>
            <a:ext cx="873870" cy="303836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3175" cap="flat" cmpd="sng" algn="ctr">
            <a:solidFill>
              <a:srgbClr val="4BACC6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spcAft>
                <a:spcPts val="75"/>
              </a:spcAft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Account Review</a:t>
            </a:r>
          </a:p>
          <a:p>
            <a:pPr algn="ctr" defTabSz="685800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375" kern="0" dirty="0">
                <a:solidFill>
                  <a:sysClr val="windowText" lastClr="000000"/>
                </a:solidFill>
              </a:rPr>
              <a:t>(Virtual / 60 </a:t>
            </a:r>
            <a:r>
              <a:rPr lang="mr-IN" sz="375" kern="0" dirty="0">
                <a:solidFill>
                  <a:sysClr val="windowText" lastClr="000000"/>
                </a:solidFill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</a:rPr>
              <a:t> 90 min)</a:t>
            </a:r>
            <a:endParaRPr lang="en-US" sz="525" kern="0" dirty="0">
              <a:solidFill>
                <a:sysClr val="windowText" lastClr="000000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6972287" y="1711967"/>
            <a:ext cx="873870" cy="387332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3175" cap="flat" cmpd="sng" algn="ctr">
            <a:solidFill>
              <a:srgbClr val="4BACC6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spcAft>
                <a:spcPts val="75"/>
              </a:spcAft>
              <a:defRPr/>
            </a:pPr>
            <a:r>
              <a:rPr lang="en-US" sz="525" i="1" kern="0" dirty="0">
                <a:solidFill>
                  <a:sysClr val="windowText" lastClr="000000"/>
                </a:solidFill>
                <a:latin typeface="Calibri"/>
              </a:rPr>
              <a:t>Key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 next steps &amp; resources to accelerate value + execute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6976554" y="2130584"/>
            <a:ext cx="873870" cy="303836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3175" cap="flat" cmpd="sng" algn="ctr">
            <a:solidFill>
              <a:srgbClr val="4BACC6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spcAft>
                <a:spcPts val="75"/>
              </a:spcAft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Challenge 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  <a:sym typeface="Wingdings"/>
              </a:rPr>
              <a:t> What Matters Next  Commit</a:t>
            </a: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8041" y="1323217"/>
            <a:ext cx="995859" cy="1157500"/>
          </a:xfrm>
          <a:prstGeom prst="rect">
            <a:avLst/>
          </a:prstGeom>
          <a:solidFill>
            <a:srgbClr val="C8B7E0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spcAft>
                <a:spcPts val="450"/>
              </a:spcAft>
              <a:defRPr/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1351310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Leading High Performance Account Teams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1723748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0" rIns="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Value Exchange</a:t>
            </a:r>
          </a:p>
          <a:p>
            <a:pPr algn="ctr" defTabSz="685766">
              <a:lnSpc>
                <a:spcPct val="90000"/>
              </a:lnSpc>
              <a:defRPr/>
            </a:pPr>
            <a:r>
              <a:rPr lang="en-US" sz="353" kern="0" dirty="0">
                <a:solidFill>
                  <a:sysClr val="windowText" lastClr="000000"/>
                </a:solidFill>
                <a:latin typeface="Calibri"/>
              </a:rPr>
              <a:t>Leading Negotiation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1909967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Strategic Thinking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2096186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Executive Engagement</a:t>
            </a:r>
          </a:p>
          <a:p>
            <a:pPr algn="ctr" defTabSz="685766">
              <a:lnSpc>
                <a:spcPct val="90000"/>
              </a:lnSpc>
              <a:defRPr/>
            </a:pPr>
            <a:r>
              <a:rPr lang="en-US" sz="375" kern="0" dirty="0">
                <a:solidFill>
                  <a:sysClr val="windowText" lastClr="000000"/>
                </a:solidFill>
                <a:latin typeface="Calibri"/>
              </a:rPr>
              <a:t>Crucial Conversations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26344" y="1537529"/>
            <a:ext cx="79908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0" rIns="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Value Quantification</a:t>
            </a:r>
          </a:p>
          <a:p>
            <a:pPr algn="ctr" defTabSz="685766">
              <a:lnSpc>
                <a:spcPct val="90000"/>
              </a:lnSpc>
              <a:defRPr/>
            </a:pPr>
            <a:r>
              <a:rPr lang="en-US" sz="353" kern="0" dirty="0">
                <a:solidFill>
                  <a:sysClr val="windowText" lastClr="000000"/>
                </a:solidFill>
                <a:latin typeface="Calibri"/>
              </a:rPr>
              <a:t>Understanding Customer Financials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2282406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SAM Masters</a:t>
            </a:r>
            <a:endParaRPr lang="en-US" sz="37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1834602" y="1742249"/>
            <a:ext cx="909828" cy="388336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Aft>
                <a:spcPts val="75"/>
              </a:spcAft>
              <a:defRPr/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 </a:t>
            </a:r>
            <a:r>
              <a:rPr lang="en-US" sz="375" kern="0" dirty="0">
                <a:solidFill>
                  <a:sysClr val="windowText" lastClr="000000"/>
                </a:solidFill>
              </a:rPr>
              <a:t>(SCG Nat Meet / 3 hr.)</a:t>
            </a: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Discover Deep Dive</a:t>
            </a: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What Matters Next?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1835895" y="1349592"/>
            <a:ext cx="909828" cy="354295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(Virtual) / 90 min.)</a:t>
            </a:r>
            <a:endParaRPr lang="en-US" sz="450" kern="0" dirty="0">
              <a:solidFill>
                <a:sysClr val="windowText" lastClr="000000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1834602" y="2181885"/>
            <a:ext cx="909828" cy="240911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Aft>
                <a:spcPts val="75"/>
              </a:spcAft>
              <a:defRPr/>
            </a:pPr>
            <a:r>
              <a:rPr lang="en-US" sz="450" b="1" kern="0" dirty="0">
                <a:solidFill>
                  <a:sysClr val="windowText" lastClr="000000"/>
                </a:solidFill>
              </a:rPr>
              <a:t>Apply, Review &amp; Coach: Discover / Deepen Insights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 / 90 min.)</a:t>
            </a:r>
            <a:endParaRPr lang="en-US" sz="450" kern="0" dirty="0">
              <a:solidFill>
                <a:sysClr val="windowText" lastClr="000000"/>
              </a:solidFill>
            </a:endParaRPr>
          </a:p>
          <a:p>
            <a:pPr defTabSz="685800">
              <a:spcAft>
                <a:spcPts val="75"/>
              </a:spcAft>
              <a:defRPr/>
            </a:pPr>
            <a:endParaRPr lang="en-US" sz="450" kern="0" dirty="0">
              <a:solidFill>
                <a:sysClr val="windowText" lastClr="000000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3007057" y="1999593"/>
            <a:ext cx="777510" cy="423203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Bef>
                <a:spcPts val="75"/>
              </a:spcBef>
              <a:spcAft>
                <a:spcPts val="75"/>
              </a:spcAft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II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 and/or live / 90 </a:t>
            </a:r>
            <a:r>
              <a:rPr lang="mr-IN" sz="375" kern="0" dirty="0">
                <a:solidFill>
                  <a:sysClr val="windowText" lastClr="000000"/>
                </a:solidFill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</a:rPr>
              <a:t> 120 min.)</a:t>
            </a:r>
            <a:endParaRPr lang="en-US" sz="450" b="1" kern="0" dirty="0">
              <a:solidFill>
                <a:sysClr val="windowText" lastClr="000000"/>
              </a:solidFill>
            </a:endParaRP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Align &amp; Prioritize Opportunities</a:t>
            </a:r>
          </a:p>
          <a:p>
            <a:pPr defTabSz="685800">
              <a:spcBef>
                <a:spcPts val="75"/>
              </a:spcBef>
              <a:spcAft>
                <a:spcPts val="75"/>
              </a:spcAft>
            </a:pPr>
            <a:endParaRPr lang="en-US" sz="450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87627B2-FECD-4457-8EA5-A283D4FA24FA}"/>
              </a:ext>
            </a:extLst>
          </p:cNvPr>
          <p:cNvSpPr/>
          <p:nvPr/>
        </p:nvSpPr>
        <p:spPr>
          <a:xfrm>
            <a:off x="5885756" y="854443"/>
            <a:ext cx="995859" cy="422060"/>
          </a:xfrm>
          <a:prstGeom prst="rect">
            <a:avLst/>
          </a:prstGeom>
          <a:solidFill>
            <a:srgbClr val="459FB7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defTabSz="685800">
              <a:spcBef>
                <a:spcPts val="150"/>
              </a:spcBef>
              <a:spcAft>
                <a:spcPts val="75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5. Elevate Customer Engagement </a:t>
            </a:r>
            <a:r>
              <a:rPr lang="en-US" sz="675" b="1" i="1" kern="0" dirty="0">
                <a:solidFill>
                  <a:sysClr val="window" lastClr="FFFFFF"/>
                </a:solidFill>
                <a:latin typeface="Calibri"/>
              </a:rPr>
              <a:t>- Live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  <a:latin typeface="Calibri"/>
              </a:rPr>
              <a:t>Strategic Account Plan / 1 day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801175" y="854443"/>
            <a:ext cx="995859" cy="422060"/>
          </a:xfrm>
          <a:prstGeom prst="rect">
            <a:avLst/>
          </a:prstGeom>
          <a:solidFill>
            <a:schemeClr val="tx2">
              <a:alpha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lnSpc>
                <a:spcPts val="713"/>
              </a:lnSpc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1. Distinguishing Customer Engagement I </a:t>
            </a:r>
            <a:r>
              <a:rPr lang="mr-IN" sz="675" b="1" kern="0" dirty="0">
                <a:solidFill>
                  <a:sysClr val="window" lastClr="FFFFFF"/>
                </a:solidFill>
                <a:latin typeface="Calibri"/>
              </a:rPr>
              <a:t>–</a:t>
            </a: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 </a:t>
            </a:r>
            <a:r>
              <a:rPr lang="en-US" sz="600" b="1" i="1" kern="0" dirty="0">
                <a:solidFill>
                  <a:sysClr val="window" lastClr="FFFFFF"/>
                </a:solidFill>
                <a:latin typeface="Calibri"/>
              </a:rPr>
              <a:t>Discover</a:t>
            </a:r>
          </a:p>
          <a:p>
            <a:pPr algn="ctr"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Virtual / SCG National Meeting 0.5 + 0.5 Days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3BCF5EC-A6B0-47FE-B98E-B0066F1D6FD7}"/>
              </a:ext>
            </a:extLst>
          </p:cNvPr>
          <p:cNvSpPr/>
          <p:nvPr/>
        </p:nvSpPr>
        <p:spPr>
          <a:xfrm>
            <a:off x="3843465" y="854443"/>
            <a:ext cx="995859" cy="422060"/>
          </a:xfrm>
          <a:prstGeom prst="rect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3. Customer Engagement Strategies &amp; Tactics III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  <a:latin typeface="Calibri"/>
              </a:rPr>
              <a:t>Business Simulation / Real Plays / 1.5 Days Live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6319" y="854443"/>
            <a:ext cx="995859" cy="422060"/>
          </a:xfrm>
          <a:prstGeom prst="rect">
            <a:avLst/>
          </a:prstGeom>
          <a:solidFill>
            <a:schemeClr val="tx2">
              <a:alpha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lnSpc>
                <a:spcPts val="713"/>
              </a:lnSpc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4. Distinguishing Customer Engagement IV </a:t>
            </a:r>
            <a:r>
              <a:rPr lang="mr-IN" sz="675" b="1" kern="0" dirty="0">
                <a:solidFill>
                  <a:sysClr val="window" lastClr="FFFFFF"/>
                </a:solidFill>
                <a:latin typeface="Calibri"/>
              </a:rPr>
              <a:t>–</a:t>
            </a: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 </a:t>
            </a:r>
            <a:r>
              <a:rPr lang="en-US" sz="563" b="1" i="1" kern="0" dirty="0">
                <a:solidFill>
                  <a:sysClr val="window" lastClr="FFFFFF"/>
                </a:solidFill>
                <a:latin typeface="Calibri"/>
              </a:rPr>
              <a:t>Develop/Refine/Execute/Expand</a:t>
            </a:r>
          </a:p>
          <a:p>
            <a:pPr algn="ctr" defTabSz="685800">
              <a:lnSpc>
                <a:spcPts val="713"/>
              </a:lnSpc>
            </a:pPr>
            <a:r>
              <a:rPr lang="en-US" sz="450" kern="0" dirty="0">
                <a:solidFill>
                  <a:sysClr val="window" lastClr="FFFFFF"/>
                </a:solidFill>
              </a:rPr>
              <a:t>Virtual and/or 1 Day Live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E2910E3-2BB9-4B87-B164-8D849CC66CE2}"/>
              </a:ext>
            </a:extLst>
          </p:cNvPr>
          <p:cNvSpPr/>
          <p:nvPr/>
        </p:nvSpPr>
        <p:spPr>
          <a:xfrm>
            <a:off x="6906901" y="854443"/>
            <a:ext cx="995859" cy="422060"/>
          </a:xfrm>
          <a:prstGeom prst="rect">
            <a:avLst/>
          </a:prstGeom>
          <a:solidFill>
            <a:srgbClr val="459FB7"/>
          </a:solidFill>
          <a:ln w="25400" cap="flat" cmpd="sng" algn="ctr">
            <a:noFill/>
            <a:prstDash val="solid"/>
          </a:ln>
          <a:effectLst/>
        </p:spPr>
        <p:txBody>
          <a:bodyPr lIns="20574" rIns="20574" rtlCol="0" anchor="t"/>
          <a:lstStyle/>
          <a:p>
            <a:pPr algn="ctr" defTabSz="685800">
              <a:lnSpc>
                <a:spcPts val="713"/>
              </a:lnSpc>
              <a:spcAft>
                <a:spcPts val="150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6.  Collaborative Business Alignment &amp; Joint Planning</a:t>
            </a:r>
          </a:p>
          <a:p>
            <a:pPr algn="ctr" defTabSz="685800">
              <a:lnSpc>
                <a:spcPts val="600"/>
              </a:lnSpc>
              <a:defRPr/>
            </a:pPr>
            <a:r>
              <a:rPr lang="en-US" sz="450" kern="0" dirty="0">
                <a:solidFill>
                  <a:sysClr val="window" lastClr="FFFFFF"/>
                </a:solidFill>
                <a:latin typeface="Calibri"/>
              </a:rPr>
              <a:t>Live 0.5 Day / Customer &amp; Account Team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C6EC44D-1CD9-43ED-AD48-D83A6C36E99D}"/>
              </a:ext>
            </a:extLst>
          </p:cNvPr>
          <p:cNvSpPr/>
          <p:nvPr/>
        </p:nvSpPr>
        <p:spPr>
          <a:xfrm>
            <a:off x="7928046" y="854443"/>
            <a:ext cx="995859" cy="422060"/>
          </a:xfrm>
          <a:prstGeom prst="rect">
            <a:avLst/>
          </a:prstGeom>
          <a:solidFill>
            <a:srgbClr val="7030A0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7. SAM Masters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Virtual and/or Live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0.5 </a:t>
            </a:r>
            <a:r>
              <a:rPr lang="mr-IN" sz="450" kern="0" dirty="0">
                <a:solidFill>
                  <a:sysClr val="window" lastClr="FFFFFF"/>
                </a:solidFill>
              </a:rPr>
              <a:t>–</a:t>
            </a:r>
            <a:r>
              <a:rPr lang="en-US" sz="450" kern="0" dirty="0">
                <a:solidFill>
                  <a:sysClr val="window" lastClr="FFFFFF"/>
                </a:solidFill>
              </a:rPr>
              <a:t> 2 Days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1001" y="854443"/>
            <a:ext cx="995859" cy="422060"/>
          </a:xfrm>
          <a:prstGeom prst="rect">
            <a:avLst/>
          </a:prstGeom>
          <a:solidFill>
            <a:schemeClr val="tx2">
              <a:alpha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lnSpc>
                <a:spcPts val="713"/>
              </a:lnSpc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2. Distinguishing Customer Engagement II</a:t>
            </a:r>
          </a:p>
          <a:p>
            <a:pPr algn="ctr" defTabSz="685800">
              <a:lnSpc>
                <a:spcPts val="713"/>
              </a:lnSpc>
              <a:defRPr/>
            </a:pPr>
            <a:r>
              <a:rPr lang="en-US" sz="600" b="1" i="1" kern="0" dirty="0">
                <a:solidFill>
                  <a:sysClr val="window" lastClr="FFFFFF"/>
                </a:solidFill>
                <a:latin typeface="Calibri"/>
              </a:rPr>
              <a:t>Discover / Define</a:t>
            </a:r>
          </a:p>
          <a:p>
            <a:pPr algn="ctr"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Virtual and/or 0.5 Day  Live</a:t>
            </a:r>
          </a:p>
        </p:txBody>
      </p:sp>
    </p:spTree>
    <p:extLst>
      <p:ext uri="{BB962C8B-B14F-4D97-AF65-F5344CB8AC3E}">
        <p14:creationId xmlns:p14="http://schemas.microsoft.com/office/powerpoint/2010/main" val="2000472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157" y="237743"/>
            <a:ext cx="519074" cy="210311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096" y="517071"/>
            <a:ext cx="9144000" cy="4683579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19200" y="121042"/>
            <a:ext cx="784860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you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13CE9-19D8-E445-88A5-5693927D9E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 Diagonal Corner Rectangle 10"/>
          <p:cNvSpPr/>
          <p:nvPr/>
        </p:nvSpPr>
        <p:spPr>
          <a:xfrm>
            <a:off x="3267796" y="1129056"/>
            <a:ext cx="2854709" cy="3871878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 Diagonal Corner Rectangle 13"/>
          <p:cNvSpPr/>
          <p:nvPr/>
        </p:nvSpPr>
        <p:spPr>
          <a:xfrm>
            <a:off x="6320921" y="1129055"/>
            <a:ext cx="2620719" cy="3871878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hevron 12"/>
          <p:cNvSpPr/>
          <p:nvPr/>
        </p:nvSpPr>
        <p:spPr>
          <a:xfrm>
            <a:off x="6198802" y="793131"/>
            <a:ext cx="2911384" cy="345337"/>
          </a:xfrm>
          <a:prstGeom prst="chevron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211402" y="793131"/>
            <a:ext cx="3089641" cy="345337"/>
          </a:xfrm>
          <a:prstGeom prst="chevron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ound Diagonal Corner Rectangle 9"/>
          <p:cNvSpPr/>
          <p:nvPr/>
        </p:nvSpPr>
        <p:spPr>
          <a:xfrm>
            <a:off x="112510" y="1129055"/>
            <a:ext cx="3052642" cy="387187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entagon 5"/>
          <p:cNvSpPr/>
          <p:nvPr/>
        </p:nvSpPr>
        <p:spPr>
          <a:xfrm>
            <a:off x="0" y="793131"/>
            <a:ext cx="3331168" cy="335925"/>
          </a:xfrm>
          <a:prstGeom prst="homePlate">
            <a:avLst/>
          </a:prstGeom>
          <a:solidFill>
            <a:srgbClr val="BA3967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/>
                <a:cs typeface="Franklin Gothic Book"/>
              </a:rPr>
              <a:t>We create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272" y="810012"/>
            <a:ext cx="3068413" cy="4455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/>
                <a:cs typeface="Franklin Gothic Book"/>
              </a:rPr>
              <a:t>WHAT YOU WANT TO ACHIEVE…</a:t>
            </a:r>
          </a:p>
          <a:p>
            <a:endParaRPr lang="en-US" sz="1400" dirty="0">
              <a:latin typeface="Franklin Gothic Book" panose="020B0503020102020204" pitchFamily="34" charset="0"/>
              <a:cs typeface="Franklin Gothic Book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Shift mindset to be more customer-centric that is at the centrum of how team members engage with customers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Having engagement and follow through throughout the organization from stakeholders to customer-facing disciplines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A plan that adjusts to your shift to become ‘asset-light’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Having a very clearly articulated ‘future state’ that you can operationalize and execute</a:t>
            </a:r>
          </a:p>
          <a:p>
            <a:endParaRPr lang="en-US" sz="900" b="1" dirty="0">
              <a:latin typeface="Franklin Gothic Book" panose="020B05030201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panose="020B0503020102020204" pitchFamily="34" charset="0"/>
              </a:rPr>
              <a:t>Positive business outcomes</a:t>
            </a:r>
            <a:endParaRPr lang="en-US" sz="1400" b="1" dirty="0"/>
          </a:p>
          <a:p>
            <a:endParaRPr lang="en-US" sz="1400" b="1" dirty="0">
              <a:latin typeface="Franklin Gothic Book" panose="020B0503020102020204" pitchFamily="34" charset="0"/>
              <a:cs typeface="Franklin Gothic Book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01186" y="793131"/>
            <a:ext cx="2821319" cy="4439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WHAT YOU GET…	</a:t>
            </a:r>
          </a:p>
          <a:p>
            <a:endParaRPr lang="en-US" sz="400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en-US" sz="400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Discovery that includes a deep dive into market conditions and trends, SWOT analysis, current customers and aspirational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‘Vision-to-Value’ roadmap that clearly defines “the new way to work”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Playbook - Implementation Plan (Playbook) that enables the new foundation and supporting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Franklin Gothic Book" charset="0"/>
                <a:ea typeface="Franklin Gothic Book" charset="0"/>
                <a:cs typeface="Franklin Gothic Book" charset="0"/>
              </a:rPr>
              <a:t>Proven and Pragmatic Approach… yet customized to KeppelLand’s vision and values</a:t>
            </a:r>
          </a:p>
          <a:p>
            <a:endParaRPr lang="en-US" sz="600" b="1" i="1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61497" y="793131"/>
            <a:ext cx="260957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SO YOU CAN…</a:t>
            </a: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Drive business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Customer Centricity that ‘future proofs’ the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Be relevant to the customers that are most valuable to you</a:t>
            </a: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Franklin Gothic Book" charset="0"/>
                <a:ea typeface="Franklin Gothic Book" charset="0"/>
                <a:cs typeface="Franklin Gothic Book" charset="0"/>
              </a:rPr>
              <a:t>Ability to flex and shift business without losing the foundation and customer centric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en-US" sz="1400" b="1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D249B-843D-A64A-931B-1CE488C5C8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626901" y="4836025"/>
            <a:ext cx="304800" cy="18466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365251"/>
            <a:ext cx="447802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We take the noise, disruption, frustration</a:t>
            </a:r>
            <a:r>
              <a:rPr lang="en-US"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 </a:t>
            </a: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and complexity of the new economy and bring you a clear, concise and simple path for </a:t>
            </a:r>
            <a:r>
              <a:rPr lang="en-US"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you </a:t>
            </a:r>
            <a:r>
              <a:rPr sz="1800" dirty="0">
                <a:solidFill>
                  <a:srgbClr val="FFFFFF"/>
                </a:solidFill>
                <a:latin typeface="Franklin Gothic Book" panose="020B0503020102020204" pitchFamily="34" charset="0"/>
              </a:rPr>
              <a:t>to get results.</a:t>
            </a:r>
            <a:endParaRPr sz="1800" dirty="0">
              <a:latin typeface="Franklin Gothic Book" panose="020B05030201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0540" y="3812540"/>
            <a:ext cx="1837689" cy="126675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36830">
              <a:lnSpc>
                <a:spcPct val="101099"/>
              </a:lnSpc>
              <a:spcBef>
                <a:spcPts val="75"/>
              </a:spcBef>
            </a:pPr>
            <a:r>
              <a:rPr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Bringing Simplicity  to</a:t>
            </a:r>
            <a:r>
              <a:rPr lang="en-US"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 Your </a:t>
            </a:r>
            <a:r>
              <a:rPr sz="1800" i="1" dirty="0">
                <a:solidFill>
                  <a:srgbClr val="FFFF00"/>
                </a:solidFill>
                <a:latin typeface="Franklin Gothic Book" panose="020B0503020102020204" pitchFamily="34" charset="0"/>
                <a:cs typeface="Arial"/>
              </a:rPr>
              <a:t>Complexity</a:t>
            </a:r>
            <a:endParaRPr sz="1800" dirty="0">
              <a:latin typeface="Franklin Gothic Book" panose="020B0503020102020204" pitchFamily="34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Franklin Gothic Book" panose="020B0503020102020204" pitchFamily="34" charset="0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solidFill>
                  <a:srgbClr val="898989"/>
                </a:solidFill>
                <a:latin typeface="Franklin Gothic Book" panose="020B0503020102020204" pitchFamily="34" charset="0"/>
                <a:cs typeface="Arial"/>
              </a:rPr>
              <a:t>3</a:t>
            </a:r>
            <a:endParaRPr sz="1800" dirty="0">
              <a:latin typeface="Franklin Gothic Book" panose="020B05030201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1261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2">
            <a:extLst>
              <a:ext uri="{FF2B5EF4-FFF2-40B4-BE49-F238E27FC236}">
                <a16:creationId xmlns:a16="http://schemas.microsoft.com/office/drawing/2014/main" id="{D07A4270-28C1-0049-BEEA-8A25A75B2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621" y="555019"/>
            <a:ext cx="3867344" cy="1680395"/>
          </a:xfrm>
          <a:custGeom>
            <a:avLst/>
            <a:gdLst>
              <a:gd name="T0" fmla="*/ 7607 w 7645"/>
              <a:gd name="T1" fmla="*/ 977 h 4080"/>
              <a:gd name="T2" fmla="*/ 7607 w 7645"/>
              <a:gd name="T3" fmla="*/ 977 h 4080"/>
              <a:gd name="T4" fmla="*/ 6878 w 7645"/>
              <a:gd name="T5" fmla="*/ 269 h 4080"/>
              <a:gd name="T6" fmla="*/ 6878 w 7645"/>
              <a:gd name="T7" fmla="*/ 269 h 4080"/>
              <a:gd name="T8" fmla="*/ 5865 w 7645"/>
              <a:gd name="T9" fmla="*/ 0 h 4080"/>
              <a:gd name="T10" fmla="*/ 5865 w 7645"/>
              <a:gd name="T11" fmla="*/ 0 h 4080"/>
              <a:gd name="T12" fmla="*/ 3825 w 7645"/>
              <a:gd name="T13" fmla="*/ 2039 h 4080"/>
              <a:gd name="T14" fmla="*/ 3825 w 7645"/>
              <a:gd name="T15" fmla="*/ 2039 h 4080"/>
              <a:gd name="T16" fmla="*/ 2040 w 7645"/>
              <a:gd name="T17" fmla="*/ 3825 h 4080"/>
              <a:gd name="T18" fmla="*/ 2040 w 7645"/>
              <a:gd name="T19" fmla="*/ 3825 h 4080"/>
              <a:gd name="T20" fmla="*/ 255 w 7645"/>
              <a:gd name="T21" fmla="*/ 2039 h 4080"/>
              <a:gd name="T22" fmla="*/ 255 w 7645"/>
              <a:gd name="T23" fmla="*/ 2039 h 4080"/>
              <a:gd name="T24" fmla="*/ 2040 w 7645"/>
              <a:gd name="T25" fmla="*/ 255 h 4080"/>
              <a:gd name="T26" fmla="*/ 2040 w 7645"/>
              <a:gd name="T27" fmla="*/ 255 h 4080"/>
              <a:gd name="T28" fmla="*/ 2927 w 7645"/>
              <a:gd name="T29" fmla="*/ 490 h 4080"/>
              <a:gd name="T30" fmla="*/ 2927 w 7645"/>
              <a:gd name="T31" fmla="*/ 490 h 4080"/>
              <a:gd name="T32" fmla="*/ 3564 w 7645"/>
              <a:gd name="T33" fmla="*/ 1109 h 4080"/>
              <a:gd name="T34" fmla="*/ 3564 w 7645"/>
              <a:gd name="T35" fmla="*/ 1109 h 4080"/>
              <a:gd name="T36" fmla="*/ 3739 w 7645"/>
              <a:gd name="T37" fmla="*/ 1152 h 4080"/>
              <a:gd name="T38" fmla="*/ 3739 w 7645"/>
              <a:gd name="T39" fmla="*/ 1152 h 4080"/>
              <a:gd name="T40" fmla="*/ 3782 w 7645"/>
              <a:gd name="T41" fmla="*/ 977 h 4080"/>
              <a:gd name="T42" fmla="*/ 3782 w 7645"/>
              <a:gd name="T43" fmla="*/ 977 h 4080"/>
              <a:gd name="T44" fmla="*/ 3053 w 7645"/>
              <a:gd name="T45" fmla="*/ 269 h 4080"/>
              <a:gd name="T46" fmla="*/ 3053 w 7645"/>
              <a:gd name="T47" fmla="*/ 269 h 4080"/>
              <a:gd name="T48" fmla="*/ 2040 w 7645"/>
              <a:gd name="T49" fmla="*/ 0 h 4080"/>
              <a:gd name="T50" fmla="*/ 2040 w 7645"/>
              <a:gd name="T51" fmla="*/ 0 h 4080"/>
              <a:gd name="T52" fmla="*/ 0 w 7645"/>
              <a:gd name="T53" fmla="*/ 2039 h 4080"/>
              <a:gd name="T54" fmla="*/ 0 w 7645"/>
              <a:gd name="T55" fmla="*/ 2039 h 4080"/>
              <a:gd name="T56" fmla="*/ 2040 w 7645"/>
              <a:gd name="T57" fmla="*/ 4079 h 4080"/>
              <a:gd name="T58" fmla="*/ 2040 w 7645"/>
              <a:gd name="T59" fmla="*/ 4079 h 4080"/>
              <a:gd name="T60" fmla="*/ 4080 w 7645"/>
              <a:gd name="T61" fmla="*/ 2039 h 4080"/>
              <a:gd name="T62" fmla="*/ 4080 w 7645"/>
              <a:gd name="T63" fmla="*/ 2039 h 4080"/>
              <a:gd name="T64" fmla="*/ 5865 w 7645"/>
              <a:gd name="T65" fmla="*/ 255 h 4080"/>
              <a:gd name="T66" fmla="*/ 5865 w 7645"/>
              <a:gd name="T67" fmla="*/ 255 h 4080"/>
              <a:gd name="T68" fmla="*/ 6751 w 7645"/>
              <a:gd name="T69" fmla="*/ 490 h 4080"/>
              <a:gd name="T70" fmla="*/ 6751 w 7645"/>
              <a:gd name="T71" fmla="*/ 490 h 4080"/>
              <a:gd name="T72" fmla="*/ 7389 w 7645"/>
              <a:gd name="T73" fmla="*/ 1109 h 4080"/>
              <a:gd name="T74" fmla="*/ 7389 w 7645"/>
              <a:gd name="T75" fmla="*/ 1109 h 4080"/>
              <a:gd name="T76" fmla="*/ 7565 w 7645"/>
              <a:gd name="T77" fmla="*/ 1152 h 4080"/>
              <a:gd name="T78" fmla="*/ 7565 w 7645"/>
              <a:gd name="T79" fmla="*/ 1152 h 4080"/>
              <a:gd name="T80" fmla="*/ 7607 w 7645"/>
              <a:gd name="T81" fmla="*/ 977 h 4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45" h="4080">
                <a:moveTo>
                  <a:pt x="7607" y="977"/>
                </a:moveTo>
                <a:lnTo>
                  <a:pt x="7607" y="977"/>
                </a:lnTo>
                <a:cubicBezTo>
                  <a:pt x="7428" y="685"/>
                  <a:pt x="7176" y="440"/>
                  <a:pt x="6878" y="269"/>
                </a:cubicBezTo>
                <a:lnTo>
                  <a:pt x="6878" y="269"/>
                </a:lnTo>
                <a:cubicBezTo>
                  <a:pt x="6572" y="93"/>
                  <a:pt x="6221" y="0"/>
                  <a:pt x="5865" y="0"/>
                </a:cubicBezTo>
                <a:lnTo>
                  <a:pt x="5865" y="0"/>
                </a:lnTo>
                <a:cubicBezTo>
                  <a:pt x="4741" y="0"/>
                  <a:pt x="3825" y="915"/>
                  <a:pt x="3825" y="2039"/>
                </a:cubicBezTo>
                <a:lnTo>
                  <a:pt x="3825" y="2039"/>
                </a:lnTo>
                <a:cubicBezTo>
                  <a:pt x="3825" y="3024"/>
                  <a:pt x="3025" y="3825"/>
                  <a:pt x="2040" y="3825"/>
                </a:cubicBezTo>
                <a:lnTo>
                  <a:pt x="2040" y="3825"/>
                </a:lnTo>
                <a:cubicBezTo>
                  <a:pt x="1056" y="3825"/>
                  <a:pt x="255" y="3024"/>
                  <a:pt x="255" y="2039"/>
                </a:cubicBezTo>
                <a:lnTo>
                  <a:pt x="255" y="2039"/>
                </a:lnTo>
                <a:cubicBezTo>
                  <a:pt x="255" y="1055"/>
                  <a:pt x="1056" y="255"/>
                  <a:pt x="2040" y="255"/>
                </a:cubicBezTo>
                <a:lnTo>
                  <a:pt x="2040" y="255"/>
                </a:lnTo>
                <a:cubicBezTo>
                  <a:pt x="2352" y="255"/>
                  <a:pt x="2658" y="336"/>
                  <a:pt x="2927" y="490"/>
                </a:cubicBezTo>
                <a:lnTo>
                  <a:pt x="2927" y="490"/>
                </a:lnTo>
                <a:cubicBezTo>
                  <a:pt x="3187" y="639"/>
                  <a:pt x="3407" y="854"/>
                  <a:pt x="3564" y="1109"/>
                </a:cubicBezTo>
                <a:lnTo>
                  <a:pt x="3564" y="1109"/>
                </a:lnTo>
                <a:cubicBezTo>
                  <a:pt x="3601" y="1169"/>
                  <a:pt x="3679" y="1188"/>
                  <a:pt x="3739" y="1152"/>
                </a:cubicBezTo>
                <a:lnTo>
                  <a:pt x="3739" y="1152"/>
                </a:lnTo>
                <a:cubicBezTo>
                  <a:pt x="3799" y="1115"/>
                  <a:pt x="3818" y="1037"/>
                  <a:pt x="3782" y="977"/>
                </a:cubicBezTo>
                <a:lnTo>
                  <a:pt x="3782" y="977"/>
                </a:lnTo>
                <a:cubicBezTo>
                  <a:pt x="3603" y="685"/>
                  <a:pt x="3351" y="440"/>
                  <a:pt x="3053" y="269"/>
                </a:cubicBezTo>
                <a:lnTo>
                  <a:pt x="3053" y="269"/>
                </a:lnTo>
                <a:cubicBezTo>
                  <a:pt x="2746" y="93"/>
                  <a:pt x="2396" y="0"/>
                  <a:pt x="2040" y="0"/>
                </a:cubicBezTo>
                <a:lnTo>
                  <a:pt x="2040" y="0"/>
                </a:lnTo>
                <a:cubicBezTo>
                  <a:pt x="915" y="0"/>
                  <a:pt x="0" y="915"/>
                  <a:pt x="0" y="2039"/>
                </a:cubicBezTo>
                <a:lnTo>
                  <a:pt x="0" y="2039"/>
                </a:lnTo>
                <a:cubicBezTo>
                  <a:pt x="0" y="3164"/>
                  <a:pt x="915" y="4079"/>
                  <a:pt x="2040" y="4079"/>
                </a:cubicBezTo>
                <a:lnTo>
                  <a:pt x="2040" y="4079"/>
                </a:lnTo>
                <a:cubicBezTo>
                  <a:pt x="3165" y="4079"/>
                  <a:pt x="4080" y="3164"/>
                  <a:pt x="4080" y="2039"/>
                </a:cubicBezTo>
                <a:lnTo>
                  <a:pt x="4080" y="2039"/>
                </a:lnTo>
                <a:cubicBezTo>
                  <a:pt x="4080" y="1055"/>
                  <a:pt x="4881" y="255"/>
                  <a:pt x="5865" y="255"/>
                </a:cubicBezTo>
                <a:lnTo>
                  <a:pt x="5865" y="255"/>
                </a:lnTo>
                <a:cubicBezTo>
                  <a:pt x="6177" y="255"/>
                  <a:pt x="6483" y="336"/>
                  <a:pt x="6751" y="490"/>
                </a:cubicBezTo>
                <a:lnTo>
                  <a:pt x="6751" y="490"/>
                </a:lnTo>
                <a:cubicBezTo>
                  <a:pt x="7012" y="639"/>
                  <a:pt x="7233" y="854"/>
                  <a:pt x="7389" y="1109"/>
                </a:cubicBezTo>
                <a:lnTo>
                  <a:pt x="7389" y="1109"/>
                </a:lnTo>
                <a:cubicBezTo>
                  <a:pt x="7426" y="1169"/>
                  <a:pt x="7505" y="1188"/>
                  <a:pt x="7565" y="1152"/>
                </a:cubicBezTo>
                <a:lnTo>
                  <a:pt x="7565" y="1152"/>
                </a:lnTo>
                <a:cubicBezTo>
                  <a:pt x="7625" y="1115"/>
                  <a:pt x="7644" y="1037"/>
                  <a:pt x="7607" y="977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rgbClr val="B5237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75" dirty="0"/>
          </a:p>
        </p:txBody>
      </p:sp>
      <p:sp>
        <p:nvSpPr>
          <p:cNvPr id="6" name="Freeform 74">
            <a:extLst>
              <a:ext uri="{FF2B5EF4-FFF2-40B4-BE49-F238E27FC236}">
                <a16:creationId xmlns:a16="http://schemas.microsoft.com/office/drawing/2014/main" id="{DBB53074-2F6C-BA44-BC12-3E15EC0AF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387" y="555019"/>
            <a:ext cx="3865114" cy="1680395"/>
          </a:xfrm>
          <a:custGeom>
            <a:avLst/>
            <a:gdLst>
              <a:gd name="T0" fmla="*/ 5603 w 7644"/>
              <a:gd name="T1" fmla="*/ 4079 h 4080"/>
              <a:gd name="T2" fmla="*/ 5603 w 7644"/>
              <a:gd name="T3" fmla="*/ 4079 h 4080"/>
              <a:gd name="T4" fmla="*/ 4590 w 7644"/>
              <a:gd name="T5" fmla="*/ 3810 h 4080"/>
              <a:gd name="T6" fmla="*/ 4590 w 7644"/>
              <a:gd name="T7" fmla="*/ 3810 h 4080"/>
              <a:gd name="T8" fmla="*/ 3861 w 7644"/>
              <a:gd name="T9" fmla="*/ 3102 h 4080"/>
              <a:gd name="T10" fmla="*/ 3861 w 7644"/>
              <a:gd name="T11" fmla="*/ 3102 h 4080"/>
              <a:gd name="T12" fmla="*/ 3904 w 7644"/>
              <a:gd name="T13" fmla="*/ 2927 h 4080"/>
              <a:gd name="T14" fmla="*/ 3904 w 7644"/>
              <a:gd name="T15" fmla="*/ 2927 h 4080"/>
              <a:gd name="T16" fmla="*/ 4079 w 7644"/>
              <a:gd name="T17" fmla="*/ 2969 h 4080"/>
              <a:gd name="T18" fmla="*/ 4079 w 7644"/>
              <a:gd name="T19" fmla="*/ 2969 h 4080"/>
              <a:gd name="T20" fmla="*/ 4717 w 7644"/>
              <a:gd name="T21" fmla="*/ 3589 h 4080"/>
              <a:gd name="T22" fmla="*/ 4717 w 7644"/>
              <a:gd name="T23" fmla="*/ 3589 h 4080"/>
              <a:gd name="T24" fmla="*/ 5603 w 7644"/>
              <a:gd name="T25" fmla="*/ 3825 h 4080"/>
              <a:gd name="T26" fmla="*/ 5603 w 7644"/>
              <a:gd name="T27" fmla="*/ 3825 h 4080"/>
              <a:gd name="T28" fmla="*/ 7388 w 7644"/>
              <a:gd name="T29" fmla="*/ 2039 h 4080"/>
              <a:gd name="T30" fmla="*/ 7388 w 7644"/>
              <a:gd name="T31" fmla="*/ 2039 h 4080"/>
              <a:gd name="T32" fmla="*/ 5603 w 7644"/>
              <a:gd name="T33" fmla="*/ 255 h 4080"/>
              <a:gd name="T34" fmla="*/ 5603 w 7644"/>
              <a:gd name="T35" fmla="*/ 255 h 4080"/>
              <a:gd name="T36" fmla="*/ 3818 w 7644"/>
              <a:gd name="T37" fmla="*/ 2039 h 4080"/>
              <a:gd name="T38" fmla="*/ 3818 w 7644"/>
              <a:gd name="T39" fmla="*/ 2039 h 4080"/>
              <a:gd name="T40" fmla="*/ 1778 w 7644"/>
              <a:gd name="T41" fmla="*/ 4079 h 4080"/>
              <a:gd name="T42" fmla="*/ 1778 w 7644"/>
              <a:gd name="T43" fmla="*/ 4079 h 4080"/>
              <a:gd name="T44" fmla="*/ 765 w 7644"/>
              <a:gd name="T45" fmla="*/ 3810 h 4080"/>
              <a:gd name="T46" fmla="*/ 765 w 7644"/>
              <a:gd name="T47" fmla="*/ 3810 h 4080"/>
              <a:gd name="T48" fmla="*/ 37 w 7644"/>
              <a:gd name="T49" fmla="*/ 3102 h 4080"/>
              <a:gd name="T50" fmla="*/ 37 w 7644"/>
              <a:gd name="T51" fmla="*/ 3102 h 4080"/>
              <a:gd name="T52" fmla="*/ 79 w 7644"/>
              <a:gd name="T53" fmla="*/ 2927 h 4080"/>
              <a:gd name="T54" fmla="*/ 79 w 7644"/>
              <a:gd name="T55" fmla="*/ 2927 h 4080"/>
              <a:gd name="T56" fmla="*/ 254 w 7644"/>
              <a:gd name="T57" fmla="*/ 2969 h 4080"/>
              <a:gd name="T58" fmla="*/ 254 w 7644"/>
              <a:gd name="T59" fmla="*/ 2969 h 4080"/>
              <a:gd name="T60" fmla="*/ 892 w 7644"/>
              <a:gd name="T61" fmla="*/ 3589 h 4080"/>
              <a:gd name="T62" fmla="*/ 892 w 7644"/>
              <a:gd name="T63" fmla="*/ 3589 h 4080"/>
              <a:gd name="T64" fmla="*/ 1778 w 7644"/>
              <a:gd name="T65" fmla="*/ 3825 h 4080"/>
              <a:gd name="T66" fmla="*/ 1778 w 7644"/>
              <a:gd name="T67" fmla="*/ 3825 h 4080"/>
              <a:gd name="T68" fmla="*/ 3564 w 7644"/>
              <a:gd name="T69" fmla="*/ 2039 h 4080"/>
              <a:gd name="T70" fmla="*/ 3564 w 7644"/>
              <a:gd name="T71" fmla="*/ 2039 h 4080"/>
              <a:gd name="T72" fmla="*/ 5603 w 7644"/>
              <a:gd name="T73" fmla="*/ 0 h 4080"/>
              <a:gd name="T74" fmla="*/ 5603 w 7644"/>
              <a:gd name="T75" fmla="*/ 0 h 4080"/>
              <a:gd name="T76" fmla="*/ 7643 w 7644"/>
              <a:gd name="T77" fmla="*/ 2039 h 4080"/>
              <a:gd name="T78" fmla="*/ 7643 w 7644"/>
              <a:gd name="T79" fmla="*/ 2039 h 4080"/>
              <a:gd name="T80" fmla="*/ 5603 w 7644"/>
              <a:gd name="T81" fmla="*/ 4079 h 4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44" h="4080">
                <a:moveTo>
                  <a:pt x="5603" y="4079"/>
                </a:moveTo>
                <a:lnTo>
                  <a:pt x="5603" y="4079"/>
                </a:lnTo>
                <a:cubicBezTo>
                  <a:pt x="5248" y="4079"/>
                  <a:pt x="4897" y="3986"/>
                  <a:pt x="4590" y="3810"/>
                </a:cubicBezTo>
                <a:lnTo>
                  <a:pt x="4590" y="3810"/>
                </a:lnTo>
                <a:cubicBezTo>
                  <a:pt x="4293" y="3639"/>
                  <a:pt x="4041" y="3395"/>
                  <a:pt x="3861" y="3102"/>
                </a:cubicBezTo>
                <a:lnTo>
                  <a:pt x="3861" y="3102"/>
                </a:lnTo>
                <a:cubicBezTo>
                  <a:pt x="3825" y="3042"/>
                  <a:pt x="3844" y="2963"/>
                  <a:pt x="3904" y="2927"/>
                </a:cubicBezTo>
                <a:lnTo>
                  <a:pt x="3904" y="2927"/>
                </a:lnTo>
                <a:cubicBezTo>
                  <a:pt x="3964" y="2890"/>
                  <a:pt x="4042" y="2909"/>
                  <a:pt x="4079" y="2969"/>
                </a:cubicBezTo>
                <a:lnTo>
                  <a:pt x="4079" y="2969"/>
                </a:lnTo>
                <a:cubicBezTo>
                  <a:pt x="4236" y="3225"/>
                  <a:pt x="4456" y="3440"/>
                  <a:pt x="4717" y="3589"/>
                </a:cubicBezTo>
                <a:lnTo>
                  <a:pt x="4717" y="3589"/>
                </a:lnTo>
                <a:cubicBezTo>
                  <a:pt x="4985" y="3743"/>
                  <a:pt x="5292" y="3825"/>
                  <a:pt x="5603" y="3825"/>
                </a:cubicBezTo>
                <a:lnTo>
                  <a:pt x="5603" y="3825"/>
                </a:lnTo>
                <a:cubicBezTo>
                  <a:pt x="6588" y="3825"/>
                  <a:pt x="7388" y="3024"/>
                  <a:pt x="7388" y="2039"/>
                </a:cubicBezTo>
                <a:lnTo>
                  <a:pt x="7388" y="2039"/>
                </a:lnTo>
                <a:cubicBezTo>
                  <a:pt x="7388" y="1055"/>
                  <a:pt x="6588" y="255"/>
                  <a:pt x="5603" y="255"/>
                </a:cubicBezTo>
                <a:lnTo>
                  <a:pt x="5603" y="255"/>
                </a:lnTo>
                <a:cubicBezTo>
                  <a:pt x="4619" y="255"/>
                  <a:pt x="3818" y="1055"/>
                  <a:pt x="3818" y="2039"/>
                </a:cubicBezTo>
                <a:lnTo>
                  <a:pt x="3818" y="2039"/>
                </a:lnTo>
                <a:cubicBezTo>
                  <a:pt x="3818" y="3164"/>
                  <a:pt x="2903" y="4079"/>
                  <a:pt x="1778" y="4079"/>
                </a:cubicBezTo>
                <a:lnTo>
                  <a:pt x="1778" y="4079"/>
                </a:lnTo>
                <a:cubicBezTo>
                  <a:pt x="1422" y="4079"/>
                  <a:pt x="1072" y="3986"/>
                  <a:pt x="765" y="3810"/>
                </a:cubicBezTo>
                <a:lnTo>
                  <a:pt x="765" y="3810"/>
                </a:lnTo>
                <a:cubicBezTo>
                  <a:pt x="467" y="3639"/>
                  <a:pt x="215" y="3395"/>
                  <a:pt x="37" y="3102"/>
                </a:cubicBezTo>
                <a:lnTo>
                  <a:pt x="37" y="3102"/>
                </a:lnTo>
                <a:cubicBezTo>
                  <a:pt x="0" y="3042"/>
                  <a:pt x="19" y="2963"/>
                  <a:pt x="79" y="2927"/>
                </a:cubicBezTo>
                <a:lnTo>
                  <a:pt x="79" y="2927"/>
                </a:lnTo>
                <a:cubicBezTo>
                  <a:pt x="139" y="2890"/>
                  <a:pt x="217" y="2909"/>
                  <a:pt x="254" y="2969"/>
                </a:cubicBezTo>
                <a:lnTo>
                  <a:pt x="254" y="2969"/>
                </a:lnTo>
                <a:cubicBezTo>
                  <a:pt x="410" y="3225"/>
                  <a:pt x="631" y="3440"/>
                  <a:pt x="892" y="3589"/>
                </a:cubicBezTo>
                <a:lnTo>
                  <a:pt x="892" y="3589"/>
                </a:lnTo>
                <a:cubicBezTo>
                  <a:pt x="1160" y="3743"/>
                  <a:pt x="1467" y="3825"/>
                  <a:pt x="1778" y="3825"/>
                </a:cubicBezTo>
                <a:lnTo>
                  <a:pt x="1778" y="3825"/>
                </a:lnTo>
                <a:cubicBezTo>
                  <a:pt x="2762" y="3825"/>
                  <a:pt x="3564" y="3024"/>
                  <a:pt x="3564" y="2039"/>
                </a:cubicBezTo>
                <a:lnTo>
                  <a:pt x="3564" y="2039"/>
                </a:lnTo>
                <a:cubicBezTo>
                  <a:pt x="3564" y="915"/>
                  <a:pt x="4478" y="0"/>
                  <a:pt x="5603" y="0"/>
                </a:cubicBezTo>
                <a:lnTo>
                  <a:pt x="5603" y="0"/>
                </a:lnTo>
                <a:cubicBezTo>
                  <a:pt x="6728" y="0"/>
                  <a:pt x="7643" y="915"/>
                  <a:pt x="7643" y="2039"/>
                </a:cubicBezTo>
                <a:lnTo>
                  <a:pt x="7643" y="2039"/>
                </a:lnTo>
                <a:cubicBezTo>
                  <a:pt x="7643" y="3164"/>
                  <a:pt x="6728" y="4079"/>
                  <a:pt x="5603" y="4079"/>
                </a:cubicBezTo>
              </a:path>
            </a:pathLst>
          </a:custGeom>
          <a:gradFill>
            <a:gsLst>
              <a:gs pos="0">
                <a:schemeClr val="accent3"/>
              </a:gs>
              <a:gs pos="0">
                <a:srgbClr val="B52372"/>
              </a:gs>
              <a:gs pos="100000">
                <a:srgbClr val="D51067"/>
              </a:gs>
            </a:gsLst>
            <a:lin ang="18900000" scaled="0"/>
          </a:gra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9B2F3D-3D31-9D4F-86C3-2D471CA88504}"/>
              </a:ext>
            </a:extLst>
          </p:cNvPr>
          <p:cNvSpPr txBox="1">
            <a:spLocks/>
          </p:cNvSpPr>
          <p:nvPr/>
        </p:nvSpPr>
        <p:spPr>
          <a:xfrm>
            <a:off x="1677575" y="3439568"/>
            <a:ext cx="1725556" cy="82458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we have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Products, Services,</a:t>
            </a: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Attributes</a:t>
            </a:r>
            <a:endParaRPr lang="en-US" sz="12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B8318-E4C4-D242-AB82-69C884DC7B1F}"/>
              </a:ext>
            </a:extLst>
          </p:cNvPr>
          <p:cNvSpPr txBox="1"/>
          <p:nvPr/>
        </p:nvSpPr>
        <p:spPr>
          <a:xfrm>
            <a:off x="1939717" y="1231787"/>
            <a:ext cx="1133837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Keppel Land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E62B539-C5A2-0B40-8678-C5DD097C993F}"/>
              </a:ext>
            </a:extLst>
          </p:cNvPr>
          <p:cNvSpPr txBox="1">
            <a:spLocks/>
          </p:cNvSpPr>
          <p:nvPr/>
        </p:nvSpPr>
        <p:spPr>
          <a:xfrm>
            <a:off x="3616026" y="3448571"/>
            <a:ext cx="1725556" cy="36804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our customers want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97B9EE-3417-1647-8474-6BEC78C6FBA4}"/>
              </a:ext>
            </a:extLst>
          </p:cNvPr>
          <p:cNvSpPr txBox="1"/>
          <p:nvPr/>
        </p:nvSpPr>
        <p:spPr>
          <a:xfrm>
            <a:off x="3843499" y="1156336"/>
            <a:ext cx="1306961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Keppel Land’s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Customer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DC64857-5BD9-3249-AA69-48CD8EBE394C}"/>
              </a:ext>
            </a:extLst>
          </p:cNvPr>
          <p:cNvSpPr txBox="1">
            <a:spLocks/>
          </p:cNvSpPr>
          <p:nvPr/>
        </p:nvSpPr>
        <p:spPr>
          <a:xfrm>
            <a:off x="5740869" y="3459239"/>
            <a:ext cx="1725556" cy="411138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our customer’s </a:t>
            </a:r>
          </a:p>
          <a:p>
            <a:pPr>
              <a:lnSpc>
                <a:spcPts val="1313"/>
              </a:lnSpc>
            </a:pPr>
            <a:r>
              <a:rPr lang="en-US" sz="1400" b="1" i="1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customer is needing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22023-EF56-E34C-B58B-1456E2E88AF3}"/>
              </a:ext>
            </a:extLst>
          </p:cNvPr>
          <p:cNvSpPr txBox="1"/>
          <p:nvPr/>
        </p:nvSpPr>
        <p:spPr>
          <a:xfrm>
            <a:off x="5981981" y="1134349"/>
            <a:ext cx="1087670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Customer’s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Customer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4CB5E70-F3B1-F940-DFBD-55E9191A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Outside In Thinking:  Customer Centric Thinking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8E52F2-6953-480B-AFA5-E6F89FA4073E}"/>
              </a:ext>
            </a:extLst>
          </p:cNvPr>
          <p:cNvCxnSpPr>
            <a:cxnSpLocks/>
          </p:cNvCxnSpPr>
          <p:nvPr/>
        </p:nvCxnSpPr>
        <p:spPr>
          <a:xfrm flipH="1">
            <a:off x="1329036" y="2963657"/>
            <a:ext cx="6194216" cy="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BE604A-4A88-0260-58BD-D5C3F25C1CB0}"/>
              </a:ext>
            </a:extLst>
          </p:cNvPr>
          <p:cNvSpPr txBox="1"/>
          <p:nvPr/>
        </p:nvSpPr>
        <p:spPr>
          <a:xfrm>
            <a:off x="3337301" y="2668050"/>
            <a:ext cx="4342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Franklin Gothic Book" panose="020B0503020102020204" pitchFamily="34" charset="0"/>
              </a:rPr>
              <a:t>Cultural Shift and Value Creation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3912A5-A719-CFCC-E8D6-F2DF8056EF22}"/>
              </a:ext>
            </a:extLst>
          </p:cNvPr>
          <p:cNvCxnSpPr>
            <a:cxnSpLocks/>
          </p:cNvCxnSpPr>
          <p:nvPr/>
        </p:nvCxnSpPr>
        <p:spPr>
          <a:xfrm>
            <a:off x="1546356" y="2630711"/>
            <a:ext cx="2932448" cy="0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2BD606-7884-5312-209D-9AA57024F977}"/>
              </a:ext>
            </a:extLst>
          </p:cNvPr>
          <p:cNvSpPr txBox="1"/>
          <p:nvPr/>
        </p:nvSpPr>
        <p:spPr>
          <a:xfrm>
            <a:off x="1471073" y="2262743"/>
            <a:ext cx="4342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Common Approach</a:t>
            </a:r>
          </a:p>
        </p:txBody>
      </p:sp>
    </p:spTree>
    <p:extLst>
      <p:ext uri="{BB962C8B-B14F-4D97-AF65-F5344CB8AC3E}">
        <p14:creationId xmlns:p14="http://schemas.microsoft.com/office/powerpoint/2010/main" val="379074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2">
            <a:extLst>
              <a:ext uri="{FF2B5EF4-FFF2-40B4-BE49-F238E27FC236}">
                <a16:creationId xmlns:a16="http://schemas.microsoft.com/office/drawing/2014/main" id="{D07A4270-28C1-0049-BEEA-8A25A75B2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621" y="555019"/>
            <a:ext cx="3867344" cy="1680395"/>
          </a:xfrm>
          <a:custGeom>
            <a:avLst/>
            <a:gdLst>
              <a:gd name="T0" fmla="*/ 7607 w 7645"/>
              <a:gd name="T1" fmla="*/ 977 h 4080"/>
              <a:gd name="T2" fmla="*/ 7607 w 7645"/>
              <a:gd name="T3" fmla="*/ 977 h 4080"/>
              <a:gd name="T4" fmla="*/ 6878 w 7645"/>
              <a:gd name="T5" fmla="*/ 269 h 4080"/>
              <a:gd name="T6" fmla="*/ 6878 w 7645"/>
              <a:gd name="T7" fmla="*/ 269 h 4080"/>
              <a:gd name="T8" fmla="*/ 5865 w 7645"/>
              <a:gd name="T9" fmla="*/ 0 h 4080"/>
              <a:gd name="T10" fmla="*/ 5865 w 7645"/>
              <a:gd name="T11" fmla="*/ 0 h 4080"/>
              <a:gd name="T12" fmla="*/ 3825 w 7645"/>
              <a:gd name="T13" fmla="*/ 2039 h 4080"/>
              <a:gd name="T14" fmla="*/ 3825 w 7645"/>
              <a:gd name="T15" fmla="*/ 2039 h 4080"/>
              <a:gd name="T16" fmla="*/ 2040 w 7645"/>
              <a:gd name="T17" fmla="*/ 3825 h 4080"/>
              <a:gd name="T18" fmla="*/ 2040 w 7645"/>
              <a:gd name="T19" fmla="*/ 3825 h 4080"/>
              <a:gd name="T20" fmla="*/ 255 w 7645"/>
              <a:gd name="T21" fmla="*/ 2039 h 4080"/>
              <a:gd name="T22" fmla="*/ 255 w 7645"/>
              <a:gd name="T23" fmla="*/ 2039 h 4080"/>
              <a:gd name="T24" fmla="*/ 2040 w 7645"/>
              <a:gd name="T25" fmla="*/ 255 h 4080"/>
              <a:gd name="T26" fmla="*/ 2040 w 7645"/>
              <a:gd name="T27" fmla="*/ 255 h 4080"/>
              <a:gd name="T28" fmla="*/ 2927 w 7645"/>
              <a:gd name="T29" fmla="*/ 490 h 4080"/>
              <a:gd name="T30" fmla="*/ 2927 w 7645"/>
              <a:gd name="T31" fmla="*/ 490 h 4080"/>
              <a:gd name="T32" fmla="*/ 3564 w 7645"/>
              <a:gd name="T33" fmla="*/ 1109 h 4080"/>
              <a:gd name="T34" fmla="*/ 3564 w 7645"/>
              <a:gd name="T35" fmla="*/ 1109 h 4080"/>
              <a:gd name="T36" fmla="*/ 3739 w 7645"/>
              <a:gd name="T37" fmla="*/ 1152 h 4080"/>
              <a:gd name="T38" fmla="*/ 3739 w 7645"/>
              <a:gd name="T39" fmla="*/ 1152 h 4080"/>
              <a:gd name="T40" fmla="*/ 3782 w 7645"/>
              <a:gd name="T41" fmla="*/ 977 h 4080"/>
              <a:gd name="T42" fmla="*/ 3782 w 7645"/>
              <a:gd name="T43" fmla="*/ 977 h 4080"/>
              <a:gd name="T44" fmla="*/ 3053 w 7645"/>
              <a:gd name="T45" fmla="*/ 269 h 4080"/>
              <a:gd name="T46" fmla="*/ 3053 w 7645"/>
              <a:gd name="T47" fmla="*/ 269 h 4080"/>
              <a:gd name="T48" fmla="*/ 2040 w 7645"/>
              <a:gd name="T49" fmla="*/ 0 h 4080"/>
              <a:gd name="T50" fmla="*/ 2040 w 7645"/>
              <a:gd name="T51" fmla="*/ 0 h 4080"/>
              <a:gd name="T52" fmla="*/ 0 w 7645"/>
              <a:gd name="T53" fmla="*/ 2039 h 4080"/>
              <a:gd name="T54" fmla="*/ 0 w 7645"/>
              <a:gd name="T55" fmla="*/ 2039 h 4080"/>
              <a:gd name="T56" fmla="*/ 2040 w 7645"/>
              <a:gd name="T57" fmla="*/ 4079 h 4080"/>
              <a:gd name="T58" fmla="*/ 2040 w 7645"/>
              <a:gd name="T59" fmla="*/ 4079 h 4080"/>
              <a:gd name="T60" fmla="*/ 4080 w 7645"/>
              <a:gd name="T61" fmla="*/ 2039 h 4080"/>
              <a:gd name="T62" fmla="*/ 4080 w 7645"/>
              <a:gd name="T63" fmla="*/ 2039 h 4080"/>
              <a:gd name="T64" fmla="*/ 5865 w 7645"/>
              <a:gd name="T65" fmla="*/ 255 h 4080"/>
              <a:gd name="T66" fmla="*/ 5865 w 7645"/>
              <a:gd name="T67" fmla="*/ 255 h 4080"/>
              <a:gd name="T68" fmla="*/ 6751 w 7645"/>
              <a:gd name="T69" fmla="*/ 490 h 4080"/>
              <a:gd name="T70" fmla="*/ 6751 w 7645"/>
              <a:gd name="T71" fmla="*/ 490 h 4080"/>
              <a:gd name="T72" fmla="*/ 7389 w 7645"/>
              <a:gd name="T73" fmla="*/ 1109 h 4080"/>
              <a:gd name="T74" fmla="*/ 7389 w 7645"/>
              <a:gd name="T75" fmla="*/ 1109 h 4080"/>
              <a:gd name="T76" fmla="*/ 7565 w 7645"/>
              <a:gd name="T77" fmla="*/ 1152 h 4080"/>
              <a:gd name="T78" fmla="*/ 7565 w 7645"/>
              <a:gd name="T79" fmla="*/ 1152 h 4080"/>
              <a:gd name="T80" fmla="*/ 7607 w 7645"/>
              <a:gd name="T81" fmla="*/ 977 h 4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45" h="4080">
                <a:moveTo>
                  <a:pt x="7607" y="977"/>
                </a:moveTo>
                <a:lnTo>
                  <a:pt x="7607" y="977"/>
                </a:lnTo>
                <a:cubicBezTo>
                  <a:pt x="7428" y="685"/>
                  <a:pt x="7176" y="440"/>
                  <a:pt x="6878" y="269"/>
                </a:cubicBezTo>
                <a:lnTo>
                  <a:pt x="6878" y="269"/>
                </a:lnTo>
                <a:cubicBezTo>
                  <a:pt x="6572" y="93"/>
                  <a:pt x="6221" y="0"/>
                  <a:pt x="5865" y="0"/>
                </a:cubicBezTo>
                <a:lnTo>
                  <a:pt x="5865" y="0"/>
                </a:lnTo>
                <a:cubicBezTo>
                  <a:pt x="4741" y="0"/>
                  <a:pt x="3825" y="915"/>
                  <a:pt x="3825" y="2039"/>
                </a:cubicBezTo>
                <a:lnTo>
                  <a:pt x="3825" y="2039"/>
                </a:lnTo>
                <a:cubicBezTo>
                  <a:pt x="3825" y="3024"/>
                  <a:pt x="3025" y="3825"/>
                  <a:pt x="2040" y="3825"/>
                </a:cubicBezTo>
                <a:lnTo>
                  <a:pt x="2040" y="3825"/>
                </a:lnTo>
                <a:cubicBezTo>
                  <a:pt x="1056" y="3825"/>
                  <a:pt x="255" y="3024"/>
                  <a:pt x="255" y="2039"/>
                </a:cubicBezTo>
                <a:lnTo>
                  <a:pt x="255" y="2039"/>
                </a:lnTo>
                <a:cubicBezTo>
                  <a:pt x="255" y="1055"/>
                  <a:pt x="1056" y="255"/>
                  <a:pt x="2040" y="255"/>
                </a:cubicBezTo>
                <a:lnTo>
                  <a:pt x="2040" y="255"/>
                </a:lnTo>
                <a:cubicBezTo>
                  <a:pt x="2352" y="255"/>
                  <a:pt x="2658" y="336"/>
                  <a:pt x="2927" y="490"/>
                </a:cubicBezTo>
                <a:lnTo>
                  <a:pt x="2927" y="490"/>
                </a:lnTo>
                <a:cubicBezTo>
                  <a:pt x="3187" y="639"/>
                  <a:pt x="3407" y="854"/>
                  <a:pt x="3564" y="1109"/>
                </a:cubicBezTo>
                <a:lnTo>
                  <a:pt x="3564" y="1109"/>
                </a:lnTo>
                <a:cubicBezTo>
                  <a:pt x="3601" y="1169"/>
                  <a:pt x="3679" y="1188"/>
                  <a:pt x="3739" y="1152"/>
                </a:cubicBezTo>
                <a:lnTo>
                  <a:pt x="3739" y="1152"/>
                </a:lnTo>
                <a:cubicBezTo>
                  <a:pt x="3799" y="1115"/>
                  <a:pt x="3818" y="1037"/>
                  <a:pt x="3782" y="977"/>
                </a:cubicBezTo>
                <a:lnTo>
                  <a:pt x="3782" y="977"/>
                </a:lnTo>
                <a:cubicBezTo>
                  <a:pt x="3603" y="685"/>
                  <a:pt x="3351" y="440"/>
                  <a:pt x="3053" y="269"/>
                </a:cubicBezTo>
                <a:lnTo>
                  <a:pt x="3053" y="269"/>
                </a:lnTo>
                <a:cubicBezTo>
                  <a:pt x="2746" y="93"/>
                  <a:pt x="2396" y="0"/>
                  <a:pt x="2040" y="0"/>
                </a:cubicBezTo>
                <a:lnTo>
                  <a:pt x="2040" y="0"/>
                </a:lnTo>
                <a:cubicBezTo>
                  <a:pt x="915" y="0"/>
                  <a:pt x="0" y="915"/>
                  <a:pt x="0" y="2039"/>
                </a:cubicBezTo>
                <a:lnTo>
                  <a:pt x="0" y="2039"/>
                </a:lnTo>
                <a:cubicBezTo>
                  <a:pt x="0" y="3164"/>
                  <a:pt x="915" y="4079"/>
                  <a:pt x="2040" y="4079"/>
                </a:cubicBezTo>
                <a:lnTo>
                  <a:pt x="2040" y="4079"/>
                </a:lnTo>
                <a:cubicBezTo>
                  <a:pt x="3165" y="4079"/>
                  <a:pt x="4080" y="3164"/>
                  <a:pt x="4080" y="2039"/>
                </a:cubicBezTo>
                <a:lnTo>
                  <a:pt x="4080" y="2039"/>
                </a:lnTo>
                <a:cubicBezTo>
                  <a:pt x="4080" y="1055"/>
                  <a:pt x="4881" y="255"/>
                  <a:pt x="5865" y="255"/>
                </a:cubicBezTo>
                <a:lnTo>
                  <a:pt x="5865" y="255"/>
                </a:lnTo>
                <a:cubicBezTo>
                  <a:pt x="6177" y="255"/>
                  <a:pt x="6483" y="336"/>
                  <a:pt x="6751" y="490"/>
                </a:cubicBezTo>
                <a:lnTo>
                  <a:pt x="6751" y="490"/>
                </a:lnTo>
                <a:cubicBezTo>
                  <a:pt x="7012" y="639"/>
                  <a:pt x="7233" y="854"/>
                  <a:pt x="7389" y="1109"/>
                </a:cubicBezTo>
                <a:lnTo>
                  <a:pt x="7389" y="1109"/>
                </a:lnTo>
                <a:cubicBezTo>
                  <a:pt x="7426" y="1169"/>
                  <a:pt x="7505" y="1188"/>
                  <a:pt x="7565" y="1152"/>
                </a:cubicBezTo>
                <a:lnTo>
                  <a:pt x="7565" y="1152"/>
                </a:lnTo>
                <a:cubicBezTo>
                  <a:pt x="7625" y="1115"/>
                  <a:pt x="7644" y="1037"/>
                  <a:pt x="7607" y="977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rgbClr val="B5237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75" dirty="0"/>
          </a:p>
        </p:txBody>
      </p:sp>
      <p:sp>
        <p:nvSpPr>
          <p:cNvPr id="6" name="Freeform 74">
            <a:extLst>
              <a:ext uri="{FF2B5EF4-FFF2-40B4-BE49-F238E27FC236}">
                <a16:creationId xmlns:a16="http://schemas.microsoft.com/office/drawing/2014/main" id="{DBB53074-2F6C-BA44-BC12-3E15EC0AF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387" y="555019"/>
            <a:ext cx="3865114" cy="1680395"/>
          </a:xfrm>
          <a:custGeom>
            <a:avLst/>
            <a:gdLst>
              <a:gd name="T0" fmla="*/ 5603 w 7644"/>
              <a:gd name="T1" fmla="*/ 4079 h 4080"/>
              <a:gd name="T2" fmla="*/ 5603 w 7644"/>
              <a:gd name="T3" fmla="*/ 4079 h 4080"/>
              <a:gd name="T4" fmla="*/ 4590 w 7644"/>
              <a:gd name="T5" fmla="*/ 3810 h 4080"/>
              <a:gd name="T6" fmla="*/ 4590 w 7644"/>
              <a:gd name="T7" fmla="*/ 3810 h 4080"/>
              <a:gd name="T8" fmla="*/ 3861 w 7644"/>
              <a:gd name="T9" fmla="*/ 3102 h 4080"/>
              <a:gd name="T10" fmla="*/ 3861 w 7644"/>
              <a:gd name="T11" fmla="*/ 3102 h 4080"/>
              <a:gd name="T12" fmla="*/ 3904 w 7644"/>
              <a:gd name="T13" fmla="*/ 2927 h 4080"/>
              <a:gd name="T14" fmla="*/ 3904 w 7644"/>
              <a:gd name="T15" fmla="*/ 2927 h 4080"/>
              <a:gd name="T16" fmla="*/ 4079 w 7644"/>
              <a:gd name="T17" fmla="*/ 2969 h 4080"/>
              <a:gd name="T18" fmla="*/ 4079 w 7644"/>
              <a:gd name="T19" fmla="*/ 2969 h 4080"/>
              <a:gd name="T20" fmla="*/ 4717 w 7644"/>
              <a:gd name="T21" fmla="*/ 3589 h 4080"/>
              <a:gd name="T22" fmla="*/ 4717 w 7644"/>
              <a:gd name="T23" fmla="*/ 3589 h 4080"/>
              <a:gd name="T24" fmla="*/ 5603 w 7644"/>
              <a:gd name="T25" fmla="*/ 3825 h 4080"/>
              <a:gd name="T26" fmla="*/ 5603 w 7644"/>
              <a:gd name="T27" fmla="*/ 3825 h 4080"/>
              <a:gd name="T28" fmla="*/ 7388 w 7644"/>
              <a:gd name="T29" fmla="*/ 2039 h 4080"/>
              <a:gd name="T30" fmla="*/ 7388 w 7644"/>
              <a:gd name="T31" fmla="*/ 2039 h 4080"/>
              <a:gd name="T32" fmla="*/ 5603 w 7644"/>
              <a:gd name="T33" fmla="*/ 255 h 4080"/>
              <a:gd name="T34" fmla="*/ 5603 w 7644"/>
              <a:gd name="T35" fmla="*/ 255 h 4080"/>
              <a:gd name="T36" fmla="*/ 3818 w 7644"/>
              <a:gd name="T37" fmla="*/ 2039 h 4080"/>
              <a:gd name="T38" fmla="*/ 3818 w 7644"/>
              <a:gd name="T39" fmla="*/ 2039 h 4080"/>
              <a:gd name="T40" fmla="*/ 1778 w 7644"/>
              <a:gd name="T41" fmla="*/ 4079 h 4080"/>
              <a:gd name="T42" fmla="*/ 1778 w 7644"/>
              <a:gd name="T43" fmla="*/ 4079 h 4080"/>
              <a:gd name="T44" fmla="*/ 765 w 7644"/>
              <a:gd name="T45" fmla="*/ 3810 h 4080"/>
              <a:gd name="T46" fmla="*/ 765 w 7644"/>
              <a:gd name="T47" fmla="*/ 3810 h 4080"/>
              <a:gd name="T48" fmla="*/ 37 w 7644"/>
              <a:gd name="T49" fmla="*/ 3102 h 4080"/>
              <a:gd name="T50" fmla="*/ 37 w 7644"/>
              <a:gd name="T51" fmla="*/ 3102 h 4080"/>
              <a:gd name="T52" fmla="*/ 79 w 7644"/>
              <a:gd name="T53" fmla="*/ 2927 h 4080"/>
              <a:gd name="T54" fmla="*/ 79 w 7644"/>
              <a:gd name="T55" fmla="*/ 2927 h 4080"/>
              <a:gd name="T56" fmla="*/ 254 w 7644"/>
              <a:gd name="T57" fmla="*/ 2969 h 4080"/>
              <a:gd name="T58" fmla="*/ 254 w 7644"/>
              <a:gd name="T59" fmla="*/ 2969 h 4080"/>
              <a:gd name="T60" fmla="*/ 892 w 7644"/>
              <a:gd name="T61" fmla="*/ 3589 h 4080"/>
              <a:gd name="T62" fmla="*/ 892 w 7644"/>
              <a:gd name="T63" fmla="*/ 3589 h 4080"/>
              <a:gd name="T64" fmla="*/ 1778 w 7644"/>
              <a:gd name="T65" fmla="*/ 3825 h 4080"/>
              <a:gd name="T66" fmla="*/ 1778 w 7644"/>
              <a:gd name="T67" fmla="*/ 3825 h 4080"/>
              <a:gd name="T68" fmla="*/ 3564 w 7644"/>
              <a:gd name="T69" fmla="*/ 2039 h 4080"/>
              <a:gd name="T70" fmla="*/ 3564 w 7644"/>
              <a:gd name="T71" fmla="*/ 2039 h 4080"/>
              <a:gd name="T72" fmla="*/ 5603 w 7644"/>
              <a:gd name="T73" fmla="*/ 0 h 4080"/>
              <a:gd name="T74" fmla="*/ 5603 w 7644"/>
              <a:gd name="T75" fmla="*/ 0 h 4080"/>
              <a:gd name="T76" fmla="*/ 7643 w 7644"/>
              <a:gd name="T77" fmla="*/ 2039 h 4080"/>
              <a:gd name="T78" fmla="*/ 7643 w 7644"/>
              <a:gd name="T79" fmla="*/ 2039 h 4080"/>
              <a:gd name="T80" fmla="*/ 5603 w 7644"/>
              <a:gd name="T81" fmla="*/ 4079 h 4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44" h="4080">
                <a:moveTo>
                  <a:pt x="5603" y="4079"/>
                </a:moveTo>
                <a:lnTo>
                  <a:pt x="5603" y="4079"/>
                </a:lnTo>
                <a:cubicBezTo>
                  <a:pt x="5248" y="4079"/>
                  <a:pt x="4897" y="3986"/>
                  <a:pt x="4590" y="3810"/>
                </a:cubicBezTo>
                <a:lnTo>
                  <a:pt x="4590" y="3810"/>
                </a:lnTo>
                <a:cubicBezTo>
                  <a:pt x="4293" y="3639"/>
                  <a:pt x="4041" y="3395"/>
                  <a:pt x="3861" y="3102"/>
                </a:cubicBezTo>
                <a:lnTo>
                  <a:pt x="3861" y="3102"/>
                </a:lnTo>
                <a:cubicBezTo>
                  <a:pt x="3825" y="3042"/>
                  <a:pt x="3844" y="2963"/>
                  <a:pt x="3904" y="2927"/>
                </a:cubicBezTo>
                <a:lnTo>
                  <a:pt x="3904" y="2927"/>
                </a:lnTo>
                <a:cubicBezTo>
                  <a:pt x="3964" y="2890"/>
                  <a:pt x="4042" y="2909"/>
                  <a:pt x="4079" y="2969"/>
                </a:cubicBezTo>
                <a:lnTo>
                  <a:pt x="4079" y="2969"/>
                </a:lnTo>
                <a:cubicBezTo>
                  <a:pt x="4236" y="3225"/>
                  <a:pt x="4456" y="3440"/>
                  <a:pt x="4717" y="3589"/>
                </a:cubicBezTo>
                <a:lnTo>
                  <a:pt x="4717" y="3589"/>
                </a:lnTo>
                <a:cubicBezTo>
                  <a:pt x="4985" y="3743"/>
                  <a:pt x="5292" y="3825"/>
                  <a:pt x="5603" y="3825"/>
                </a:cubicBezTo>
                <a:lnTo>
                  <a:pt x="5603" y="3825"/>
                </a:lnTo>
                <a:cubicBezTo>
                  <a:pt x="6588" y="3825"/>
                  <a:pt x="7388" y="3024"/>
                  <a:pt x="7388" y="2039"/>
                </a:cubicBezTo>
                <a:lnTo>
                  <a:pt x="7388" y="2039"/>
                </a:lnTo>
                <a:cubicBezTo>
                  <a:pt x="7388" y="1055"/>
                  <a:pt x="6588" y="255"/>
                  <a:pt x="5603" y="255"/>
                </a:cubicBezTo>
                <a:lnTo>
                  <a:pt x="5603" y="255"/>
                </a:lnTo>
                <a:cubicBezTo>
                  <a:pt x="4619" y="255"/>
                  <a:pt x="3818" y="1055"/>
                  <a:pt x="3818" y="2039"/>
                </a:cubicBezTo>
                <a:lnTo>
                  <a:pt x="3818" y="2039"/>
                </a:lnTo>
                <a:cubicBezTo>
                  <a:pt x="3818" y="3164"/>
                  <a:pt x="2903" y="4079"/>
                  <a:pt x="1778" y="4079"/>
                </a:cubicBezTo>
                <a:lnTo>
                  <a:pt x="1778" y="4079"/>
                </a:lnTo>
                <a:cubicBezTo>
                  <a:pt x="1422" y="4079"/>
                  <a:pt x="1072" y="3986"/>
                  <a:pt x="765" y="3810"/>
                </a:cubicBezTo>
                <a:lnTo>
                  <a:pt x="765" y="3810"/>
                </a:lnTo>
                <a:cubicBezTo>
                  <a:pt x="467" y="3639"/>
                  <a:pt x="215" y="3395"/>
                  <a:pt x="37" y="3102"/>
                </a:cubicBezTo>
                <a:lnTo>
                  <a:pt x="37" y="3102"/>
                </a:lnTo>
                <a:cubicBezTo>
                  <a:pt x="0" y="3042"/>
                  <a:pt x="19" y="2963"/>
                  <a:pt x="79" y="2927"/>
                </a:cubicBezTo>
                <a:lnTo>
                  <a:pt x="79" y="2927"/>
                </a:lnTo>
                <a:cubicBezTo>
                  <a:pt x="139" y="2890"/>
                  <a:pt x="217" y="2909"/>
                  <a:pt x="254" y="2969"/>
                </a:cubicBezTo>
                <a:lnTo>
                  <a:pt x="254" y="2969"/>
                </a:lnTo>
                <a:cubicBezTo>
                  <a:pt x="410" y="3225"/>
                  <a:pt x="631" y="3440"/>
                  <a:pt x="892" y="3589"/>
                </a:cubicBezTo>
                <a:lnTo>
                  <a:pt x="892" y="3589"/>
                </a:lnTo>
                <a:cubicBezTo>
                  <a:pt x="1160" y="3743"/>
                  <a:pt x="1467" y="3825"/>
                  <a:pt x="1778" y="3825"/>
                </a:cubicBezTo>
                <a:lnTo>
                  <a:pt x="1778" y="3825"/>
                </a:lnTo>
                <a:cubicBezTo>
                  <a:pt x="2762" y="3825"/>
                  <a:pt x="3564" y="3024"/>
                  <a:pt x="3564" y="2039"/>
                </a:cubicBezTo>
                <a:lnTo>
                  <a:pt x="3564" y="2039"/>
                </a:lnTo>
                <a:cubicBezTo>
                  <a:pt x="3564" y="915"/>
                  <a:pt x="4478" y="0"/>
                  <a:pt x="5603" y="0"/>
                </a:cubicBezTo>
                <a:lnTo>
                  <a:pt x="5603" y="0"/>
                </a:lnTo>
                <a:cubicBezTo>
                  <a:pt x="6728" y="0"/>
                  <a:pt x="7643" y="915"/>
                  <a:pt x="7643" y="2039"/>
                </a:cubicBezTo>
                <a:lnTo>
                  <a:pt x="7643" y="2039"/>
                </a:lnTo>
                <a:cubicBezTo>
                  <a:pt x="7643" y="3164"/>
                  <a:pt x="6728" y="4079"/>
                  <a:pt x="5603" y="4079"/>
                </a:cubicBezTo>
              </a:path>
            </a:pathLst>
          </a:custGeom>
          <a:gradFill>
            <a:gsLst>
              <a:gs pos="0">
                <a:schemeClr val="accent3"/>
              </a:gs>
              <a:gs pos="0">
                <a:srgbClr val="B52372"/>
              </a:gs>
              <a:gs pos="100000">
                <a:srgbClr val="D51067"/>
              </a:gs>
            </a:gsLst>
            <a:lin ang="18900000" scaled="0"/>
          </a:gradFill>
          <a:ln>
            <a:noFill/>
          </a:ln>
          <a:effectLst/>
        </p:spPr>
        <p:txBody>
          <a:bodyPr wrap="none" anchor="ctr"/>
          <a:lstStyle/>
          <a:p>
            <a:endParaRPr lang="en-US" sz="675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9B2F3D-3D31-9D4F-86C3-2D471CA88504}"/>
              </a:ext>
            </a:extLst>
          </p:cNvPr>
          <p:cNvSpPr txBox="1">
            <a:spLocks/>
          </p:cNvSpPr>
          <p:nvPr/>
        </p:nvSpPr>
        <p:spPr>
          <a:xfrm>
            <a:off x="1329036" y="3104102"/>
            <a:ext cx="2074095" cy="1917192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u="sng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we have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Products, Services,</a:t>
            </a: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Attributes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Those products, services, and attributes that directly connect into what our customer and customers customer want</a:t>
            </a:r>
            <a:endParaRPr lang="en-US" sz="12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E62B539-C5A2-0B40-8678-C5DD097C993F}"/>
              </a:ext>
            </a:extLst>
          </p:cNvPr>
          <p:cNvSpPr txBox="1">
            <a:spLocks/>
          </p:cNvSpPr>
          <p:nvPr/>
        </p:nvSpPr>
        <p:spPr>
          <a:xfrm>
            <a:off x="3600528" y="3056278"/>
            <a:ext cx="1725556" cy="1793568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u="sng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our customers want</a:t>
            </a:r>
          </a:p>
          <a:p>
            <a:pPr>
              <a:lnSpc>
                <a:spcPts val="1313"/>
              </a:lnSpc>
            </a:pPr>
            <a:endParaRPr lang="en-US" sz="1400" b="1" i="1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An experience that they can brag about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Checking the box</a:t>
            </a: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DC64857-5BD9-3249-AA69-48CD8EBE394C}"/>
              </a:ext>
            </a:extLst>
          </p:cNvPr>
          <p:cNvSpPr txBox="1">
            <a:spLocks/>
          </p:cNvSpPr>
          <p:nvPr/>
        </p:nvSpPr>
        <p:spPr>
          <a:xfrm>
            <a:off x="5740871" y="3039884"/>
            <a:ext cx="1725556" cy="225625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400" b="1" i="1" u="sng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What our customer’s </a:t>
            </a:r>
          </a:p>
          <a:p>
            <a:pPr>
              <a:lnSpc>
                <a:spcPts val="1313"/>
              </a:lnSpc>
            </a:pPr>
            <a:r>
              <a:rPr lang="en-US" sz="1400" b="1" i="1" u="sng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customer cares about</a:t>
            </a:r>
          </a:p>
          <a:p>
            <a:pPr>
              <a:lnSpc>
                <a:spcPts val="1313"/>
              </a:lnSpc>
            </a:pPr>
            <a:endParaRPr lang="en-US" sz="1400" b="1" i="1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Family Time and Experiences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r>
              <a:rPr lang="en-US" sz="14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Memories</a:t>
            </a: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endParaRPr lang="en-US" sz="14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endParaRPr lang="en-US" sz="1400" b="1" i="1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1313"/>
              </a:lnSpc>
            </a:pPr>
            <a:endParaRPr lang="en-US" sz="1400" b="1" i="1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4CB5E70-F3B1-F940-DFBD-55E9191A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Outside In Thinking:  Customer Centric Thinking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8E52F2-6953-480B-AFA5-E6F89FA4073E}"/>
              </a:ext>
            </a:extLst>
          </p:cNvPr>
          <p:cNvCxnSpPr>
            <a:cxnSpLocks/>
          </p:cNvCxnSpPr>
          <p:nvPr/>
        </p:nvCxnSpPr>
        <p:spPr>
          <a:xfrm flipH="1">
            <a:off x="1329036" y="2867057"/>
            <a:ext cx="6194216" cy="0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BE604A-4A88-0260-58BD-D5C3F25C1CB0}"/>
              </a:ext>
            </a:extLst>
          </p:cNvPr>
          <p:cNvSpPr txBox="1"/>
          <p:nvPr/>
        </p:nvSpPr>
        <p:spPr>
          <a:xfrm>
            <a:off x="3337301" y="2571450"/>
            <a:ext cx="4342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Franklin Gothic Book" panose="020B0503020102020204" pitchFamily="34" charset="0"/>
              </a:rPr>
              <a:t>Cultural Shift and Value Creation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6D7E69-29D2-3FE6-D416-DAFA6E94BEB7}"/>
              </a:ext>
            </a:extLst>
          </p:cNvPr>
          <p:cNvSpPr txBox="1"/>
          <p:nvPr/>
        </p:nvSpPr>
        <p:spPr>
          <a:xfrm>
            <a:off x="98156" y="1023883"/>
            <a:ext cx="971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Golf Course</a:t>
            </a:r>
          </a:p>
        </p:txBody>
      </p:sp>
      <p:pic>
        <p:nvPicPr>
          <p:cNvPr id="5" name="Picture 4" descr="A picture containing grass, person, tree, outdoor&#10;&#10;Description automatically generated">
            <a:extLst>
              <a:ext uri="{FF2B5EF4-FFF2-40B4-BE49-F238E27FC236}">
                <a16:creationId xmlns:a16="http://schemas.microsoft.com/office/drawing/2014/main" id="{CE34DF5C-AC56-0512-BFD6-C1DA64C8A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312" y="618015"/>
            <a:ext cx="1996113" cy="157757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 descr="A person swinging a golf club&#10;&#10;Description automatically generated">
            <a:extLst>
              <a:ext uri="{FF2B5EF4-FFF2-40B4-BE49-F238E27FC236}">
                <a16:creationId xmlns:a16="http://schemas.microsoft.com/office/drawing/2014/main" id="{2D6D5A84-727E-087B-C7E5-99E638F89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387" y="684643"/>
            <a:ext cx="1786849" cy="147843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 descr="A golf ball on a golf course&#10;&#10;Description automatically generated with low confidence">
            <a:extLst>
              <a:ext uri="{FF2B5EF4-FFF2-40B4-BE49-F238E27FC236}">
                <a16:creationId xmlns:a16="http://schemas.microsoft.com/office/drawing/2014/main" id="{21A71825-2351-3D66-0EB3-686CCF56EC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499" y="685630"/>
            <a:ext cx="1898246" cy="145078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E1A253-2CC8-6D84-32E3-AC6BB0EBB416}"/>
              </a:ext>
            </a:extLst>
          </p:cNvPr>
          <p:cNvCxnSpPr>
            <a:cxnSpLocks/>
          </p:cNvCxnSpPr>
          <p:nvPr/>
        </p:nvCxnSpPr>
        <p:spPr>
          <a:xfrm>
            <a:off x="1546356" y="2630711"/>
            <a:ext cx="2932448" cy="0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AD047B-EE12-5B5C-4592-0408BBE43507}"/>
              </a:ext>
            </a:extLst>
          </p:cNvPr>
          <p:cNvSpPr txBox="1"/>
          <p:nvPr/>
        </p:nvSpPr>
        <p:spPr>
          <a:xfrm>
            <a:off x="1471073" y="2262743"/>
            <a:ext cx="4342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Common Approach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FDEABB1-03A0-39FB-2889-9CB289FCEF14}"/>
              </a:ext>
            </a:extLst>
          </p:cNvPr>
          <p:cNvCxnSpPr/>
          <p:nvPr/>
        </p:nvCxnSpPr>
        <p:spPr>
          <a:xfrm>
            <a:off x="1947620" y="3611106"/>
            <a:ext cx="11727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BD22333-3C00-3CD1-C566-7FD74F5E3FC2}"/>
              </a:ext>
            </a:extLst>
          </p:cNvPr>
          <p:cNvCxnSpPr>
            <a:cxnSpLocks/>
          </p:cNvCxnSpPr>
          <p:nvPr/>
        </p:nvCxnSpPr>
        <p:spPr>
          <a:xfrm>
            <a:off x="2100020" y="3830666"/>
            <a:ext cx="7981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69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1">
            <a:extLst>
              <a:ext uri="{FF2B5EF4-FFF2-40B4-BE49-F238E27FC236}">
                <a16:creationId xmlns:a16="http://schemas.microsoft.com/office/drawing/2014/main" id="{6661786B-1E03-6044-9258-2D384ED78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225894"/>
            <a:ext cx="8991600" cy="15013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>
              <a:latin typeface="Lato Light" panose="020F0502020204030203" pitchFamily="34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5252E18-2FFA-1545-83AF-546F43669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05" y="1658594"/>
            <a:ext cx="1284736" cy="1284736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A9D67-CD43-0B47-8040-F95CCC8496BC}"/>
              </a:ext>
            </a:extLst>
          </p:cNvPr>
          <p:cNvSpPr txBox="1"/>
          <p:nvPr/>
        </p:nvSpPr>
        <p:spPr>
          <a:xfrm>
            <a:off x="2595322" y="229640"/>
            <a:ext cx="3953390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50" b="1" dirty="0">
                <a:solidFill>
                  <a:schemeClr val="tx2"/>
                </a:solidFill>
                <a:latin typeface="Franklin Gothic Book" panose="020B0503020102020204" pitchFamily="34" charset="0"/>
                <a:cs typeface="Poppins" pitchFamily="2" charset="77"/>
              </a:rPr>
              <a:t>Strategic Engagement Pathway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ECB0E47-80BF-9B46-95D3-E7B730656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018" y="165859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123A7FA7-121E-9042-8277-B581CAF1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104" y="1658594"/>
            <a:ext cx="1284736" cy="1284736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4D8D2FC-2F50-514B-A51A-8DD75EB1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247" y="165859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8F81EE76-86C6-3B4C-A8C2-828BA4B8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860" y="165859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B5E234F5-E01F-8748-97B5-C537826DB6AD}"/>
              </a:ext>
            </a:extLst>
          </p:cNvPr>
          <p:cNvSpPr txBox="1">
            <a:spLocks/>
          </p:cNvSpPr>
          <p:nvPr/>
        </p:nvSpPr>
        <p:spPr>
          <a:xfrm>
            <a:off x="3690729" y="4162578"/>
            <a:ext cx="1762544" cy="18620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endParaRPr lang="en-US" sz="9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3304DA-A9E9-694B-A21D-04CFF68CB580}"/>
              </a:ext>
            </a:extLst>
          </p:cNvPr>
          <p:cNvSpPr txBox="1"/>
          <p:nvPr/>
        </p:nvSpPr>
        <p:spPr>
          <a:xfrm>
            <a:off x="3753512" y="3009553"/>
            <a:ext cx="1636987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075DD1CF-DF07-BD4B-B87E-5D39B904B89D}"/>
              </a:ext>
            </a:extLst>
          </p:cNvPr>
          <p:cNvSpPr txBox="1">
            <a:spLocks/>
          </p:cNvSpPr>
          <p:nvPr/>
        </p:nvSpPr>
        <p:spPr>
          <a:xfrm>
            <a:off x="6836765" y="3603578"/>
            <a:ext cx="1762544" cy="519629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Measurement of results, KPI’s,  readjusting and moving to the next level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40761-40DB-E84E-A3EF-63A2CA78643E}"/>
              </a:ext>
            </a:extLst>
          </p:cNvPr>
          <p:cNvSpPr txBox="1"/>
          <p:nvPr/>
        </p:nvSpPr>
        <p:spPr>
          <a:xfrm>
            <a:off x="6848758" y="3122835"/>
            <a:ext cx="1684949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5- Measure &amp; Equip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354159BB-7EAF-4B4B-91AA-5A5230AD11FD}"/>
              </a:ext>
            </a:extLst>
          </p:cNvPr>
          <p:cNvSpPr txBox="1">
            <a:spLocks/>
          </p:cNvSpPr>
          <p:nvPr/>
        </p:nvSpPr>
        <p:spPr>
          <a:xfrm>
            <a:off x="372937" y="3603578"/>
            <a:ext cx="2334045" cy="131247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 deep dive into the current state that looks at;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 Market and Trends (SWOT)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Current Customer Segmentation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Aspirational Customer in strategic  move forward vision</a:t>
            </a:r>
          </a:p>
          <a:p>
            <a:pPr>
              <a:lnSpc>
                <a:spcPts val="1313"/>
              </a:lnSpc>
            </a:pPr>
            <a:endParaRPr lang="en-US" sz="10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0ACC24-D91E-EC40-A611-1223B9CD21DD}"/>
              </a:ext>
            </a:extLst>
          </p:cNvPr>
          <p:cNvSpPr txBox="1"/>
          <p:nvPr/>
        </p:nvSpPr>
        <p:spPr>
          <a:xfrm>
            <a:off x="659066" y="3027796"/>
            <a:ext cx="1587422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Current State –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Discover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E33F8457-9D45-6142-80AF-9ABB79C73947}"/>
              </a:ext>
            </a:extLst>
          </p:cNvPr>
          <p:cNvSpPr txBox="1">
            <a:spLocks/>
          </p:cNvSpPr>
          <p:nvPr/>
        </p:nvSpPr>
        <p:spPr>
          <a:xfrm>
            <a:off x="1598347" y="1108237"/>
            <a:ext cx="2791067" cy="189091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The Future State of the ‘New Way to Work’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E94EE5-6BBF-1946-8C3C-5F56412DF390}"/>
              </a:ext>
            </a:extLst>
          </p:cNvPr>
          <p:cNvSpPr txBox="1"/>
          <p:nvPr/>
        </p:nvSpPr>
        <p:spPr>
          <a:xfrm>
            <a:off x="1873226" y="801527"/>
            <a:ext cx="2264146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Building the Future State</a:t>
            </a:r>
          </a:p>
        </p:txBody>
      </p:sp>
      <p:sp>
        <p:nvSpPr>
          <p:cNvPr id="46" name="Subtitle 2">
            <a:extLst>
              <a:ext uri="{FF2B5EF4-FFF2-40B4-BE49-F238E27FC236}">
                <a16:creationId xmlns:a16="http://schemas.microsoft.com/office/drawing/2014/main" id="{AFDB8E0E-8409-BF44-9307-2E1BE903DF89}"/>
              </a:ext>
            </a:extLst>
          </p:cNvPr>
          <p:cNvSpPr txBox="1">
            <a:spLocks/>
          </p:cNvSpPr>
          <p:nvPr/>
        </p:nvSpPr>
        <p:spPr>
          <a:xfrm>
            <a:off x="5191206" y="1107170"/>
            <a:ext cx="1762544" cy="352917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Sustainability and coaching to results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0F1A5-9095-4247-9D9A-6C986097B2E5}"/>
              </a:ext>
            </a:extLst>
          </p:cNvPr>
          <p:cNvSpPr txBox="1"/>
          <p:nvPr/>
        </p:nvSpPr>
        <p:spPr>
          <a:xfrm>
            <a:off x="5296217" y="800459"/>
            <a:ext cx="1552541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4- Drive &amp; Sustain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0CE52-93A5-C747-8206-246B7817F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943948">
            <a:off x="1141452" y="1896051"/>
            <a:ext cx="548306" cy="8882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A481E3-6DC4-634C-BA0D-82B7E8461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1" y="1864680"/>
            <a:ext cx="797720" cy="672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2CB5E4-9672-8B48-985C-E1CE527C5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5323" y="1932576"/>
            <a:ext cx="848248" cy="6624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EB0B2B-97E2-7F4C-9B30-B61CB92139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95595">
            <a:off x="5878640" y="1830746"/>
            <a:ext cx="657497" cy="937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6E0855-D429-1C4B-B85E-DA8D8939F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6063" y="1877359"/>
            <a:ext cx="726490" cy="717630"/>
          </a:xfrm>
          <a:prstGeom prst="rect">
            <a:avLst/>
          </a:prstGeom>
        </p:spPr>
      </p:pic>
      <p:sp>
        <p:nvSpPr>
          <p:cNvPr id="26" name="Subtitle 2">
            <a:extLst>
              <a:ext uri="{FF2B5EF4-FFF2-40B4-BE49-F238E27FC236}">
                <a16:creationId xmlns:a16="http://schemas.microsoft.com/office/drawing/2014/main" id="{C8CCE1EB-2C49-374D-88E4-651A42A7F963}"/>
              </a:ext>
            </a:extLst>
          </p:cNvPr>
          <p:cNvSpPr txBox="1">
            <a:spLocks/>
          </p:cNvSpPr>
          <p:nvPr/>
        </p:nvSpPr>
        <p:spPr>
          <a:xfrm>
            <a:off x="3753512" y="3603578"/>
            <a:ext cx="1762544" cy="917495"/>
          </a:xfrm>
          <a:prstGeom prst="rect">
            <a:avLst/>
          </a:prstGeom>
        </p:spPr>
        <p:txBody>
          <a:bodyPr vert="horz" wrap="square" lIns="34290" tIns="17145" rIns="34290" bIns="171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Playbook that gives you: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Foundation (Implementation Plan)</a:t>
            </a:r>
          </a:p>
          <a:p>
            <a:pPr>
              <a:lnSpc>
                <a:spcPts val="1313"/>
              </a:lnSpc>
            </a:pPr>
            <a:r>
              <a:rPr lang="en-US" sz="10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Framework (Tools and Supporting Resources) </a:t>
            </a:r>
          </a:p>
        </p:txBody>
      </p:sp>
    </p:spTree>
    <p:extLst>
      <p:ext uri="{BB962C8B-B14F-4D97-AF65-F5344CB8AC3E}">
        <p14:creationId xmlns:p14="http://schemas.microsoft.com/office/powerpoint/2010/main" val="334999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16" grpId="0" animBg="1"/>
      <p:bldP spid="38" grpId="0"/>
      <p:bldP spid="40" grpId="0"/>
      <p:bldP spid="41" grpId="0"/>
      <p:bldP spid="19" grpId="0"/>
      <p:bldP spid="20" grpId="0"/>
      <p:bldP spid="43" grpId="0"/>
      <p:bldP spid="44" grpId="0"/>
      <p:bldP spid="46" grpId="0"/>
      <p:bldP spid="47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1">
            <a:extLst>
              <a:ext uri="{FF2B5EF4-FFF2-40B4-BE49-F238E27FC236}">
                <a16:creationId xmlns:a16="http://schemas.microsoft.com/office/drawing/2014/main" id="{6661786B-1E03-6044-9258-2D384ED78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7070"/>
            <a:ext cx="8991600" cy="15013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49" dirty="0">
              <a:latin typeface="Lato Light" panose="020F0502020204030203" pitchFamily="34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5252E18-2FFA-1545-83AF-546F43669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90" y="949490"/>
            <a:ext cx="1284736" cy="1284736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A9D67-CD43-0B47-8040-F95CCC8496BC}"/>
              </a:ext>
            </a:extLst>
          </p:cNvPr>
          <p:cNvSpPr txBox="1"/>
          <p:nvPr/>
        </p:nvSpPr>
        <p:spPr>
          <a:xfrm>
            <a:off x="2351537" y="229640"/>
            <a:ext cx="4440960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50" b="1" dirty="0">
                <a:solidFill>
                  <a:schemeClr val="tx2"/>
                </a:solidFill>
                <a:latin typeface="Franklin Gothic Book" panose="020B0503020102020204" pitchFamily="34" charset="0"/>
                <a:cs typeface="Poppins" pitchFamily="2" charset="77"/>
              </a:rPr>
              <a:t>Strategic Engagement Deliverables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ECB0E47-80BF-9B46-95D3-E7B730656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003" y="949490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123A7FA7-121E-9042-8277-B581CAF1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296" y="918524"/>
            <a:ext cx="1284736" cy="1284736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4D8D2FC-2F50-514B-A51A-8DD75EB1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87" y="91852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8F81EE76-86C6-3B4C-A8C2-828BA4B8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273" y="948224"/>
            <a:ext cx="1284736" cy="1284736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3304DA-A9E9-694B-A21D-04CFF68CB580}"/>
              </a:ext>
            </a:extLst>
          </p:cNvPr>
          <p:cNvSpPr txBox="1"/>
          <p:nvPr/>
        </p:nvSpPr>
        <p:spPr>
          <a:xfrm>
            <a:off x="3824519" y="2542518"/>
            <a:ext cx="1681872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Enhance, </a:t>
            </a:r>
          </a:p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40761-40DB-E84E-A3EF-63A2CA78643E}"/>
              </a:ext>
            </a:extLst>
          </p:cNvPr>
          <p:cNvSpPr txBox="1"/>
          <p:nvPr/>
        </p:nvSpPr>
        <p:spPr>
          <a:xfrm>
            <a:off x="7173380" y="2650240"/>
            <a:ext cx="1684949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5- Measure &amp; Equip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0ACC24-D91E-EC40-A611-1223B9CD21DD}"/>
              </a:ext>
            </a:extLst>
          </p:cNvPr>
          <p:cNvSpPr txBox="1"/>
          <p:nvPr/>
        </p:nvSpPr>
        <p:spPr>
          <a:xfrm>
            <a:off x="497597" y="2542518"/>
            <a:ext cx="1734321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Current State – </a:t>
            </a:r>
          </a:p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Discovery &amp; Analysis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E94EE5-6BBF-1946-8C3C-5F56412DF390}"/>
              </a:ext>
            </a:extLst>
          </p:cNvPr>
          <p:cNvSpPr txBox="1"/>
          <p:nvPr/>
        </p:nvSpPr>
        <p:spPr>
          <a:xfrm>
            <a:off x="1820495" y="2542518"/>
            <a:ext cx="2414688" cy="5232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Building the </a:t>
            </a:r>
          </a:p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Future State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0F1A5-9095-4247-9D9A-6C986097B2E5}"/>
              </a:ext>
            </a:extLst>
          </p:cNvPr>
          <p:cNvSpPr txBox="1"/>
          <p:nvPr/>
        </p:nvSpPr>
        <p:spPr>
          <a:xfrm>
            <a:off x="5119447" y="2650240"/>
            <a:ext cx="2414688" cy="3077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4- Drive &amp; Sustain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0CE52-93A5-C747-8206-246B7817F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943948">
            <a:off x="1053437" y="1186947"/>
            <a:ext cx="548306" cy="8882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A481E3-6DC4-634C-BA0D-82B7E8461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317" y="1148928"/>
            <a:ext cx="797720" cy="672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2CB5E4-9672-8B48-985C-E1CE527C5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7308" y="1223472"/>
            <a:ext cx="848248" cy="6624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EB0B2B-97E2-7F4C-9B30-B61CB92139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95595">
            <a:off x="5904807" y="1100635"/>
            <a:ext cx="657497" cy="937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6E0855-D429-1C4B-B85E-DA8D8939F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183" y="1165392"/>
            <a:ext cx="726490" cy="7176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94F4BA-8963-D247-9A43-767DAD47D912}"/>
              </a:ext>
            </a:extLst>
          </p:cNvPr>
          <p:cNvSpPr/>
          <p:nvPr/>
        </p:nvSpPr>
        <p:spPr>
          <a:xfrm>
            <a:off x="497597" y="3181350"/>
            <a:ext cx="8341603" cy="167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97CD5-0E15-5449-BB44-2EBC721B2894}"/>
              </a:ext>
            </a:extLst>
          </p:cNvPr>
          <p:cNvSpPr txBox="1"/>
          <p:nvPr/>
        </p:nvSpPr>
        <p:spPr>
          <a:xfrm rot="16200000">
            <a:off x="-653709" y="383488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Deliverables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6AE9D-8B26-DC40-A121-71C5525A7BE8}"/>
              </a:ext>
            </a:extLst>
          </p:cNvPr>
          <p:cNvSpPr txBox="1"/>
          <p:nvPr/>
        </p:nvSpPr>
        <p:spPr>
          <a:xfrm>
            <a:off x="636776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Insights, Findings and Recommendations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1D17F9-0D7F-8E45-B5CA-42B904023E27}"/>
              </a:ext>
            </a:extLst>
          </p:cNvPr>
          <p:cNvSpPr txBox="1"/>
          <p:nvPr/>
        </p:nvSpPr>
        <p:spPr>
          <a:xfrm>
            <a:off x="3920246" y="3289071"/>
            <a:ext cx="1604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Playbook </a:t>
            </a:r>
            <a:r>
              <a:rPr lang="en-US" sz="1200" dirty="0"/>
              <a:t>:</a:t>
            </a:r>
          </a:p>
          <a:p>
            <a:pPr algn="ctr"/>
            <a:r>
              <a:rPr lang="en-US" sz="1200" dirty="0"/>
              <a:t>Programs and Implementation Plan</a:t>
            </a:r>
          </a:p>
          <a:p>
            <a:pPr algn="ctr"/>
            <a:endParaRPr lang="en-US" sz="1000" dirty="0">
              <a:latin typeface="Franklin Gothic Book" panose="020B0503020102020204" pitchFamily="34" charset="0"/>
            </a:endParaRPr>
          </a:p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Tools and Resources (Framework):</a:t>
            </a:r>
          </a:p>
          <a:p>
            <a:pPr algn="ctr"/>
            <a:r>
              <a:rPr lang="en-US" sz="1000" dirty="0">
                <a:latin typeface="Franklin Gothic Book" panose="020B0503020102020204" pitchFamily="34" charset="0"/>
              </a:rPr>
              <a:t>Programs, Processes, Training Materials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68DD71-3188-BA47-AEB7-42E34C61CC0F}"/>
              </a:ext>
            </a:extLst>
          </p:cNvPr>
          <p:cNvSpPr txBox="1"/>
          <p:nvPr/>
        </p:nvSpPr>
        <p:spPr>
          <a:xfrm>
            <a:off x="2215858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Vision-to-Value Roadmap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DB7FCF-5DE1-044A-8566-B28D6A001A91}"/>
              </a:ext>
            </a:extLst>
          </p:cNvPr>
          <p:cNvSpPr txBox="1"/>
          <p:nvPr/>
        </p:nvSpPr>
        <p:spPr>
          <a:xfrm>
            <a:off x="7213846" y="3747275"/>
            <a:ext cx="16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Benchmark Scorecard, KPIs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BD9024-4ABF-9341-B027-34B48CDD958F}"/>
              </a:ext>
            </a:extLst>
          </p:cNvPr>
          <p:cNvSpPr txBox="1"/>
          <p:nvPr/>
        </p:nvSpPr>
        <p:spPr>
          <a:xfrm>
            <a:off x="5524782" y="3707404"/>
            <a:ext cx="1604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Sustainability Program, Maturation Modeling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1E920-CB3E-F448-863E-42074B6331BE}"/>
              </a:ext>
            </a:extLst>
          </p:cNvPr>
          <p:cNvCxnSpPr>
            <a:cxnSpLocks/>
          </p:cNvCxnSpPr>
          <p:nvPr/>
        </p:nvCxnSpPr>
        <p:spPr>
          <a:xfrm>
            <a:off x="2236897" y="3455072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111472-8064-0A44-A784-213154FD1613}"/>
              </a:ext>
            </a:extLst>
          </p:cNvPr>
          <p:cNvCxnSpPr>
            <a:cxnSpLocks/>
          </p:cNvCxnSpPr>
          <p:nvPr/>
        </p:nvCxnSpPr>
        <p:spPr>
          <a:xfrm>
            <a:off x="5555555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23B14B-58BD-4F4B-B98B-13FFCD7F39B7}"/>
              </a:ext>
            </a:extLst>
          </p:cNvPr>
          <p:cNvCxnSpPr>
            <a:cxnSpLocks/>
          </p:cNvCxnSpPr>
          <p:nvPr/>
        </p:nvCxnSpPr>
        <p:spPr>
          <a:xfrm>
            <a:off x="3896226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DB2DEF-8348-B04A-AB3D-EBAD9E3FF155}"/>
              </a:ext>
            </a:extLst>
          </p:cNvPr>
          <p:cNvCxnSpPr>
            <a:cxnSpLocks/>
          </p:cNvCxnSpPr>
          <p:nvPr/>
        </p:nvCxnSpPr>
        <p:spPr>
          <a:xfrm>
            <a:off x="7214883" y="3451757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004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8EFEEEF8-72C8-FCC4-9287-A81514681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60" y="1191267"/>
            <a:ext cx="1009414" cy="6942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558FC-1E1E-3445-B627-B6AE46E889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53888"/>
          </a:xfrm>
        </p:spPr>
        <p:txBody>
          <a:bodyPr/>
          <a:lstStyle/>
          <a:p>
            <a:fld id="{B6F15528-21DE-4FAA-801E-634DDDAF4B2B}" type="slidenum">
              <a:rPr lang="en-US" sz="1000" smtClean="0">
                <a:latin typeface="Franklin Gothic Book" panose="020B0503020102020204" pitchFamily="34" charset="0"/>
              </a:rPr>
              <a:t>27</a:t>
            </a:fld>
            <a:endParaRPr lang="en-US" sz="10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7C12-D442-E74D-86E2-2FC4CD33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 State- Discovery and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537430" y="2383520"/>
            <a:ext cx="1827245" cy="110409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7CA32FF-EABB-244D-B51E-03E627718C53}"/>
              </a:ext>
            </a:extLst>
          </p:cNvPr>
          <p:cNvSpPr txBox="1">
            <a:spLocks/>
          </p:cNvSpPr>
          <p:nvPr/>
        </p:nvSpPr>
        <p:spPr>
          <a:xfrm>
            <a:off x="581870" y="2428274"/>
            <a:ext cx="1698798" cy="860492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Current State Benchmarking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Effectiveness Mapping  </a:t>
            </a:r>
            <a:r>
              <a:rPr lang="en-US" sz="6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*example of a heat map within appendices</a:t>
            </a:r>
            <a:endParaRPr lang="en-US" sz="900" i="1" dirty="0">
              <a:solidFill>
                <a:srgbClr val="B52372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Insights, Recommendations, and Outcomes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235865" y="2782885"/>
            <a:ext cx="1104098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535698" y="3635109"/>
            <a:ext cx="1827245" cy="123384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289892" y="4113531"/>
            <a:ext cx="1233846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0FDB204-7C28-AE4F-B2D3-5A51655213EB}"/>
              </a:ext>
            </a:extLst>
          </p:cNvPr>
          <p:cNvSpPr txBox="1">
            <a:spLocks/>
          </p:cNvSpPr>
          <p:nvPr/>
        </p:nvSpPr>
        <p:spPr>
          <a:xfrm>
            <a:off x="581870" y="3680066"/>
            <a:ext cx="1421188" cy="955390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See what may be holding you back from realizing full potential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Give you insights to how </a:t>
            </a:r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‘what the best do differently’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DDFB46CD-9ECA-5105-AFA4-F256F1126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77" y="664685"/>
            <a:ext cx="868680" cy="868680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4FD50-3EEB-18DF-69EA-81D6CC04178F}"/>
              </a:ext>
            </a:extLst>
          </p:cNvPr>
          <p:cNvSpPr txBox="1"/>
          <p:nvPr/>
        </p:nvSpPr>
        <p:spPr>
          <a:xfrm>
            <a:off x="333111" y="1654155"/>
            <a:ext cx="1734321" cy="52322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Current State – </a:t>
            </a:r>
          </a:p>
          <a:p>
            <a:pPr algn="ctr"/>
            <a:r>
              <a:rPr lang="en-US" sz="1400" b="1" dirty="0">
                <a:solidFill>
                  <a:srgbClr val="B5237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Discovery &amp;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F321C2-D7CB-A612-6608-AE415789C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43948">
            <a:off x="799790" y="827185"/>
            <a:ext cx="389764" cy="65304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F199D14-039B-A9E4-347A-AD617CA449EC}"/>
              </a:ext>
            </a:extLst>
          </p:cNvPr>
          <p:cNvGrpSpPr/>
          <p:nvPr/>
        </p:nvGrpSpPr>
        <p:grpSpPr>
          <a:xfrm>
            <a:off x="2634083" y="1805667"/>
            <a:ext cx="6448102" cy="2754823"/>
            <a:chOff x="214843" y="1182836"/>
            <a:chExt cx="11845960" cy="522116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66E8164-FEEF-1618-D886-566964784FCF}"/>
                </a:ext>
              </a:extLst>
            </p:cNvPr>
            <p:cNvGrpSpPr/>
            <p:nvPr/>
          </p:nvGrpSpPr>
          <p:grpSpPr>
            <a:xfrm>
              <a:off x="214843" y="1182836"/>
              <a:ext cx="11845960" cy="5221169"/>
              <a:chOff x="214843" y="1182836"/>
              <a:chExt cx="11845960" cy="5221169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3370582-9E53-8918-0C11-A79E88B8C7F6}"/>
                  </a:ext>
                </a:extLst>
              </p:cNvPr>
              <p:cNvGrpSpPr/>
              <p:nvPr/>
            </p:nvGrpSpPr>
            <p:grpSpPr>
              <a:xfrm>
                <a:off x="214843" y="1182836"/>
                <a:ext cx="11845960" cy="5221169"/>
                <a:chOff x="214842" y="1128451"/>
                <a:chExt cx="11845960" cy="5221169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03379510-3102-29D7-8574-F1D6331CEABE}"/>
                    </a:ext>
                  </a:extLst>
                </p:cNvPr>
                <p:cNvGrpSpPr/>
                <p:nvPr/>
              </p:nvGrpSpPr>
              <p:grpSpPr>
                <a:xfrm>
                  <a:off x="3873869" y="4589040"/>
                  <a:ext cx="4493626" cy="495827"/>
                  <a:chOff x="4166088" y="4618068"/>
                  <a:chExt cx="4493626" cy="495827"/>
                </a:xfrm>
              </p:grpSpPr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F2382AB5-C0E4-AD0F-4546-DB0008CF7518}"/>
                      </a:ext>
                    </a:extLst>
                  </p:cNvPr>
                  <p:cNvSpPr/>
                  <p:nvPr/>
                </p:nvSpPr>
                <p:spPr>
                  <a:xfrm>
                    <a:off x="4166088" y="4618068"/>
                    <a:ext cx="1249231" cy="495826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lvl="0" algn="ctr" defTabSz="914400">
                      <a:defRPr/>
                    </a:pPr>
                    <a:r>
                      <a:rPr lang="en-US" sz="1100" b="1" i="1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rPr>
                      <a:t>Internal </a:t>
                    </a:r>
                  </a:p>
                </p:txBody>
              </p: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318DC4F1-2523-86A1-0170-149C9368175A}"/>
                      </a:ext>
                    </a:extLst>
                  </p:cNvPr>
                  <p:cNvSpPr/>
                  <p:nvPr/>
                </p:nvSpPr>
                <p:spPr>
                  <a:xfrm>
                    <a:off x="7431095" y="4618070"/>
                    <a:ext cx="1228619" cy="495825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lvl="0" algn="ctr" defTabSz="914400">
                      <a:defRPr/>
                    </a:pPr>
                    <a:r>
                      <a:rPr lang="en-US" sz="1100" b="1" i="1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rPr>
                      <a:t>External</a:t>
                    </a: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8F3EDB00-F0E4-A500-8A6C-88AAE08979DA}"/>
                    </a:ext>
                  </a:extLst>
                </p:cNvPr>
                <p:cNvGrpSpPr/>
                <p:nvPr/>
              </p:nvGrpSpPr>
              <p:grpSpPr>
                <a:xfrm>
                  <a:off x="214842" y="1128451"/>
                  <a:ext cx="11845960" cy="5221169"/>
                  <a:chOff x="214842" y="1293551"/>
                  <a:chExt cx="11845960" cy="5221169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79087423-7F99-62A0-5C3B-018D7C3A7DAB}"/>
                      </a:ext>
                    </a:extLst>
                  </p:cNvPr>
                  <p:cNvGrpSpPr/>
                  <p:nvPr/>
                </p:nvGrpSpPr>
                <p:grpSpPr>
                  <a:xfrm>
                    <a:off x="2585579" y="1610589"/>
                    <a:ext cx="7068788" cy="3249218"/>
                    <a:chOff x="2585579" y="1610589"/>
                    <a:chExt cx="7068788" cy="3249218"/>
                  </a:xfrm>
                </p:grpSpPr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ADD61F81-7190-A05F-D324-1740FF2269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85579" y="1610589"/>
                      <a:ext cx="7068788" cy="3249218"/>
                      <a:chOff x="2585579" y="1610589"/>
                      <a:chExt cx="7068788" cy="3249218"/>
                    </a:xfrm>
                  </p:grpSpPr>
                  <p:grpSp>
                    <p:nvGrpSpPr>
                      <p:cNvPr id="68" name="Group 67">
                        <a:extLst>
                          <a:ext uri="{FF2B5EF4-FFF2-40B4-BE49-F238E27FC236}">
                            <a16:creationId xmlns:a16="http://schemas.microsoft.com/office/drawing/2014/main" id="{95B5B2B2-1A27-562C-3288-4ABBD1C6100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592477" y="1610589"/>
                        <a:ext cx="6042348" cy="3249218"/>
                        <a:chOff x="2592477" y="1610589"/>
                        <a:chExt cx="6042348" cy="3249218"/>
                      </a:xfrm>
                    </p:grpSpPr>
                    <p:grpSp>
                      <p:nvGrpSpPr>
                        <p:cNvPr id="84" name="Group 83">
                          <a:extLst>
                            <a:ext uri="{FF2B5EF4-FFF2-40B4-BE49-F238E27FC236}">
                              <a16:creationId xmlns:a16="http://schemas.microsoft.com/office/drawing/2014/main" id="{773791B9-81CF-948D-E553-B811DEE4E7E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927853" y="3306021"/>
                          <a:ext cx="3142747" cy="1553786"/>
                          <a:chOff x="2927853" y="3306021"/>
                          <a:chExt cx="3142747" cy="1553786"/>
                        </a:xfrm>
                      </p:grpSpPr>
                      <p:sp>
                        <p:nvSpPr>
                          <p:cNvPr id="92" name="Rectangle 91">
                            <a:extLst>
                              <a:ext uri="{FF2B5EF4-FFF2-40B4-BE49-F238E27FC236}">
                                <a16:creationId xmlns:a16="http://schemas.microsoft.com/office/drawing/2014/main" id="{837D86C0-F009-E18E-1E1E-442A358969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927853" y="3306021"/>
                            <a:ext cx="3142747" cy="1553786"/>
                          </a:xfrm>
                          <a:prstGeom prst="rect">
                            <a:avLst/>
                          </a:prstGeom>
                          <a:solidFill>
                            <a:srgbClr val="B52372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>
                              <a:solidFill>
                                <a:schemeClr val="bg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94" name="TextBox 93">
                            <a:extLst>
                              <a:ext uri="{FF2B5EF4-FFF2-40B4-BE49-F238E27FC236}">
                                <a16:creationId xmlns:a16="http://schemas.microsoft.com/office/drawing/2014/main" id="{61860B32-C4FE-4B5C-6654-DAC412AEBA5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309861" y="3878751"/>
                            <a:ext cx="339374" cy="408328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 anchor="ctr">
                            <a:spAutoFit/>
                          </a:bodyPr>
                          <a:lstStyle/>
                          <a:p>
                            <a:endParaRPr lang="en-US" sz="800" b="1" dirty="0">
                              <a:solidFill>
                                <a:schemeClr val="bg2"/>
                              </a:solidFill>
                              <a:latin typeface="Franklin Gothic Book" panose="020B0503020102020204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85" name="Group 84">
                          <a:extLst>
                            <a:ext uri="{FF2B5EF4-FFF2-40B4-BE49-F238E27FC236}">
                              <a16:creationId xmlns:a16="http://schemas.microsoft.com/office/drawing/2014/main" id="{40DE31C1-0ED1-FA6C-2A39-43EBC6DECD2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592477" y="1610589"/>
                          <a:ext cx="6042348" cy="1579187"/>
                          <a:chOff x="2592477" y="1610589"/>
                          <a:chExt cx="6042348" cy="1579187"/>
                        </a:xfrm>
                      </p:grpSpPr>
                      <p:sp>
                        <p:nvSpPr>
                          <p:cNvPr id="86" name="Rectangle 85">
                            <a:extLst>
                              <a:ext uri="{FF2B5EF4-FFF2-40B4-BE49-F238E27FC236}">
                                <a16:creationId xmlns:a16="http://schemas.microsoft.com/office/drawing/2014/main" id="{3FCD14E6-BC08-D324-C2E2-C76409A80E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927852" y="1610589"/>
                            <a:ext cx="3142747" cy="1579187"/>
                          </a:xfrm>
                          <a:prstGeom prst="rect">
                            <a:avLst/>
                          </a:prstGeom>
                          <a:solidFill>
                            <a:srgbClr val="B52372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grpSp>
                        <p:nvGrpSpPr>
                          <p:cNvPr id="87" name="Group 86">
                            <a:extLst>
                              <a:ext uri="{FF2B5EF4-FFF2-40B4-BE49-F238E27FC236}">
                                <a16:creationId xmlns:a16="http://schemas.microsoft.com/office/drawing/2014/main" id="{888889F9-6E97-4F49-16E0-037705AA8A7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592477" y="1892119"/>
                            <a:ext cx="6042348" cy="845831"/>
                            <a:chOff x="2567965" y="2498093"/>
                            <a:chExt cx="6042348" cy="845831"/>
                          </a:xfrm>
                        </p:grpSpPr>
                        <p:sp>
                          <p:nvSpPr>
                            <p:cNvPr id="90" name="Hexagon 3">
                              <a:extLst>
                                <a:ext uri="{FF2B5EF4-FFF2-40B4-BE49-F238E27FC236}">
                                  <a16:creationId xmlns:a16="http://schemas.microsoft.com/office/drawing/2014/main" id="{E6CC9933-8F98-DA94-94B0-81EDF0CCEAB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567965" y="2683535"/>
                              <a:ext cx="654945" cy="660389"/>
                            </a:xfrm>
                            <a:prstGeom prst="ellipse">
                              <a:avLst/>
                            </a:prstGeom>
                            <a:solidFill>
                              <a:srgbClr val="D51067"/>
                            </a:solidFill>
                            <a:ln w="19050">
                              <a:solidFill>
                                <a:schemeClr val="bg1"/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marL="0" marR="0" lvl="0" indent="0" algn="ctr" defTabSz="4572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8" name="TextBox 87">
                              <a:extLst>
                                <a:ext uri="{FF2B5EF4-FFF2-40B4-BE49-F238E27FC236}">
                                  <a16:creationId xmlns:a16="http://schemas.microsoft.com/office/drawing/2014/main" id="{D1B8EDEF-632F-16CA-E58E-A09C9018212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010635" y="2498093"/>
                              <a:ext cx="1599678" cy="40832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 anchor="ctr">
                              <a:spAutoFit/>
                            </a:bodyPr>
                            <a:lstStyle/>
                            <a:p>
                              <a:r>
                                <a:rPr lang="en-US" sz="8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Market Analysis</a:t>
                              </a:r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69" name="Group 68">
                        <a:extLst>
                          <a:ext uri="{FF2B5EF4-FFF2-40B4-BE49-F238E27FC236}">
                            <a16:creationId xmlns:a16="http://schemas.microsoft.com/office/drawing/2014/main" id="{CBDA7BC5-3A7A-93F3-421C-FA25CDBB65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585579" y="1610590"/>
                        <a:ext cx="7068788" cy="3249217"/>
                        <a:chOff x="2585579" y="1610590"/>
                        <a:chExt cx="7068788" cy="3249217"/>
                      </a:xfrm>
                    </p:grpSpPr>
                    <p:grpSp>
                      <p:nvGrpSpPr>
                        <p:cNvPr id="70" name="Group 69">
                          <a:extLst>
                            <a:ext uri="{FF2B5EF4-FFF2-40B4-BE49-F238E27FC236}">
                              <a16:creationId xmlns:a16="http://schemas.microsoft.com/office/drawing/2014/main" id="{71AAEC0E-29FA-E30B-9070-E31E25CB7CB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585579" y="3306021"/>
                          <a:ext cx="6740371" cy="1553786"/>
                          <a:chOff x="2561067" y="3911995"/>
                          <a:chExt cx="6740371" cy="1553786"/>
                        </a:xfrm>
                      </p:grpSpPr>
                      <p:sp>
                        <p:nvSpPr>
                          <p:cNvPr id="78" name="Rectangle 77">
                            <a:extLst>
                              <a:ext uri="{FF2B5EF4-FFF2-40B4-BE49-F238E27FC236}">
                                <a16:creationId xmlns:a16="http://schemas.microsoft.com/office/drawing/2014/main" id="{A068042D-49C0-757D-D930-C01B30A439C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148487" y="3911995"/>
                            <a:ext cx="3152951" cy="1553786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5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grpSp>
                        <p:nvGrpSpPr>
                          <p:cNvPr id="79" name="Group 78">
                            <a:extLst>
                              <a:ext uri="{FF2B5EF4-FFF2-40B4-BE49-F238E27FC236}">
                                <a16:creationId xmlns:a16="http://schemas.microsoft.com/office/drawing/2014/main" id="{6C93820B-DC62-6784-9141-CC1244582FD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561067" y="4295718"/>
                            <a:ext cx="6398096" cy="772332"/>
                            <a:chOff x="2561067" y="4262008"/>
                            <a:chExt cx="6398096" cy="772332"/>
                          </a:xfrm>
                        </p:grpSpPr>
                        <p:sp>
                          <p:nvSpPr>
                            <p:cNvPr id="80" name="TextBox 79">
                              <a:extLst>
                                <a:ext uri="{FF2B5EF4-FFF2-40B4-BE49-F238E27FC236}">
                                  <a16:creationId xmlns:a16="http://schemas.microsoft.com/office/drawing/2014/main" id="{90D6B1BE-0151-2EC6-5187-06E9A64A832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391878" y="4276018"/>
                              <a:ext cx="1567285" cy="75832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 anchor="ctr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Aspirational </a:t>
                              </a:r>
                            </a:p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Customer</a:t>
                              </a:r>
                            </a:p>
                          </p:txBody>
                        </p:sp>
                        <p:sp>
                          <p:nvSpPr>
                            <p:cNvPr id="82" name="Hexagon 3">
                              <a:extLst>
                                <a:ext uri="{FF2B5EF4-FFF2-40B4-BE49-F238E27FC236}">
                                  <a16:creationId xmlns:a16="http://schemas.microsoft.com/office/drawing/2014/main" id="{08618974-0815-2806-3FA2-428EF8ED4A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561067" y="4262008"/>
                              <a:ext cx="660440" cy="665927"/>
                            </a:xfrm>
                            <a:prstGeom prst="ellipse">
                              <a:avLst/>
                            </a:prstGeom>
                            <a:solidFill>
                              <a:srgbClr val="D51067"/>
                            </a:solidFill>
                            <a:ln w="19050">
                              <a:solidFill>
                                <a:schemeClr val="bg1"/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marL="0" marR="0" lvl="0" indent="0" algn="ctr" defTabSz="4572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71" name="Group 70">
                          <a:extLst>
                            <a:ext uri="{FF2B5EF4-FFF2-40B4-BE49-F238E27FC236}">
                              <a16:creationId xmlns:a16="http://schemas.microsoft.com/office/drawing/2014/main" id="{A5B42A7A-B4C5-729D-22A1-77CF26133DD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119605" y="1610590"/>
                          <a:ext cx="6534762" cy="2861324"/>
                          <a:chOff x="3095093" y="2216564"/>
                          <a:chExt cx="6534762" cy="2861324"/>
                        </a:xfrm>
                      </p:grpSpPr>
                      <p:sp>
                        <p:nvSpPr>
                          <p:cNvPr id="72" name="Rectangle 71">
                            <a:extLst>
                              <a:ext uri="{FF2B5EF4-FFF2-40B4-BE49-F238E27FC236}">
                                <a16:creationId xmlns:a16="http://schemas.microsoft.com/office/drawing/2014/main" id="{69F63949-EDDF-6E45-9964-3B00C34B44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147687" y="2216564"/>
                            <a:ext cx="3153752" cy="1579185"/>
                          </a:xfrm>
                          <a:prstGeom prst="rect">
                            <a:avLst/>
                          </a:prstGeom>
                          <a:solidFill>
                            <a:schemeClr val="bg1">
                              <a:lumMod val="50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grpSp>
                        <p:nvGrpSpPr>
                          <p:cNvPr id="73" name="Group 72">
                            <a:extLst>
                              <a:ext uri="{FF2B5EF4-FFF2-40B4-BE49-F238E27FC236}">
                                <a16:creationId xmlns:a16="http://schemas.microsoft.com/office/drawing/2014/main" id="{D8688367-CE4B-F2AE-37B2-1DC8A704A3D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095093" y="2673193"/>
                            <a:ext cx="6534762" cy="2404695"/>
                            <a:chOff x="3095093" y="2738209"/>
                            <a:chExt cx="6534762" cy="2404695"/>
                          </a:xfrm>
                        </p:grpSpPr>
                        <p:sp>
                          <p:nvSpPr>
                            <p:cNvPr id="74" name="TextBox 73">
                              <a:extLst>
                                <a:ext uri="{FF2B5EF4-FFF2-40B4-BE49-F238E27FC236}">
                                  <a16:creationId xmlns:a16="http://schemas.microsoft.com/office/drawing/2014/main" id="{F5E4DFFF-0E32-F922-96EC-929F2D7223B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3095093" y="4384582"/>
                              <a:ext cx="2156267" cy="75832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 anchor="ctr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Current Customer </a:t>
                              </a:r>
                            </a:p>
                            <a:p>
                              <a:pPr algn="r"/>
                              <a:r>
                                <a:rPr lang="en-US" sz="1000" b="1" dirty="0">
                                  <a:solidFill>
                                    <a:schemeClr val="bg1"/>
                                  </a:solidFill>
                                  <a:latin typeface="Franklin Gothic Book" panose="020B0503020102020204" pitchFamily="34" charset="0"/>
                                </a:rPr>
                                <a:t>Engagement</a:t>
                              </a:r>
                            </a:p>
                          </p:txBody>
                        </p:sp>
                        <p:sp>
                          <p:nvSpPr>
                            <p:cNvPr id="76" name="Hexagon 3">
                              <a:extLst>
                                <a:ext uri="{FF2B5EF4-FFF2-40B4-BE49-F238E27FC236}">
                                  <a16:creationId xmlns:a16="http://schemas.microsoft.com/office/drawing/2014/main" id="{68E95835-30EF-A87F-1033-33A1FC6664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69414" y="2738209"/>
                              <a:ext cx="660441" cy="665925"/>
                            </a:xfrm>
                            <a:prstGeom prst="ellipse">
                              <a:avLst/>
                            </a:prstGeom>
                            <a:solidFill>
                              <a:schemeClr val="bg1">
                                <a:lumMod val="75000"/>
                              </a:schemeClr>
                            </a:solidFill>
                            <a:ln w="19050">
                              <a:solidFill>
                                <a:schemeClr val="bg1"/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lt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marL="0" marR="0" lvl="0" indent="0" algn="ctr" defTabSz="4572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E3C4C84D-DADD-2DDB-6750-9F4D5D97AC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4871" y="1961748"/>
                      <a:ext cx="2556160" cy="2572302"/>
                      <a:chOff x="4820359" y="2567722"/>
                      <a:chExt cx="2556160" cy="2572302"/>
                    </a:xfrm>
                  </p:grpSpPr>
                  <p:grpSp>
                    <p:nvGrpSpPr>
                      <p:cNvPr id="56" name="Group 55">
                        <a:extLst>
                          <a:ext uri="{FF2B5EF4-FFF2-40B4-BE49-F238E27FC236}">
                            <a16:creationId xmlns:a16="http://schemas.microsoft.com/office/drawing/2014/main" id="{227D81B3-AD69-F286-6E16-F710AE6AC91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820359" y="2567722"/>
                        <a:ext cx="2556160" cy="2572302"/>
                        <a:chOff x="4596712" y="2110121"/>
                        <a:chExt cx="2621204" cy="2637758"/>
                      </a:xfrm>
                    </p:grpSpPr>
                    <p:grpSp>
                      <p:nvGrpSpPr>
                        <p:cNvPr id="62" name="Group 61">
                          <a:extLst>
                            <a:ext uri="{FF2B5EF4-FFF2-40B4-BE49-F238E27FC236}">
                              <a16:creationId xmlns:a16="http://schemas.microsoft.com/office/drawing/2014/main" id="{27DA5B06-8B15-AE40-2BE3-92B22E1EE7D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596712" y="2110121"/>
                          <a:ext cx="2621204" cy="2637758"/>
                          <a:chOff x="4596712" y="2110121"/>
                          <a:chExt cx="2621204" cy="2637758"/>
                        </a:xfrm>
                      </p:grpSpPr>
                      <p:sp>
                        <p:nvSpPr>
                          <p:cNvPr id="64" name="Freeform: Shape 32">
                            <a:extLst>
                              <a:ext uri="{FF2B5EF4-FFF2-40B4-BE49-F238E27FC236}">
                                <a16:creationId xmlns:a16="http://schemas.microsoft.com/office/drawing/2014/main" id="{3C72AD8B-C75A-2A7F-C8DE-7786F3E2FE7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58636" y="3488600"/>
                            <a:ext cx="1259280" cy="1259278"/>
                          </a:xfrm>
                          <a:custGeom>
                            <a:avLst/>
                            <a:gdLst>
                              <a:gd name="connsiteX0" fmla="*/ 900671 w 1259280"/>
                              <a:gd name="connsiteY0" fmla="*/ 0 h 1259278"/>
                              <a:gd name="connsiteX1" fmla="*/ 1259280 w 1259280"/>
                              <a:gd name="connsiteY1" fmla="*/ 0 h 1259278"/>
                              <a:gd name="connsiteX2" fmla="*/ 1255092 w 1259280"/>
                              <a:gd name="connsiteY2" fmla="*/ 82944 h 1259278"/>
                              <a:gd name="connsiteX3" fmla="*/ 82944 w 1259280"/>
                              <a:gd name="connsiteY3" fmla="*/ 1255090 h 1259278"/>
                              <a:gd name="connsiteX4" fmla="*/ 0 w 1259280"/>
                              <a:gd name="connsiteY4" fmla="*/ 1259278 h 1259278"/>
                              <a:gd name="connsiteX5" fmla="*/ 0 w 1259280"/>
                              <a:gd name="connsiteY5" fmla="*/ 900671 h 1259278"/>
                              <a:gd name="connsiteX6" fmla="*/ 46277 w 1259280"/>
                              <a:gd name="connsiteY6" fmla="*/ 898333 h 1259278"/>
                              <a:gd name="connsiteX7" fmla="*/ 898334 w 1259280"/>
                              <a:gd name="connsiteY7" fmla="*/ 46278 h 1259278"/>
                              <a:gd name="connsiteX8" fmla="*/ 900671 w 1259280"/>
                              <a:gd name="connsiteY8" fmla="*/ 0 h 125927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80" h="1259278">
                                <a:moveTo>
                                  <a:pt x="900671" y="0"/>
                                </a:moveTo>
                                <a:lnTo>
                                  <a:pt x="1259280" y="0"/>
                                </a:lnTo>
                                <a:lnTo>
                                  <a:pt x="1255092" y="82944"/>
                                </a:lnTo>
                                <a:cubicBezTo>
                                  <a:pt x="1192327" y="700983"/>
                                  <a:pt x="700985" y="1192325"/>
                                  <a:pt x="82944" y="1255090"/>
                                </a:cubicBezTo>
                                <a:lnTo>
                                  <a:pt x="0" y="1259278"/>
                                </a:lnTo>
                                <a:lnTo>
                                  <a:pt x="0" y="900671"/>
                                </a:lnTo>
                                <a:lnTo>
                                  <a:pt x="46277" y="898333"/>
                                </a:lnTo>
                                <a:cubicBezTo>
                                  <a:pt x="495543" y="852708"/>
                                  <a:pt x="852708" y="495543"/>
                                  <a:pt x="898334" y="46278"/>
                                </a:cubicBezTo>
                                <a:lnTo>
                                  <a:pt x="900671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65" name="Freeform: Shape 33">
                            <a:extLst>
                              <a:ext uri="{FF2B5EF4-FFF2-40B4-BE49-F238E27FC236}">
                                <a16:creationId xmlns:a16="http://schemas.microsoft.com/office/drawing/2014/main" id="{E92E64F8-031E-108A-93F5-E56A4949BE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96712" y="3488600"/>
                            <a:ext cx="1259277" cy="1259279"/>
                          </a:xfrm>
                          <a:custGeom>
                            <a:avLst/>
                            <a:gdLst>
                              <a:gd name="connsiteX0" fmla="*/ 0 w 1259277"/>
                              <a:gd name="connsiteY0" fmla="*/ 0 h 1259279"/>
                              <a:gd name="connsiteX1" fmla="*/ 358607 w 1259277"/>
                              <a:gd name="connsiteY1" fmla="*/ 0 h 1259279"/>
                              <a:gd name="connsiteX2" fmla="*/ 360943 w 1259277"/>
                              <a:gd name="connsiteY2" fmla="*/ 46278 h 1259279"/>
                              <a:gd name="connsiteX3" fmla="*/ 1212999 w 1259277"/>
                              <a:gd name="connsiteY3" fmla="*/ 898334 h 1259279"/>
                              <a:gd name="connsiteX4" fmla="*/ 1259277 w 1259277"/>
                              <a:gd name="connsiteY4" fmla="*/ 900672 h 1259279"/>
                              <a:gd name="connsiteX5" fmla="*/ 1259277 w 1259277"/>
                              <a:gd name="connsiteY5" fmla="*/ 1259279 h 1259279"/>
                              <a:gd name="connsiteX6" fmla="*/ 1176335 w 1259277"/>
                              <a:gd name="connsiteY6" fmla="*/ 1255091 h 1259279"/>
                              <a:gd name="connsiteX7" fmla="*/ 4187 w 1259277"/>
                              <a:gd name="connsiteY7" fmla="*/ 82944 h 1259279"/>
                              <a:gd name="connsiteX8" fmla="*/ 0 w 1259277"/>
                              <a:gd name="connsiteY8" fmla="*/ 0 h 125927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77" h="1259279">
                                <a:moveTo>
                                  <a:pt x="0" y="0"/>
                                </a:moveTo>
                                <a:lnTo>
                                  <a:pt x="358607" y="0"/>
                                </a:lnTo>
                                <a:lnTo>
                                  <a:pt x="360943" y="46278"/>
                                </a:lnTo>
                                <a:cubicBezTo>
                                  <a:pt x="406568" y="495544"/>
                                  <a:pt x="763734" y="852709"/>
                                  <a:pt x="1212999" y="898334"/>
                                </a:cubicBezTo>
                                <a:lnTo>
                                  <a:pt x="1259277" y="900672"/>
                                </a:lnTo>
                                <a:lnTo>
                                  <a:pt x="1259277" y="1259279"/>
                                </a:lnTo>
                                <a:lnTo>
                                  <a:pt x="1176335" y="1255091"/>
                                </a:lnTo>
                                <a:cubicBezTo>
                                  <a:pt x="558295" y="1192326"/>
                                  <a:pt x="66954" y="700985"/>
                                  <a:pt x="4187" y="82944"/>
                                </a:cubicBez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D51067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66" name="Freeform: Shape 34">
                            <a:extLst>
                              <a:ext uri="{FF2B5EF4-FFF2-40B4-BE49-F238E27FC236}">
                                <a16:creationId xmlns:a16="http://schemas.microsoft.com/office/drawing/2014/main" id="{8CE5B724-7EE6-BB40-F859-9AA64E7E6A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58636" y="2110121"/>
                            <a:ext cx="1259280" cy="1259278"/>
                          </a:xfrm>
                          <a:custGeom>
                            <a:avLst/>
                            <a:gdLst>
                              <a:gd name="connsiteX0" fmla="*/ 0 w 1259280"/>
                              <a:gd name="connsiteY0" fmla="*/ 0 h 1259278"/>
                              <a:gd name="connsiteX1" fmla="*/ 82944 w 1259280"/>
                              <a:gd name="connsiteY1" fmla="*/ 4187 h 1259278"/>
                              <a:gd name="connsiteX2" fmla="*/ 1255092 w 1259280"/>
                              <a:gd name="connsiteY2" fmla="*/ 1176335 h 1259278"/>
                              <a:gd name="connsiteX3" fmla="*/ 1259280 w 1259280"/>
                              <a:gd name="connsiteY3" fmla="*/ 1259278 h 1259278"/>
                              <a:gd name="connsiteX4" fmla="*/ 900671 w 1259280"/>
                              <a:gd name="connsiteY4" fmla="*/ 1259278 h 1259278"/>
                              <a:gd name="connsiteX5" fmla="*/ 898334 w 1259280"/>
                              <a:gd name="connsiteY5" fmla="*/ 1213000 h 1259278"/>
                              <a:gd name="connsiteX6" fmla="*/ 46277 w 1259280"/>
                              <a:gd name="connsiteY6" fmla="*/ 360944 h 1259278"/>
                              <a:gd name="connsiteX7" fmla="*/ 0 w 1259280"/>
                              <a:gd name="connsiteY7" fmla="*/ 358608 h 1259278"/>
                              <a:gd name="connsiteX8" fmla="*/ 0 w 1259280"/>
                              <a:gd name="connsiteY8" fmla="*/ 0 h 125927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80" h="1259278">
                                <a:moveTo>
                                  <a:pt x="0" y="0"/>
                                </a:moveTo>
                                <a:lnTo>
                                  <a:pt x="82944" y="4187"/>
                                </a:lnTo>
                                <a:cubicBezTo>
                                  <a:pt x="700985" y="66954"/>
                                  <a:pt x="1192327" y="558295"/>
                                  <a:pt x="1255092" y="1176335"/>
                                </a:cubicBezTo>
                                <a:lnTo>
                                  <a:pt x="1259280" y="1259278"/>
                                </a:lnTo>
                                <a:lnTo>
                                  <a:pt x="900671" y="1259278"/>
                                </a:lnTo>
                                <a:lnTo>
                                  <a:pt x="898334" y="1213000"/>
                                </a:lnTo>
                                <a:cubicBezTo>
                                  <a:pt x="852708" y="763735"/>
                                  <a:pt x="495543" y="406569"/>
                                  <a:pt x="46277" y="360944"/>
                                </a:cubicBezTo>
                                <a:lnTo>
                                  <a:pt x="0" y="358608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bg1">
                              <a:lumMod val="95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67" name="Freeform: Shape 35">
                            <a:extLst>
                              <a:ext uri="{FF2B5EF4-FFF2-40B4-BE49-F238E27FC236}">
                                <a16:creationId xmlns:a16="http://schemas.microsoft.com/office/drawing/2014/main" id="{25CA91EB-B71E-B555-A85F-FCEC10A32F3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96712" y="2110122"/>
                            <a:ext cx="1259277" cy="1259277"/>
                          </a:xfrm>
                          <a:custGeom>
                            <a:avLst/>
                            <a:gdLst>
                              <a:gd name="connsiteX0" fmla="*/ 1259277 w 1259277"/>
                              <a:gd name="connsiteY0" fmla="*/ 0 h 1259277"/>
                              <a:gd name="connsiteX1" fmla="*/ 1259277 w 1259277"/>
                              <a:gd name="connsiteY1" fmla="*/ 358608 h 1259277"/>
                              <a:gd name="connsiteX2" fmla="*/ 1212999 w 1259277"/>
                              <a:gd name="connsiteY2" fmla="*/ 360944 h 1259277"/>
                              <a:gd name="connsiteX3" fmla="*/ 360943 w 1259277"/>
                              <a:gd name="connsiteY3" fmla="*/ 1213000 h 1259277"/>
                              <a:gd name="connsiteX4" fmla="*/ 358607 w 1259277"/>
                              <a:gd name="connsiteY4" fmla="*/ 1259277 h 1259277"/>
                              <a:gd name="connsiteX5" fmla="*/ 0 w 1259277"/>
                              <a:gd name="connsiteY5" fmla="*/ 1259277 h 1259277"/>
                              <a:gd name="connsiteX6" fmla="*/ 4187 w 1259277"/>
                              <a:gd name="connsiteY6" fmla="*/ 1176335 h 1259277"/>
                              <a:gd name="connsiteX7" fmla="*/ 1176335 w 1259277"/>
                              <a:gd name="connsiteY7" fmla="*/ 4187 h 1259277"/>
                              <a:gd name="connsiteX8" fmla="*/ 1259277 w 1259277"/>
                              <a:gd name="connsiteY8" fmla="*/ 0 h 125927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59277" h="1259277">
                                <a:moveTo>
                                  <a:pt x="1259277" y="0"/>
                                </a:moveTo>
                                <a:lnTo>
                                  <a:pt x="1259277" y="358608"/>
                                </a:lnTo>
                                <a:lnTo>
                                  <a:pt x="1212999" y="360944"/>
                                </a:lnTo>
                                <a:cubicBezTo>
                                  <a:pt x="763734" y="406569"/>
                                  <a:pt x="406568" y="763735"/>
                                  <a:pt x="360943" y="1213000"/>
                                </a:cubicBezTo>
                                <a:lnTo>
                                  <a:pt x="358607" y="1259277"/>
                                </a:lnTo>
                                <a:lnTo>
                                  <a:pt x="0" y="1259277"/>
                                </a:lnTo>
                                <a:lnTo>
                                  <a:pt x="4187" y="1176335"/>
                                </a:lnTo>
                                <a:cubicBezTo>
                                  <a:pt x="66954" y="558295"/>
                                  <a:pt x="558295" y="66954"/>
                                  <a:pt x="1176335" y="4187"/>
                                </a:cubicBezTo>
                                <a:lnTo>
                                  <a:pt x="1259277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D51067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wrap="square" rtlCol="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lt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/>
                            <a:endParaRPr lang="en-US" dirty="0"/>
                          </a:p>
                        </p:txBody>
                      </p:sp>
                    </p:grpSp>
                    <p:sp>
                      <p:nvSpPr>
                        <p:cNvPr id="63" name="Oval 62">
                          <a:extLst>
                            <a:ext uri="{FF2B5EF4-FFF2-40B4-BE49-F238E27FC236}">
                              <a16:creationId xmlns:a16="http://schemas.microsoft.com/office/drawing/2014/main" id="{B2839DAA-38EA-7AFF-302A-5B1F34FB08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67001" y="2288687"/>
                          <a:ext cx="2280627" cy="2280626"/>
                        </a:xfrm>
                        <a:prstGeom prst="ellipse">
                          <a:avLst/>
                        </a:prstGeom>
                        <a:solidFill>
                          <a:schemeClr val="bg1">
                            <a:lumMod val="65000"/>
                            <a:alpha val="29804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58" name="Oval 57">
                        <a:extLst>
                          <a:ext uri="{FF2B5EF4-FFF2-40B4-BE49-F238E27FC236}">
                            <a16:creationId xmlns:a16="http://schemas.microsoft.com/office/drawing/2014/main" id="{F65078D6-E3D5-7F51-18D4-5D9BD09FDD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57054" y="2912489"/>
                        <a:ext cx="1882769" cy="1882769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n-US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en-US" dirty="0"/>
                      </a:p>
                    </p:txBody>
                  </p:sp>
                </p:grpSp>
              </p:grp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C455EE9B-9B17-9926-F2D7-C2C0B105F89C}"/>
                      </a:ext>
                    </a:extLst>
                  </p:cNvPr>
                  <p:cNvGrpSpPr/>
                  <p:nvPr/>
                </p:nvGrpSpPr>
                <p:grpSpPr>
                  <a:xfrm>
                    <a:off x="214842" y="1293551"/>
                    <a:ext cx="11845960" cy="5221169"/>
                    <a:chOff x="176741" y="1899525"/>
                    <a:chExt cx="11845960" cy="5221168"/>
                  </a:xfrm>
                </p:grpSpPr>
                <p:grpSp>
                  <p:nvGrpSpPr>
                    <p:cNvPr id="48" name="Group 47">
                      <a:extLst>
                        <a:ext uri="{FF2B5EF4-FFF2-40B4-BE49-F238E27FC236}">
                          <a16:creationId xmlns:a16="http://schemas.microsoft.com/office/drawing/2014/main" id="{7F4E0AB4-27BC-0668-BA22-1DD3D57DAE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6741" y="2225924"/>
                      <a:ext cx="2766600" cy="4894769"/>
                      <a:chOff x="176741" y="2225924"/>
                      <a:chExt cx="2766600" cy="4894769"/>
                    </a:xfrm>
                  </p:grpSpPr>
                  <p:sp>
                    <p:nvSpPr>
                      <p:cNvPr id="52" name="Rectangle 51">
                        <a:extLst>
                          <a:ext uri="{FF2B5EF4-FFF2-40B4-BE49-F238E27FC236}">
                            <a16:creationId xmlns:a16="http://schemas.microsoft.com/office/drawing/2014/main" id="{14F611F5-A5C5-1B4C-CD99-F9F4D8024B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1594" y="2225924"/>
                        <a:ext cx="2255586" cy="1224980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Strategy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Future Vision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Alignment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Competencies</a:t>
                        </a:r>
                      </a:p>
                    </p:txBody>
                  </p:sp>
                  <p:sp>
                    <p:nvSpPr>
                      <p:cNvPr id="53" name="Rectangle 52">
                        <a:extLst>
                          <a:ext uri="{FF2B5EF4-FFF2-40B4-BE49-F238E27FC236}">
                            <a16:creationId xmlns:a16="http://schemas.microsoft.com/office/drawing/2014/main" id="{BAE1B229-852C-4FF1-66E6-9875A5C3EA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6741" y="3795749"/>
                        <a:ext cx="2766600" cy="3324944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Current Customer Segmentation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Current Customer Experiences by segment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Value Proposition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Processes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Systems</a:t>
                        </a:r>
                      </a:p>
                      <a:p>
                        <a:pPr lvl="0" defTabSz="914400">
                          <a:defRPr/>
                        </a:pPr>
                        <a:endParaRPr lang="en-US" sz="9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lvl="0" defTabSz="914400"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Within all customer- facing disciplines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endParaRPr lang="en-US" sz="9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88B0B472-8797-AE48-EC88-1B7278206F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63420" y="1899525"/>
                      <a:ext cx="2359281" cy="4326466"/>
                      <a:chOff x="9663420" y="1899525"/>
                      <a:chExt cx="2359281" cy="4326466"/>
                    </a:xfrm>
                  </p:grpSpPr>
                  <p:sp>
                    <p:nvSpPr>
                      <p:cNvPr id="50" name="Rectangle 49">
                        <a:extLst>
                          <a:ext uri="{FF2B5EF4-FFF2-40B4-BE49-F238E27FC236}">
                            <a16:creationId xmlns:a16="http://schemas.microsoft.com/office/drawing/2014/main" id="{E740E593-FC2D-46A4-6E2B-82C475E2B2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63420" y="1899525"/>
                        <a:ext cx="2359281" cy="201246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Strengths, Weaknesses, Opportunities, Threats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Economic Overlay (PEST)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Trends</a:t>
                        </a:r>
                      </a:p>
                    </p:txBody>
                  </p:sp>
                  <p:sp>
                    <p:nvSpPr>
                      <p:cNvPr id="51" name="Rectangle 50">
                        <a:extLst>
                          <a:ext uri="{FF2B5EF4-FFF2-40B4-BE49-F238E27FC236}">
                            <a16:creationId xmlns:a16="http://schemas.microsoft.com/office/drawing/2014/main" id="{C4E5B3E5-C5EF-E3A7-4BF4-3913FFCAB1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1066" y="4213525"/>
                        <a:ext cx="2108769" cy="2012466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New customer acquisition plans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r>
                          <a:rPr lang="en-US" sz="9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Potential Customer Segments</a:t>
                        </a:r>
                      </a:p>
                      <a:p>
                        <a:pPr marL="182880" lvl="0" indent="-182880" defTabSz="914400">
                          <a:buFont typeface="Arial" pitchFamily="34" charset="0"/>
                          <a:buChar char="•"/>
                          <a:defRPr/>
                        </a:pPr>
                        <a:endParaRPr lang="en-US" sz="9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</p:grp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626A003-6646-E604-A05A-B0B03D974B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17430" y="3778425"/>
                <a:ext cx="0" cy="1397767"/>
              </a:xfrm>
              <a:prstGeom prst="line">
                <a:avLst/>
              </a:prstGeom>
              <a:ln>
                <a:solidFill>
                  <a:schemeClr val="bg2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2809B28-337B-AF4F-0563-3F5F16471504}"/>
                </a:ext>
              </a:extLst>
            </p:cNvPr>
            <p:cNvCxnSpPr>
              <a:cxnSpLocks/>
            </p:cNvCxnSpPr>
            <p:nvPr/>
          </p:nvCxnSpPr>
          <p:spPr>
            <a:xfrm>
              <a:off x="5830325" y="5176192"/>
              <a:ext cx="574211" cy="0"/>
            </a:xfrm>
            <a:prstGeom prst="line">
              <a:avLst/>
            </a:prstGeom>
            <a:ln>
              <a:solidFill>
                <a:schemeClr val="bg2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C9F7CD0-B3C6-19BB-A570-EA29E122737C}"/>
              </a:ext>
            </a:extLst>
          </p:cNvPr>
          <p:cNvSpPr txBox="1"/>
          <p:nvPr/>
        </p:nvSpPr>
        <p:spPr>
          <a:xfrm>
            <a:off x="6362463" y="2183078"/>
            <a:ext cx="103586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Market Analysis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04E2A1-B0C0-5837-C967-68F7F613FEC0}"/>
              </a:ext>
            </a:extLst>
          </p:cNvPr>
          <p:cNvSpPr txBox="1"/>
          <p:nvPr/>
        </p:nvSpPr>
        <p:spPr>
          <a:xfrm>
            <a:off x="4326029" y="2025144"/>
            <a:ext cx="1077538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Keppel Land’s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Internal Strategy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 and alignment</a:t>
            </a:r>
          </a:p>
        </p:txBody>
      </p:sp>
      <p:sp>
        <p:nvSpPr>
          <p:cNvPr id="102" name="Hexagon 3">
            <a:extLst>
              <a:ext uri="{FF2B5EF4-FFF2-40B4-BE49-F238E27FC236}">
                <a16:creationId xmlns:a16="http://schemas.microsoft.com/office/drawing/2014/main" id="{70F28798-ADE3-6F1C-02DC-B9E6A5AB208F}"/>
              </a:ext>
            </a:extLst>
          </p:cNvPr>
          <p:cNvSpPr/>
          <p:nvPr/>
        </p:nvSpPr>
        <p:spPr>
          <a:xfrm>
            <a:off x="7409477" y="3081088"/>
            <a:ext cx="359497" cy="351359"/>
          </a:xfrm>
          <a:prstGeom prst="ellipse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77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558FC-1E1E-3445-B627-B6AE46E889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53888"/>
          </a:xfrm>
        </p:spPr>
        <p:txBody>
          <a:bodyPr/>
          <a:lstStyle/>
          <a:p>
            <a:fld id="{B6F15528-21DE-4FAA-801E-634DDDAF4B2B}" type="slidenum">
              <a:rPr lang="en-US" sz="1000" smtClean="0">
                <a:latin typeface="Franklin Gothic Book" panose="020B0503020102020204" pitchFamily="34" charset="0"/>
              </a:rPr>
              <a:t>28</a:t>
            </a:fld>
            <a:endParaRPr lang="en-US" sz="10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7C12-D442-E74D-86E2-2FC4CD33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Building the Future State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537430" y="2383520"/>
            <a:ext cx="1827245" cy="110409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235865" y="2782885"/>
            <a:ext cx="1104098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535698" y="3635109"/>
            <a:ext cx="1827245" cy="123384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289892" y="4113531"/>
            <a:ext cx="1233846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9F7CD0-B3C6-19BB-A570-EA29E122737C}"/>
              </a:ext>
            </a:extLst>
          </p:cNvPr>
          <p:cNvSpPr txBox="1"/>
          <p:nvPr/>
        </p:nvSpPr>
        <p:spPr>
          <a:xfrm>
            <a:off x="6362463" y="2183078"/>
            <a:ext cx="103586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Market Analysis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04E2A1-B0C0-5837-C967-68F7F613FEC0}"/>
              </a:ext>
            </a:extLst>
          </p:cNvPr>
          <p:cNvSpPr txBox="1"/>
          <p:nvPr/>
        </p:nvSpPr>
        <p:spPr>
          <a:xfrm>
            <a:off x="4326028" y="2102088"/>
            <a:ext cx="107753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Internal Strategy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 and alignment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F852F9A-E5DC-52C4-77B4-779514DC6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42" y="577400"/>
            <a:ext cx="871778" cy="868680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1BE3A-0FD4-49BA-B387-519DDFE1BA97}"/>
              </a:ext>
            </a:extLst>
          </p:cNvPr>
          <p:cNvSpPr txBox="1"/>
          <p:nvPr/>
        </p:nvSpPr>
        <p:spPr>
          <a:xfrm>
            <a:off x="-73113" y="1502944"/>
            <a:ext cx="2414688" cy="5232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Building the </a:t>
            </a:r>
          </a:p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Future State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2BDA-6C26-F899-282B-247CBC8EF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235" y="761589"/>
            <a:ext cx="575592" cy="449491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86D0AB71-D652-8671-38C5-81B618E9A9F6}"/>
              </a:ext>
            </a:extLst>
          </p:cNvPr>
          <p:cNvSpPr txBox="1">
            <a:spLocks/>
          </p:cNvSpPr>
          <p:nvPr/>
        </p:nvSpPr>
        <p:spPr>
          <a:xfrm>
            <a:off x="707614" y="2331600"/>
            <a:ext cx="1483185" cy="996427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</a:pP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Vision to Value Roadmap  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Future State Build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Stakeholder Engagement and Alignment 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4BAE9E9-F620-9D75-F0EC-818108E3BA20}"/>
              </a:ext>
            </a:extLst>
          </p:cNvPr>
          <p:cNvSpPr txBox="1">
            <a:spLocks/>
          </p:cNvSpPr>
          <p:nvPr/>
        </p:nvSpPr>
        <p:spPr>
          <a:xfrm>
            <a:off x="628918" y="3767862"/>
            <a:ext cx="1646083" cy="906658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Have a clear and transparent roadmap 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‘Critical Crowd’ Engagement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Customer-centric ‘future proofing’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DF93F8-95B6-DD9E-A0EB-189252125893}"/>
              </a:ext>
            </a:extLst>
          </p:cNvPr>
          <p:cNvGrpSpPr/>
          <p:nvPr/>
        </p:nvGrpSpPr>
        <p:grpSpPr>
          <a:xfrm>
            <a:off x="2650502" y="882217"/>
            <a:ext cx="6070790" cy="3659559"/>
            <a:chOff x="391984" y="959343"/>
            <a:chExt cx="11507127" cy="563672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89D0526-1B83-0DBF-80B9-A6AA24FC75B7}"/>
                </a:ext>
              </a:extLst>
            </p:cNvPr>
            <p:cNvGrpSpPr/>
            <p:nvPr/>
          </p:nvGrpSpPr>
          <p:grpSpPr>
            <a:xfrm>
              <a:off x="4853304" y="2149192"/>
              <a:ext cx="4828164" cy="3608701"/>
              <a:chOff x="4853304" y="2149192"/>
              <a:chExt cx="4828164" cy="3608701"/>
            </a:xfrm>
          </p:grpSpPr>
          <p:grpSp>
            <p:nvGrpSpPr>
              <p:cNvPr id="254" name="Group 253">
                <a:extLst>
                  <a:ext uri="{FF2B5EF4-FFF2-40B4-BE49-F238E27FC236}">
                    <a16:creationId xmlns:a16="http://schemas.microsoft.com/office/drawing/2014/main" id="{88E5A0EC-3AD6-3BC4-E826-917E8D1BA87E}"/>
                  </a:ext>
                </a:extLst>
              </p:cNvPr>
              <p:cNvGrpSpPr/>
              <p:nvPr/>
            </p:nvGrpSpPr>
            <p:grpSpPr>
              <a:xfrm>
                <a:off x="9065038" y="2149192"/>
                <a:ext cx="616430" cy="3608701"/>
                <a:chOff x="9065038" y="2149192"/>
                <a:chExt cx="616430" cy="3608701"/>
              </a:xfrm>
            </p:grpSpPr>
            <p:grpSp>
              <p:nvGrpSpPr>
                <p:cNvPr id="263" name="Group 262">
                  <a:extLst>
                    <a:ext uri="{FF2B5EF4-FFF2-40B4-BE49-F238E27FC236}">
                      <a16:creationId xmlns:a16="http://schemas.microsoft.com/office/drawing/2014/main" id="{26306C17-58C9-F7C9-DDAE-7765496A06D2}"/>
                    </a:ext>
                  </a:extLst>
                </p:cNvPr>
                <p:cNvGrpSpPr/>
                <p:nvPr/>
              </p:nvGrpSpPr>
              <p:grpSpPr>
                <a:xfrm>
                  <a:off x="9065038" y="2149192"/>
                  <a:ext cx="602737" cy="689770"/>
                  <a:chOff x="9062822" y="2110601"/>
                  <a:chExt cx="652675" cy="816900"/>
                </a:xfrm>
              </p:grpSpPr>
              <p:sp>
                <p:nvSpPr>
                  <p:cNvPr id="277" name="Freeform: Shape 235">
                    <a:extLst>
                      <a:ext uri="{FF2B5EF4-FFF2-40B4-BE49-F238E27FC236}">
                        <a16:creationId xmlns:a16="http://schemas.microsoft.com/office/drawing/2014/main" id="{0CEA3070-10D8-CF44-D341-52F4CB93A8A9}"/>
                      </a:ext>
                    </a:extLst>
                  </p:cNvPr>
                  <p:cNvSpPr/>
                  <p:nvPr/>
                </p:nvSpPr>
                <p:spPr>
                  <a:xfrm>
                    <a:off x="9062822" y="2360138"/>
                    <a:ext cx="192241" cy="0"/>
                  </a:xfrm>
                  <a:custGeom>
                    <a:avLst/>
                    <a:gdLst>
                      <a:gd name="connsiteX0" fmla="*/ 0 w 264318"/>
                      <a:gd name="connsiteY0" fmla="*/ 0 h 14287"/>
                      <a:gd name="connsiteX1" fmla="*/ 264318 w 264318"/>
                      <a:gd name="connsiteY1" fmla="*/ 0 h 14287"/>
                      <a:gd name="connsiteX2" fmla="*/ 264318 w 264318"/>
                      <a:gd name="connsiteY2" fmla="*/ 14287 h 14287"/>
                      <a:gd name="connsiteX0" fmla="*/ 0 w 264318"/>
                      <a:gd name="connsiteY0" fmla="*/ 0 h 0"/>
                      <a:gd name="connsiteX1" fmla="*/ 264318 w 264318"/>
                      <a:gd name="connsiteY1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64318">
                        <a:moveTo>
                          <a:pt x="0" y="0"/>
                        </a:moveTo>
                        <a:lnTo>
                          <a:pt x="264318" y="0"/>
                        </a:lnTo>
                      </a:path>
                    </a:pathLst>
                  </a:custGeom>
                  <a:noFill/>
                  <a:ln w="6350"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Franklin Gothic Book" panose="020B0503020102020204" pitchFamily="34" charset="0"/>
                    </a:endParaRPr>
                  </a:p>
                </p:txBody>
              </p:sp>
              <p:sp>
                <p:nvSpPr>
                  <p:cNvPr id="278" name="Freeform: Shape 232">
                    <a:extLst>
                      <a:ext uri="{FF2B5EF4-FFF2-40B4-BE49-F238E27FC236}">
                        <a16:creationId xmlns:a16="http://schemas.microsoft.com/office/drawing/2014/main" id="{92664CF7-C200-4127-7DD3-312B4F4FB421}"/>
                      </a:ext>
                    </a:extLst>
                  </p:cNvPr>
                  <p:cNvSpPr/>
                  <p:nvPr/>
                </p:nvSpPr>
                <p:spPr>
                  <a:xfrm>
                    <a:off x="9251153" y="2110601"/>
                    <a:ext cx="464344" cy="816900"/>
                  </a:xfrm>
                  <a:custGeom>
                    <a:avLst/>
                    <a:gdLst>
                      <a:gd name="connsiteX0" fmla="*/ 495300 w 501194"/>
                      <a:gd name="connsiteY0" fmla="*/ 0 h 504825"/>
                      <a:gd name="connsiteX1" fmla="*/ 0 w 501194"/>
                      <a:gd name="connsiteY1" fmla="*/ 0 h 504825"/>
                      <a:gd name="connsiteX2" fmla="*/ 0 w 501194"/>
                      <a:gd name="connsiteY2" fmla="*/ 504825 h 504825"/>
                      <a:gd name="connsiteX3" fmla="*/ 457200 w 501194"/>
                      <a:gd name="connsiteY3" fmla="*/ 504825 h 504825"/>
                      <a:gd name="connsiteX4" fmla="*/ 457200 w 501194"/>
                      <a:gd name="connsiteY4" fmla="*/ 476250 h 504825"/>
                      <a:gd name="connsiteX0" fmla="*/ 495300 w 495300"/>
                      <a:gd name="connsiteY0" fmla="*/ 0 h 504825"/>
                      <a:gd name="connsiteX1" fmla="*/ 0 w 495300"/>
                      <a:gd name="connsiteY1" fmla="*/ 0 h 504825"/>
                      <a:gd name="connsiteX2" fmla="*/ 0 w 495300"/>
                      <a:gd name="connsiteY2" fmla="*/ 504825 h 504825"/>
                      <a:gd name="connsiteX3" fmla="*/ 457200 w 495300"/>
                      <a:gd name="connsiteY3" fmla="*/ 504825 h 504825"/>
                      <a:gd name="connsiteX0" fmla="*/ 464343 w 464343"/>
                      <a:gd name="connsiteY0" fmla="*/ 0 h 504825"/>
                      <a:gd name="connsiteX1" fmla="*/ 0 w 464343"/>
                      <a:gd name="connsiteY1" fmla="*/ 0 h 504825"/>
                      <a:gd name="connsiteX2" fmla="*/ 0 w 464343"/>
                      <a:gd name="connsiteY2" fmla="*/ 504825 h 504825"/>
                      <a:gd name="connsiteX3" fmla="*/ 457200 w 464343"/>
                      <a:gd name="connsiteY3" fmla="*/ 504825 h 504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64343" h="504825">
                        <a:moveTo>
                          <a:pt x="464343" y="0"/>
                        </a:moveTo>
                        <a:lnTo>
                          <a:pt x="0" y="0"/>
                        </a:lnTo>
                        <a:lnTo>
                          <a:pt x="0" y="504825"/>
                        </a:lnTo>
                        <a:lnTo>
                          <a:pt x="457200" y="504825"/>
                        </a:lnTo>
                      </a:path>
                    </a:pathLst>
                  </a:custGeom>
                  <a:noFill/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headEnd type="triangle" w="sm" len="sm"/>
                    <a:tailEnd type="triangle"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Franklin Gothic Book" panose="020B0503020102020204" pitchFamily="34" charset="0"/>
                    </a:endParaRPr>
                  </a:p>
                </p:txBody>
              </p:sp>
            </p:grpSp>
            <p:grpSp>
              <p:nvGrpSpPr>
                <p:cNvPr id="264" name="Group 263">
                  <a:extLst>
                    <a:ext uri="{FF2B5EF4-FFF2-40B4-BE49-F238E27FC236}">
                      <a16:creationId xmlns:a16="http://schemas.microsoft.com/office/drawing/2014/main" id="{11EB8D4A-1989-2358-4F67-52BFF3A592E0}"/>
                    </a:ext>
                  </a:extLst>
                </p:cNvPr>
                <p:cNvGrpSpPr/>
                <p:nvPr/>
              </p:nvGrpSpPr>
              <p:grpSpPr>
                <a:xfrm>
                  <a:off x="9072226" y="3005496"/>
                  <a:ext cx="609242" cy="2752397"/>
                  <a:chOff x="9072226" y="3005496"/>
                  <a:chExt cx="609242" cy="2752397"/>
                </a:xfrm>
              </p:grpSpPr>
              <p:grpSp>
                <p:nvGrpSpPr>
                  <p:cNvPr id="265" name="Group 264">
                    <a:extLst>
                      <a:ext uri="{FF2B5EF4-FFF2-40B4-BE49-F238E27FC236}">
                        <a16:creationId xmlns:a16="http://schemas.microsoft.com/office/drawing/2014/main" id="{D19ACAF8-2771-2B13-C823-E116CB2F10A7}"/>
                      </a:ext>
                    </a:extLst>
                  </p:cNvPr>
                  <p:cNvGrpSpPr/>
                  <p:nvPr/>
                </p:nvGrpSpPr>
                <p:grpSpPr>
                  <a:xfrm>
                    <a:off x="9072226" y="3005496"/>
                    <a:ext cx="602737" cy="620668"/>
                    <a:chOff x="9072226" y="3005496"/>
                    <a:chExt cx="602737" cy="620668"/>
                  </a:xfrm>
                </p:grpSpPr>
                <p:sp>
                  <p:nvSpPr>
                    <p:cNvPr id="275" name="Freeform: Shape 217">
                      <a:extLst>
                        <a:ext uri="{FF2B5EF4-FFF2-40B4-BE49-F238E27FC236}">
                          <a16:creationId xmlns:a16="http://schemas.microsoft.com/office/drawing/2014/main" id="{E352893D-A5ED-C2E5-F469-1472B65F40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2226" y="3159381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6" name="Freeform: Shape 219">
                      <a:extLst>
                        <a:ext uri="{FF2B5EF4-FFF2-40B4-BE49-F238E27FC236}">
                          <a16:creationId xmlns:a16="http://schemas.microsoft.com/office/drawing/2014/main" id="{F6175C3A-1939-9C11-2AC2-E399CD2050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3005496"/>
                      <a:ext cx="428816" cy="620668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  <p:grpSp>
                <p:nvGrpSpPr>
                  <p:cNvPr id="266" name="Group 265">
                    <a:extLst>
                      <a:ext uri="{FF2B5EF4-FFF2-40B4-BE49-F238E27FC236}">
                        <a16:creationId xmlns:a16="http://schemas.microsoft.com/office/drawing/2014/main" id="{7AF0CA9D-07D6-9B91-4988-45D6D670AA12}"/>
                      </a:ext>
                    </a:extLst>
                  </p:cNvPr>
                  <p:cNvGrpSpPr/>
                  <p:nvPr/>
                </p:nvGrpSpPr>
                <p:grpSpPr>
                  <a:xfrm>
                    <a:off x="9073887" y="3829581"/>
                    <a:ext cx="596843" cy="620668"/>
                    <a:chOff x="9072226" y="3005496"/>
                    <a:chExt cx="602737" cy="620668"/>
                  </a:xfrm>
                </p:grpSpPr>
                <p:sp>
                  <p:nvSpPr>
                    <p:cNvPr id="273" name="Freeform: Shape 222">
                      <a:extLst>
                        <a:ext uri="{FF2B5EF4-FFF2-40B4-BE49-F238E27FC236}">
                          <a16:creationId xmlns:a16="http://schemas.microsoft.com/office/drawing/2014/main" id="{1AE51F0E-F16B-936A-637A-88C975B56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72226" y="3134782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4" name="Freeform: Shape 243">
                      <a:extLst>
                        <a:ext uri="{FF2B5EF4-FFF2-40B4-BE49-F238E27FC236}">
                          <a16:creationId xmlns:a16="http://schemas.microsoft.com/office/drawing/2014/main" id="{B8F25BEB-8990-F68C-0309-68D58AB4FB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3005496"/>
                      <a:ext cx="428816" cy="620668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  <p:grpSp>
                <p:nvGrpSpPr>
                  <p:cNvPr id="267" name="Group 266">
                    <a:extLst>
                      <a:ext uri="{FF2B5EF4-FFF2-40B4-BE49-F238E27FC236}">
                        <a16:creationId xmlns:a16="http://schemas.microsoft.com/office/drawing/2014/main" id="{3B6B7040-4D22-8E05-AF1E-D02C1BCD0145}"/>
                      </a:ext>
                    </a:extLst>
                  </p:cNvPr>
                  <p:cNvGrpSpPr/>
                  <p:nvPr/>
                </p:nvGrpSpPr>
                <p:grpSpPr>
                  <a:xfrm>
                    <a:off x="9082244" y="4651608"/>
                    <a:ext cx="599224" cy="532181"/>
                    <a:chOff x="9069821" y="3032939"/>
                    <a:chExt cx="605142" cy="532181"/>
                  </a:xfrm>
                </p:grpSpPr>
                <p:sp>
                  <p:nvSpPr>
                    <p:cNvPr id="271" name="Freeform: Shape 274">
                      <a:extLst>
                        <a:ext uri="{FF2B5EF4-FFF2-40B4-BE49-F238E27FC236}">
                          <a16:creationId xmlns:a16="http://schemas.microsoft.com/office/drawing/2014/main" id="{C292CDC1-3D84-3A69-E317-9428535053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9821" y="3139684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2" name="Freeform: Shape 281">
                      <a:extLst>
                        <a:ext uri="{FF2B5EF4-FFF2-40B4-BE49-F238E27FC236}">
                          <a16:creationId xmlns:a16="http://schemas.microsoft.com/office/drawing/2014/main" id="{CE376182-ED38-B6C6-9886-3A64243CD1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3032939"/>
                      <a:ext cx="428816" cy="532181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  <p:grpSp>
                <p:nvGrpSpPr>
                  <p:cNvPr id="268" name="Group 267">
                    <a:extLst>
                      <a:ext uri="{FF2B5EF4-FFF2-40B4-BE49-F238E27FC236}">
                        <a16:creationId xmlns:a16="http://schemas.microsoft.com/office/drawing/2014/main" id="{CF1CD564-F399-6880-351A-591F03CD8237}"/>
                      </a:ext>
                    </a:extLst>
                  </p:cNvPr>
                  <p:cNvGrpSpPr/>
                  <p:nvPr/>
                </p:nvGrpSpPr>
                <p:grpSpPr>
                  <a:xfrm>
                    <a:off x="9081408" y="5288762"/>
                    <a:ext cx="599224" cy="469131"/>
                    <a:chOff x="9069821" y="2994897"/>
                    <a:chExt cx="605142" cy="469131"/>
                  </a:xfrm>
                </p:grpSpPr>
                <p:sp>
                  <p:nvSpPr>
                    <p:cNvPr id="269" name="Freeform: Shape 283">
                      <a:extLst>
                        <a:ext uri="{FF2B5EF4-FFF2-40B4-BE49-F238E27FC236}">
                          <a16:creationId xmlns:a16="http://schemas.microsoft.com/office/drawing/2014/main" id="{EB90C221-CDC3-C83F-B11C-4D772272BA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9821" y="3263972"/>
                      <a:ext cx="177532" cy="0"/>
                    </a:xfrm>
                    <a:custGeom>
                      <a:avLst/>
                      <a:gdLst>
                        <a:gd name="connsiteX0" fmla="*/ 0 w 264318"/>
                        <a:gd name="connsiteY0" fmla="*/ 0 h 14287"/>
                        <a:gd name="connsiteX1" fmla="*/ 264318 w 264318"/>
                        <a:gd name="connsiteY1" fmla="*/ 0 h 14287"/>
                        <a:gd name="connsiteX2" fmla="*/ 264318 w 264318"/>
                        <a:gd name="connsiteY2" fmla="*/ 14287 h 14287"/>
                        <a:gd name="connsiteX0" fmla="*/ 0 w 264318"/>
                        <a:gd name="connsiteY0" fmla="*/ 0 h 0"/>
                        <a:gd name="connsiteX1" fmla="*/ 264318 w 264318"/>
                        <a:gd name="connsiteY1" fmla="*/ 0 h 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64318">
                          <a:moveTo>
                            <a:pt x="0" y="0"/>
                          </a:moveTo>
                          <a:lnTo>
                            <a:pt x="264318" y="0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70" name="Freeform: Shape 284">
                      <a:extLst>
                        <a:ext uri="{FF2B5EF4-FFF2-40B4-BE49-F238E27FC236}">
                          <a16:creationId xmlns:a16="http://schemas.microsoft.com/office/drawing/2014/main" id="{4D89D5FF-EF4F-86CA-D27A-D6AC9A3364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6147" y="2994897"/>
                      <a:ext cx="428816" cy="469131"/>
                    </a:xfrm>
                    <a:custGeom>
                      <a:avLst/>
                      <a:gdLst>
                        <a:gd name="connsiteX0" fmla="*/ 495300 w 501194"/>
                        <a:gd name="connsiteY0" fmla="*/ 0 h 504825"/>
                        <a:gd name="connsiteX1" fmla="*/ 0 w 501194"/>
                        <a:gd name="connsiteY1" fmla="*/ 0 h 504825"/>
                        <a:gd name="connsiteX2" fmla="*/ 0 w 501194"/>
                        <a:gd name="connsiteY2" fmla="*/ 504825 h 504825"/>
                        <a:gd name="connsiteX3" fmla="*/ 457200 w 501194"/>
                        <a:gd name="connsiteY3" fmla="*/ 504825 h 504825"/>
                        <a:gd name="connsiteX4" fmla="*/ 457200 w 501194"/>
                        <a:gd name="connsiteY4" fmla="*/ 476250 h 504825"/>
                        <a:gd name="connsiteX0" fmla="*/ 495300 w 495300"/>
                        <a:gd name="connsiteY0" fmla="*/ 0 h 504825"/>
                        <a:gd name="connsiteX1" fmla="*/ 0 w 495300"/>
                        <a:gd name="connsiteY1" fmla="*/ 0 h 504825"/>
                        <a:gd name="connsiteX2" fmla="*/ 0 w 495300"/>
                        <a:gd name="connsiteY2" fmla="*/ 504825 h 504825"/>
                        <a:gd name="connsiteX3" fmla="*/ 457200 w 495300"/>
                        <a:gd name="connsiteY3" fmla="*/ 504825 h 504825"/>
                        <a:gd name="connsiteX0" fmla="*/ 464343 w 464343"/>
                        <a:gd name="connsiteY0" fmla="*/ 0 h 504825"/>
                        <a:gd name="connsiteX1" fmla="*/ 0 w 464343"/>
                        <a:gd name="connsiteY1" fmla="*/ 0 h 504825"/>
                        <a:gd name="connsiteX2" fmla="*/ 0 w 464343"/>
                        <a:gd name="connsiteY2" fmla="*/ 504825 h 504825"/>
                        <a:gd name="connsiteX3" fmla="*/ 457200 w 464343"/>
                        <a:gd name="connsiteY3" fmla="*/ 504825 h 504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343" h="504825">
                          <a:moveTo>
                            <a:pt x="464343" y="0"/>
                          </a:moveTo>
                          <a:lnTo>
                            <a:pt x="0" y="0"/>
                          </a:lnTo>
                          <a:lnTo>
                            <a:pt x="0" y="504825"/>
                          </a:lnTo>
                          <a:lnTo>
                            <a:pt x="457200" y="504825"/>
                          </a:lnTo>
                        </a:path>
                      </a:pathLst>
                    </a:custGeom>
                    <a:noFill/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headEnd type="triangle" w="sm" len="sm"/>
                      <a:tailEnd type="triangle"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Franklin Gothic Book" panose="020B050302010202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255" name="Freeform: Shape 147">
                <a:extLst>
                  <a:ext uri="{FF2B5EF4-FFF2-40B4-BE49-F238E27FC236}">
                    <a16:creationId xmlns:a16="http://schemas.microsoft.com/office/drawing/2014/main" id="{66B8AC48-F795-6083-0084-1CA6F1F23CEB}"/>
                  </a:ext>
                </a:extLst>
              </p:cNvPr>
              <p:cNvSpPr/>
              <p:nvPr/>
            </p:nvSpPr>
            <p:spPr>
              <a:xfrm>
                <a:off x="4853304" y="2224046"/>
                <a:ext cx="201197" cy="2874168"/>
              </a:xfrm>
              <a:custGeom>
                <a:avLst/>
                <a:gdLst>
                  <a:gd name="connsiteX0" fmla="*/ 0 w 241300"/>
                  <a:gd name="connsiteY0" fmla="*/ 3403600 h 3403600"/>
                  <a:gd name="connsiteX1" fmla="*/ 76200 w 241300"/>
                  <a:gd name="connsiteY1" fmla="*/ 3403600 h 3403600"/>
                  <a:gd name="connsiteX2" fmla="*/ 76200 w 241300"/>
                  <a:gd name="connsiteY2" fmla="*/ 38100 h 3403600"/>
                  <a:gd name="connsiteX3" fmla="*/ 241300 w 241300"/>
                  <a:gd name="connsiteY3" fmla="*/ 38100 h 3403600"/>
                  <a:gd name="connsiteX4" fmla="*/ 241300 w 241300"/>
                  <a:gd name="connsiteY4" fmla="*/ 0 h 3403600"/>
                  <a:gd name="connsiteX0" fmla="*/ 0 w 241300"/>
                  <a:gd name="connsiteY0" fmla="*/ 3365500 h 3365500"/>
                  <a:gd name="connsiteX1" fmla="*/ 76200 w 241300"/>
                  <a:gd name="connsiteY1" fmla="*/ 3365500 h 3365500"/>
                  <a:gd name="connsiteX2" fmla="*/ 76200 w 241300"/>
                  <a:gd name="connsiteY2" fmla="*/ 0 h 3365500"/>
                  <a:gd name="connsiteX3" fmla="*/ 241300 w 241300"/>
                  <a:gd name="connsiteY3" fmla="*/ 0 h 3365500"/>
                  <a:gd name="connsiteX0" fmla="*/ 0 w 297669"/>
                  <a:gd name="connsiteY0" fmla="*/ 3365500 h 3365500"/>
                  <a:gd name="connsiteX1" fmla="*/ 132569 w 297669"/>
                  <a:gd name="connsiteY1" fmla="*/ 3365500 h 3365500"/>
                  <a:gd name="connsiteX2" fmla="*/ 132569 w 297669"/>
                  <a:gd name="connsiteY2" fmla="*/ 0 h 3365500"/>
                  <a:gd name="connsiteX3" fmla="*/ 297669 w 297669"/>
                  <a:gd name="connsiteY3" fmla="*/ 0 h 336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7669" h="3365500">
                    <a:moveTo>
                      <a:pt x="0" y="3365500"/>
                    </a:moveTo>
                    <a:lnTo>
                      <a:pt x="132569" y="3365500"/>
                    </a:lnTo>
                    <a:lnTo>
                      <a:pt x="132569" y="0"/>
                    </a:lnTo>
                    <a:lnTo>
                      <a:pt x="297669" y="0"/>
                    </a:lnTo>
                  </a:path>
                </a:pathLst>
              </a:custGeom>
              <a:noFill/>
              <a:ln w="63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>
                  <a:latin typeface="Franklin Gothic Book" panose="020B0503020102020204" pitchFamily="34" charset="0"/>
                </a:endParaRPr>
              </a:p>
            </p:txBody>
          </p:sp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8FCA4465-8781-5A42-DB16-C12E64F63E2A}"/>
                  </a:ext>
                </a:extLst>
              </p:cNvPr>
              <p:cNvGrpSpPr/>
              <p:nvPr/>
            </p:nvGrpSpPr>
            <p:grpSpPr>
              <a:xfrm>
                <a:off x="7236533" y="2351792"/>
                <a:ext cx="376788" cy="3203465"/>
                <a:chOff x="7185328" y="2454185"/>
                <a:chExt cx="376788" cy="3123309"/>
              </a:xfrm>
            </p:grpSpPr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613BD93C-A34A-F5BA-B0D4-149A72C201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7709" y="2454185"/>
                  <a:ext cx="0" cy="3123309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57C7320A-E5B0-3951-83B1-267E34C28D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2460054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98DE9372-A291-D97D-4F55-17B6336D5E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3233195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44E1B764-B7ED-5EEF-BF1A-C5FB70822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4016964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F55D8CA2-8399-DC31-79F3-1DAA2890E0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4796257"/>
                  <a:ext cx="376788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5C236E1B-D659-7891-8328-6872253971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85328" y="5577494"/>
                  <a:ext cx="347987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EC15A87-116F-8B50-4D48-FDC92A4C631F}"/>
                </a:ext>
              </a:extLst>
            </p:cNvPr>
            <p:cNvGrpSpPr/>
            <p:nvPr/>
          </p:nvGrpSpPr>
          <p:grpSpPr>
            <a:xfrm>
              <a:off x="391984" y="959343"/>
              <a:ext cx="11507127" cy="5636720"/>
              <a:chOff x="391984" y="959343"/>
              <a:chExt cx="11507127" cy="563672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3337627-9A33-875D-4491-1EA8FC047B45}"/>
                  </a:ext>
                </a:extLst>
              </p:cNvPr>
              <p:cNvGrpSpPr/>
              <p:nvPr/>
            </p:nvGrpSpPr>
            <p:grpSpPr>
              <a:xfrm>
                <a:off x="391984" y="976788"/>
                <a:ext cx="2168734" cy="5619275"/>
                <a:chOff x="580767" y="956765"/>
                <a:chExt cx="2168734" cy="5619275"/>
              </a:xfrm>
            </p:grpSpPr>
            <p:grpSp>
              <p:nvGrpSpPr>
                <p:cNvPr id="231" name="Group 230">
                  <a:extLst>
                    <a:ext uri="{FF2B5EF4-FFF2-40B4-BE49-F238E27FC236}">
                      <a16:creationId xmlns:a16="http://schemas.microsoft.com/office/drawing/2014/main" id="{9BC416B0-E4D6-474C-1973-E39B6F170D32}"/>
                    </a:ext>
                  </a:extLst>
                </p:cNvPr>
                <p:cNvGrpSpPr/>
                <p:nvPr/>
              </p:nvGrpSpPr>
              <p:grpSpPr>
                <a:xfrm>
                  <a:off x="1665134" y="1841018"/>
                  <a:ext cx="1" cy="4308124"/>
                  <a:chOff x="1665134" y="1841018"/>
                  <a:chExt cx="1" cy="4308124"/>
                </a:xfrm>
              </p:grpSpPr>
              <p:cxnSp>
                <p:nvCxnSpPr>
                  <p:cNvPr id="252" name="Straight Connector 251">
                    <a:extLst>
                      <a:ext uri="{FF2B5EF4-FFF2-40B4-BE49-F238E27FC236}">
                        <a16:creationId xmlns:a16="http://schemas.microsoft.com/office/drawing/2014/main" id="{29584628-104E-6ED3-D361-2A03BE4CC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65135" y="1841018"/>
                    <a:ext cx="0" cy="23160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3" name="Straight Connector 252">
                    <a:extLst>
                      <a:ext uri="{FF2B5EF4-FFF2-40B4-BE49-F238E27FC236}">
                        <a16:creationId xmlns:a16="http://schemas.microsoft.com/office/drawing/2014/main" id="{2B57FFE0-673B-1989-4018-6DDDEF8451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665134" y="5804462"/>
                    <a:ext cx="1" cy="34468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2" name="Group 231">
                  <a:extLst>
                    <a:ext uri="{FF2B5EF4-FFF2-40B4-BE49-F238E27FC236}">
                      <a16:creationId xmlns:a16="http://schemas.microsoft.com/office/drawing/2014/main" id="{CC83D655-196F-3CD5-2200-5B20A051F6C7}"/>
                    </a:ext>
                  </a:extLst>
                </p:cNvPr>
                <p:cNvGrpSpPr/>
                <p:nvPr/>
              </p:nvGrpSpPr>
              <p:grpSpPr>
                <a:xfrm>
                  <a:off x="580767" y="956765"/>
                  <a:ext cx="2168734" cy="5619275"/>
                  <a:chOff x="580767" y="939320"/>
                  <a:chExt cx="2168734" cy="5619275"/>
                </a:xfrm>
              </p:grpSpPr>
              <p:grpSp>
                <p:nvGrpSpPr>
                  <p:cNvPr id="233" name="Group 232">
                    <a:extLst>
                      <a:ext uri="{FF2B5EF4-FFF2-40B4-BE49-F238E27FC236}">
                        <a16:creationId xmlns:a16="http://schemas.microsoft.com/office/drawing/2014/main" id="{2B2A146D-4154-58B5-8ADD-205F976CB06B}"/>
                      </a:ext>
                    </a:extLst>
                  </p:cNvPr>
                  <p:cNvGrpSpPr/>
                  <p:nvPr/>
                </p:nvGrpSpPr>
                <p:grpSpPr>
                  <a:xfrm>
                    <a:off x="612237" y="2057554"/>
                    <a:ext cx="2105795" cy="3727689"/>
                    <a:chOff x="465116" y="2100272"/>
                    <a:chExt cx="2105795" cy="3727689"/>
                  </a:xfrm>
                </p:grpSpPr>
                <p:sp>
                  <p:nvSpPr>
                    <p:cNvPr id="250" name="Rectangle 249">
                      <a:extLst>
                        <a:ext uri="{FF2B5EF4-FFF2-40B4-BE49-F238E27FC236}">
                          <a16:creationId xmlns:a16="http://schemas.microsoft.com/office/drawing/2014/main" id="{AA6E1D87-2A11-1895-CAA4-CB164DE42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5116" y="2100272"/>
                      <a:ext cx="2105795" cy="3727689"/>
                    </a:xfrm>
                    <a:prstGeom prst="rect">
                      <a:avLst/>
                    </a:prstGeom>
                    <a:solidFill>
                      <a:schemeClr val="bg2">
                        <a:lumMod val="95000"/>
                      </a:schemeClr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51" name="TextBox 250">
                      <a:extLst>
                        <a:ext uri="{FF2B5EF4-FFF2-40B4-BE49-F238E27FC236}">
                          <a16:creationId xmlns:a16="http://schemas.microsoft.com/office/drawing/2014/main" id="{AF450959-C271-BA9A-4D36-A6A894F022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3521" y="2262229"/>
                      <a:ext cx="1822552" cy="3128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Customer Segmentation (Current and Aspirational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Customized Value Proposition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Customer Journey (Customer Experience)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Internal capabilities and core competencies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Trend Modeling</a:t>
                      </a: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endParaRPr lang="en-US" sz="600" dirty="0">
                        <a:solidFill>
                          <a:schemeClr val="tx2">
                            <a:lumMod val="65000"/>
                            <a:lumOff val="35000"/>
                          </a:schemeClr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  <a:p>
                      <a:pPr marL="182880" indent="-182880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SWOT</a:t>
                      </a:r>
                    </a:p>
                  </p:txBody>
                </p:sp>
              </p:grpSp>
              <p:grpSp>
                <p:nvGrpSpPr>
                  <p:cNvPr id="234" name="Group 233">
                    <a:extLst>
                      <a:ext uri="{FF2B5EF4-FFF2-40B4-BE49-F238E27FC236}">
                        <a16:creationId xmlns:a16="http://schemas.microsoft.com/office/drawing/2014/main" id="{ECC0F304-C215-F50A-AB72-717CB3AE775A}"/>
                      </a:ext>
                    </a:extLst>
                  </p:cNvPr>
                  <p:cNvGrpSpPr/>
                  <p:nvPr/>
                </p:nvGrpSpPr>
                <p:grpSpPr>
                  <a:xfrm>
                    <a:off x="580767" y="6084534"/>
                    <a:ext cx="2168734" cy="474061"/>
                    <a:chOff x="458759" y="6139237"/>
                    <a:chExt cx="2168734" cy="474061"/>
                  </a:xfrm>
                </p:grpSpPr>
                <p:sp>
                  <p:nvSpPr>
                    <p:cNvPr id="248" name="Rectangle 247">
                      <a:extLst>
                        <a:ext uri="{FF2B5EF4-FFF2-40B4-BE49-F238E27FC236}">
                          <a16:creationId xmlns:a16="http://schemas.microsoft.com/office/drawing/2014/main" id="{EFAB3836-F3FE-AD19-D86A-7FED80DBC9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229" y="6180327"/>
                      <a:ext cx="2105795" cy="39188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249" name="TextBox 248">
                      <a:extLst>
                        <a:ext uri="{FF2B5EF4-FFF2-40B4-BE49-F238E27FC236}">
                          <a16:creationId xmlns:a16="http://schemas.microsoft.com/office/drawing/2014/main" id="{0C65895C-6718-95B3-3BE6-D0C6E5D068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8759" y="6139237"/>
                      <a:ext cx="2168734" cy="474061"/>
                    </a:xfrm>
                    <a:prstGeom prst="rect">
                      <a:avLst/>
                    </a:prstGeom>
                    <a:solidFill>
                      <a:srgbClr val="B52372"/>
                    </a:solidFill>
                  </p:spPr>
                  <p:txBody>
                    <a:bodyPr wrap="square" anchor="ctr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Aspirational Position in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Franklin Gothic Book" panose="020B0503020102020204" pitchFamily="34" charset="0"/>
                        </a:rPr>
                        <a:t>t</a:t>
                      </a: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he Market</a:t>
                      </a:r>
                    </a:p>
                  </p:txBody>
                </p:sp>
              </p:grpSp>
              <p:grpSp>
                <p:nvGrpSpPr>
                  <p:cNvPr id="235" name="Group 234">
                    <a:extLst>
                      <a:ext uri="{FF2B5EF4-FFF2-40B4-BE49-F238E27FC236}">
                        <a16:creationId xmlns:a16="http://schemas.microsoft.com/office/drawing/2014/main" id="{1C97ED63-15D8-EE40-DF38-237F5FCEA2FC}"/>
                      </a:ext>
                    </a:extLst>
                  </p:cNvPr>
                  <p:cNvGrpSpPr/>
                  <p:nvPr/>
                </p:nvGrpSpPr>
                <p:grpSpPr>
                  <a:xfrm>
                    <a:off x="591072" y="939320"/>
                    <a:ext cx="2148124" cy="1003263"/>
                    <a:chOff x="443951" y="983255"/>
                    <a:chExt cx="2148124" cy="1003263"/>
                  </a:xfrm>
                </p:grpSpPr>
                <p:grpSp>
                  <p:nvGrpSpPr>
                    <p:cNvPr id="236" name="Group 235">
                      <a:extLst>
                        <a:ext uri="{FF2B5EF4-FFF2-40B4-BE49-F238E27FC236}">
                          <a16:creationId xmlns:a16="http://schemas.microsoft.com/office/drawing/2014/main" id="{4B6930CF-4DA4-33EB-24B1-78860F4C16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3951" y="1267148"/>
                      <a:ext cx="2148124" cy="719370"/>
                      <a:chOff x="418372" y="1324298"/>
                      <a:chExt cx="2148124" cy="719370"/>
                    </a:xfrm>
                  </p:grpSpPr>
                  <p:sp>
                    <p:nvSpPr>
                      <p:cNvPr id="245" name="Google Shape;83409;p3921">
                        <a:extLst>
                          <a:ext uri="{FF2B5EF4-FFF2-40B4-BE49-F238E27FC236}">
                            <a16:creationId xmlns:a16="http://schemas.microsoft.com/office/drawing/2014/main" id="{918BDF5A-91F8-65BA-981B-AFCD9A7765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9537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6" name="Google Shape;83415;p3921">
                        <a:extLst>
                          <a:ext uri="{FF2B5EF4-FFF2-40B4-BE49-F238E27FC236}">
                            <a16:creationId xmlns:a16="http://schemas.microsoft.com/office/drawing/2014/main" id="{0F541C18-A0B0-8B55-7EDB-7413D0F1FF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8372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7" name="TextBox 246">
                        <a:extLst>
                          <a:ext uri="{FF2B5EF4-FFF2-40B4-BE49-F238E27FC236}">
                            <a16:creationId xmlns:a16="http://schemas.microsoft.com/office/drawing/2014/main" id="{D089A647-3909-B50A-716A-ADBD85B91D1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31295" y="1529910"/>
                        <a:ext cx="2122279" cy="30813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700" b="1" dirty="0">
                            <a:solidFill>
                              <a:schemeClr val="bg2"/>
                            </a:solidFill>
                            <a:latin typeface="Franklin Gothic Book" panose="020B0503020102020204" pitchFamily="34" charset="0"/>
                          </a:rPr>
                          <a:t>Most Valuable Customer</a:t>
                        </a:r>
                        <a:endPara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37" name="Group 236">
                      <a:extLst>
                        <a:ext uri="{FF2B5EF4-FFF2-40B4-BE49-F238E27FC236}">
                          <a16:creationId xmlns:a16="http://schemas.microsoft.com/office/drawing/2014/main" id="{282F7CD7-E71A-541E-89B9-0B59DF3878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69934" y="983255"/>
                      <a:ext cx="896159" cy="372147"/>
                      <a:chOff x="1069934" y="983255"/>
                      <a:chExt cx="896159" cy="372147"/>
                    </a:xfrm>
                  </p:grpSpPr>
                  <p:grpSp>
                    <p:nvGrpSpPr>
                      <p:cNvPr id="238" name="Google Shape;83411;p3921">
                        <a:extLst>
                          <a:ext uri="{FF2B5EF4-FFF2-40B4-BE49-F238E27FC236}">
                            <a16:creationId xmlns:a16="http://schemas.microsoft.com/office/drawing/2014/main" id="{699B6292-05E9-7C61-63BD-C8A576094E3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69934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242" name="Google Shape;83412;p3921">
                          <a:extLst>
                            <a:ext uri="{FF2B5EF4-FFF2-40B4-BE49-F238E27FC236}">
                              <a16:creationId xmlns:a16="http://schemas.microsoft.com/office/drawing/2014/main" id="{A7898CB5-DF86-2B36-89A5-BA579D0FC0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rgbClr val="B5237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3" name="Google Shape;83413;p3921">
                          <a:extLst>
                            <a:ext uri="{FF2B5EF4-FFF2-40B4-BE49-F238E27FC236}">
                              <a16:creationId xmlns:a16="http://schemas.microsoft.com/office/drawing/2014/main" id="{8B636AEE-0155-2BF3-D963-1F082FE69C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4" name="Google Shape;83414;p3921">
                          <a:extLst>
                            <a:ext uri="{FF2B5EF4-FFF2-40B4-BE49-F238E27FC236}">
                              <a16:creationId xmlns:a16="http://schemas.microsoft.com/office/drawing/2014/main" id="{379D320E-027B-D3F2-D83C-2EEDCB0AB1A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239" name="Group 238">
                        <a:extLst>
                          <a:ext uri="{FF2B5EF4-FFF2-40B4-BE49-F238E27FC236}">
                            <a16:creationId xmlns:a16="http://schemas.microsoft.com/office/drawing/2014/main" id="{CC51B3C6-4C2A-D7F4-78EB-AE31889D4E6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331940" y="983255"/>
                        <a:ext cx="372147" cy="372147"/>
                        <a:chOff x="1331940" y="983255"/>
                        <a:chExt cx="372147" cy="372147"/>
                      </a:xfrm>
                    </p:grpSpPr>
                    <p:sp>
                      <p:nvSpPr>
                        <p:cNvPr id="240" name="Google Shape;83463;p3921">
                          <a:extLst>
                            <a:ext uri="{FF2B5EF4-FFF2-40B4-BE49-F238E27FC236}">
                              <a16:creationId xmlns:a16="http://schemas.microsoft.com/office/drawing/2014/main" id="{A1AE77A7-81D3-F38E-B34F-92F5360EA22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31940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rgbClr val="B5237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1" name="Freeform: Shape 202">
                          <a:extLst>
                            <a:ext uri="{FF2B5EF4-FFF2-40B4-BE49-F238E27FC236}">
                              <a16:creationId xmlns:a16="http://schemas.microsoft.com/office/drawing/2014/main" id="{4F1BF3AA-E172-0A45-FA2E-BC5F980D0FA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02414" y="1058175"/>
                          <a:ext cx="231198" cy="222306"/>
                        </a:xfrm>
                        <a:custGeom>
                          <a:avLst/>
                          <a:gdLst>
                            <a:gd name="connsiteX0" fmla="*/ 3894933 w 4457700"/>
                            <a:gd name="connsiteY0" fmla="*/ 3715598 h 4286257"/>
                            <a:gd name="connsiteX1" fmla="*/ 4319267 w 4457700"/>
                            <a:gd name="connsiteY1" fmla="*/ 4139932 h 4286257"/>
                            <a:gd name="connsiteX2" fmla="*/ 4319267 w 4457700"/>
                            <a:gd name="connsiteY2" fmla="*/ 4261172 h 4286257"/>
                            <a:gd name="connsiteX3" fmla="*/ 4198067 w 4457700"/>
                            <a:gd name="connsiteY3" fmla="*/ 4261172 h 4286257"/>
                            <a:gd name="connsiteX4" fmla="*/ 4198067 w 4457700"/>
                            <a:gd name="connsiteY4" fmla="*/ 4261132 h 4286257"/>
                            <a:gd name="connsiteX5" fmla="*/ 3773733 w 4457700"/>
                            <a:gd name="connsiteY5" fmla="*/ 3836798 h 4286257"/>
                            <a:gd name="connsiteX6" fmla="*/ 257175 w 4457700"/>
                            <a:gd name="connsiteY6" fmla="*/ 3686178 h 4286257"/>
                            <a:gd name="connsiteX7" fmla="*/ 257175 w 4457700"/>
                            <a:gd name="connsiteY7" fmla="*/ 3857628 h 4286257"/>
                            <a:gd name="connsiteX8" fmla="*/ 1714500 w 4457700"/>
                            <a:gd name="connsiteY8" fmla="*/ 3857628 h 4286257"/>
                            <a:gd name="connsiteX9" fmla="*/ 1714500 w 4457700"/>
                            <a:gd name="connsiteY9" fmla="*/ 3686178 h 4286257"/>
                            <a:gd name="connsiteX10" fmla="*/ 3652425 w 4457700"/>
                            <a:gd name="connsiteY10" fmla="*/ 3473139 h 4286257"/>
                            <a:gd name="connsiteX11" fmla="*/ 3773664 w 4457700"/>
                            <a:gd name="connsiteY11" fmla="*/ 3594379 h 4286257"/>
                            <a:gd name="connsiteX12" fmla="*/ 3652425 w 4457700"/>
                            <a:gd name="connsiteY12" fmla="*/ 3715618 h 4286257"/>
                            <a:gd name="connsiteX13" fmla="*/ 3531185 w 4457700"/>
                            <a:gd name="connsiteY13" fmla="*/ 3594379 h 4286257"/>
                            <a:gd name="connsiteX14" fmla="*/ 600075 w 4457700"/>
                            <a:gd name="connsiteY14" fmla="*/ 3343278 h 4286257"/>
                            <a:gd name="connsiteX15" fmla="*/ 600075 w 4457700"/>
                            <a:gd name="connsiteY15" fmla="*/ 3514728 h 4286257"/>
                            <a:gd name="connsiteX16" fmla="*/ 1543050 w 4457700"/>
                            <a:gd name="connsiteY16" fmla="*/ 3514728 h 4286257"/>
                            <a:gd name="connsiteX17" fmla="*/ 1543050 w 4457700"/>
                            <a:gd name="connsiteY17" fmla="*/ 3343278 h 4286257"/>
                            <a:gd name="connsiteX18" fmla="*/ 257175 w 4457700"/>
                            <a:gd name="connsiteY18" fmla="*/ 3343278 h 4286257"/>
                            <a:gd name="connsiteX19" fmla="*/ 257175 w 4457700"/>
                            <a:gd name="connsiteY19" fmla="*/ 3514728 h 4286257"/>
                            <a:gd name="connsiteX20" fmla="*/ 428625 w 4457700"/>
                            <a:gd name="connsiteY20" fmla="*/ 3514728 h 4286257"/>
                            <a:gd name="connsiteX21" fmla="*/ 428625 w 4457700"/>
                            <a:gd name="connsiteY21" fmla="*/ 3343278 h 4286257"/>
                            <a:gd name="connsiteX22" fmla="*/ 3111201 w 4457700"/>
                            <a:gd name="connsiteY22" fmla="*/ 2425442 h 4286257"/>
                            <a:gd name="connsiteX23" fmla="*/ 2657476 w 4457700"/>
                            <a:gd name="connsiteY23" fmla="*/ 2879167 h 4286257"/>
                            <a:gd name="connsiteX24" fmla="*/ 2460886 w 4457700"/>
                            <a:gd name="connsiteY24" fmla="*/ 2682617 h 4286257"/>
                            <a:gd name="connsiteX25" fmla="*/ 2339686 w 4457700"/>
                            <a:gd name="connsiteY25" fmla="*/ 2803817 h 4286257"/>
                            <a:gd name="connsiteX26" fmla="*/ 2596861 w 4457700"/>
                            <a:gd name="connsiteY26" fmla="*/ 3060992 h 4286257"/>
                            <a:gd name="connsiteX27" fmla="*/ 2718100 w 4457700"/>
                            <a:gd name="connsiteY27" fmla="*/ 3060992 h 4286257"/>
                            <a:gd name="connsiteX28" fmla="*/ 3232402 w 4457700"/>
                            <a:gd name="connsiteY28" fmla="*/ 2546642 h 4286257"/>
                            <a:gd name="connsiteX29" fmla="*/ 428625 w 4457700"/>
                            <a:gd name="connsiteY29" fmla="*/ 2314578 h 4286257"/>
                            <a:gd name="connsiteX30" fmla="*/ 771525 w 4457700"/>
                            <a:gd name="connsiteY30" fmla="*/ 2314578 h 4286257"/>
                            <a:gd name="connsiteX31" fmla="*/ 771525 w 4457700"/>
                            <a:gd name="connsiteY31" fmla="*/ 2657478 h 4286257"/>
                            <a:gd name="connsiteX32" fmla="*/ 428625 w 4457700"/>
                            <a:gd name="connsiteY32" fmla="*/ 2657478 h 4286257"/>
                            <a:gd name="connsiteX33" fmla="*/ 1200150 w 4457700"/>
                            <a:gd name="connsiteY33" fmla="*/ 2143128 h 4286257"/>
                            <a:gd name="connsiteX34" fmla="*/ 1200150 w 4457700"/>
                            <a:gd name="connsiteY34" fmla="*/ 2314578 h 4286257"/>
                            <a:gd name="connsiteX35" fmla="*/ 1371600 w 4457700"/>
                            <a:gd name="connsiteY35" fmla="*/ 2314578 h 4286257"/>
                            <a:gd name="connsiteX36" fmla="*/ 1371600 w 4457700"/>
                            <a:gd name="connsiteY36" fmla="*/ 2143128 h 4286257"/>
                            <a:gd name="connsiteX37" fmla="*/ 342900 w 4457700"/>
                            <a:gd name="connsiteY37" fmla="*/ 2143128 h 4286257"/>
                            <a:gd name="connsiteX38" fmla="*/ 257175 w 4457700"/>
                            <a:gd name="connsiteY38" fmla="*/ 2228853 h 4286257"/>
                            <a:gd name="connsiteX39" fmla="*/ 257175 w 4457700"/>
                            <a:gd name="connsiteY39" fmla="*/ 2743203 h 4286257"/>
                            <a:gd name="connsiteX40" fmla="*/ 342900 w 4457700"/>
                            <a:gd name="connsiteY40" fmla="*/ 2828928 h 4286257"/>
                            <a:gd name="connsiteX41" fmla="*/ 857250 w 4457700"/>
                            <a:gd name="connsiteY41" fmla="*/ 2828928 h 4286257"/>
                            <a:gd name="connsiteX42" fmla="*/ 917875 w 4457700"/>
                            <a:gd name="connsiteY42" fmla="*/ 2803828 h 4286257"/>
                            <a:gd name="connsiteX43" fmla="*/ 942975 w 4457700"/>
                            <a:gd name="connsiteY43" fmla="*/ 2743203 h 4286257"/>
                            <a:gd name="connsiteX44" fmla="*/ 942975 w 4457700"/>
                            <a:gd name="connsiteY44" fmla="*/ 2228853 h 4286257"/>
                            <a:gd name="connsiteX45" fmla="*/ 917875 w 4457700"/>
                            <a:gd name="connsiteY45" fmla="*/ 2168228 h 4286257"/>
                            <a:gd name="connsiteX46" fmla="*/ 857250 w 4457700"/>
                            <a:gd name="connsiteY46" fmla="*/ 2143128 h 4286257"/>
                            <a:gd name="connsiteX47" fmla="*/ 2743201 w 4457700"/>
                            <a:gd name="connsiteY47" fmla="*/ 1999266 h 4286257"/>
                            <a:gd name="connsiteX48" fmla="*/ 3228159 w 4457700"/>
                            <a:gd name="connsiteY48" fmla="*/ 2200147 h 4286257"/>
                            <a:gd name="connsiteX49" fmla="*/ 3430000 w 4457700"/>
                            <a:gd name="connsiteY49" fmla="*/ 2685066 h 4286257"/>
                            <a:gd name="connsiteX50" fmla="*/ 3228159 w 4457700"/>
                            <a:gd name="connsiteY50" fmla="*/ 3170025 h 4286257"/>
                            <a:gd name="connsiteX51" fmla="*/ 2743201 w 4457700"/>
                            <a:gd name="connsiteY51" fmla="*/ 3370866 h 4286257"/>
                            <a:gd name="connsiteX52" fmla="*/ 2258281 w 4457700"/>
                            <a:gd name="connsiteY52" fmla="*/ 3170025 h 4286257"/>
                            <a:gd name="connsiteX53" fmla="*/ 2057440 w 4457700"/>
                            <a:gd name="connsiteY53" fmla="*/ 2685066 h 4286257"/>
                            <a:gd name="connsiteX54" fmla="*/ 2258281 w 4457700"/>
                            <a:gd name="connsiteY54" fmla="*/ 2200147 h 4286257"/>
                            <a:gd name="connsiteX55" fmla="*/ 2743201 w 4457700"/>
                            <a:gd name="connsiteY55" fmla="*/ 1999266 h 4286257"/>
                            <a:gd name="connsiteX56" fmla="*/ 2702857 w 4457700"/>
                            <a:gd name="connsiteY56" fmla="*/ 1828815 h 4286257"/>
                            <a:gd name="connsiteX57" fmla="*/ 2416035 w 4457700"/>
                            <a:gd name="connsiteY57" fmla="*/ 1892908 h 4286257"/>
                            <a:gd name="connsiteX58" fmla="*/ 1915695 w 4457700"/>
                            <a:gd name="connsiteY58" fmla="*/ 2462789 h 4286257"/>
                            <a:gd name="connsiteX59" fmla="*/ 2063259 w 4457700"/>
                            <a:gd name="connsiteY59" fmla="*/ 3206607 h 4286257"/>
                            <a:gd name="connsiteX60" fmla="*/ 2743201 w 4457700"/>
                            <a:gd name="connsiteY60" fmla="*/ 3542356 h 4286257"/>
                            <a:gd name="connsiteX61" fmla="*/ 2743201 w 4457700"/>
                            <a:gd name="connsiteY61" fmla="*/ 3542003 h 4286257"/>
                            <a:gd name="connsiteX62" fmla="*/ 3349360 w 4457700"/>
                            <a:gd name="connsiteY62" fmla="*/ 3291715 h 4286257"/>
                            <a:gd name="connsiteX63" fmla="*/ 3593603 w 4457700"/>
                            <a:gd name="connsiteY63" fmla="*/ 2573771 h 4286257"/>
                            <a:gd name="connsiteX64" fmla="*/ 3172708 w 4457700"/>
                            <a:gd name="connsiteY64" fmla="*/ 1942962 h 4286257"/>
                            <a:gd name="connsiteX65" fmla="*/ 2702857 w 4457700"/>
                            <a:gd name="connsiteY65" fmla="*/ 1828815 h 4286257"/>
                            <a:gd name="connsiteX66" fmla="*/ 2711031 w 4457700"/>
                            <a:gd name="connsiteY66" fmla="*/ 1656941 h 4286257"/>
                            <a:gd name="connsiteX67" fmla="*/ 3369415 w 4457700"/>
                            <a:gd name="connsiteY67" fmla="*/ 1869033 h 4286257"/>
                            <a:gd name="connsiteX68" fmla="*/ 3771901 w 4457700"/>
                            <a:gd name="connsiteY68" fmla="*/ 2685106 h 4286257"/>
                            <a:gd name="connsiteX69" fmla="*/ 3470560 w 4457700"/>
                            <a:gd name="connsiteY69" fmla="*/ 3412583 h 4286257"/>
                            <a:gd name="connsiteX70" fmla="*/ 2608911 w 4457700"/>
                            <a:gd name="connsiteY70" fmla="*/ 3705047 h 4286257"/>
                            <a:gd name="connsiteX71" fmla="*/ 1852307 w 4457700"/>
                            <a:gd name="connsiteY71" fmla="*/ 3199495 h 4286257"/>
                            <a:gd name="connsiteX72" fmla="*/ 1792800 w 4457700"/>
                            <a:gd name="connsiteY72" fmla="*/ 2291496 h 4286257"/>
                            <a:gd name="connsiteX73" fmla="*/ 2476954 w 4457700"/>
                            <a:gd name="connsiteY73" fmla="*/ 1691499 h 4286257"/>
                            <a:gd name="connsiteX74" fmla="*/ 2711031 w 4457700"/>
                            <a:gd name="connsiteY74" fmla="*/ 1656941 h 4286257"/>
                            <a:gd name="connsiteX75" fmla="*/ 428625 w 4457700"/>
                            <a:gd name="connsiteY75" fmla="*/ 1371604 h 4286257"/>
                            <a:gd name="connsiteX76" fmla="*/ 771525 w 4457700"/>
                            <a:gd name="connsiteY76" fmla="*/ 1371604 h 4286257"/>
                            <a:gd name="connsiteX77" fmla="*/ 771525 w 4457700"/>
                            <a:gd name="connsiteY77" fmla="*/ 1714503 h 4286257"/>
                            <a:gd name="connsiteX78" fmla="*/ 428625 w 4457700"/>
                            <a:gd name="connsiteY78" fmla="*/ 1714503 h 4286257"/>
                            <a:gd name="connsiteX79" fmla="*/ 1543050 w 4457700"/>
                            <a:gd name="connsiteY79" fmla="*/ 1200154 h 4286257"/>
                            <a:gd name="connsiteX80" fmla="*/ 1543050 w 4457700"/>
                            <a:gd name="connsiteY80" fmla="*/ 1371604 h 4286257"/>
                            <a:gd name="connsiteX81" fmla="*/ 2657475 w 4457700"/>
                            <a:gd name="connsiteY81" fmla="*/ 1371604 h 4286257"/>
                            <a:gd name="connsiteX82" fmla="*/ 2657475 w 4457700"/>
                            <a:gd name="connsiteY82" fmla="*/ 1200154 h 4286257"/>
                            <a:gd name="connsiteX83" fmla="*/ 1200150 w 4457700"/>
                            <a:gd name="connsiteY83" fmla="*/ 1200154 h 4286257"/>
                            <a:gd name="connsiteX84" fmla="*/ 1200150 w 4457700"/>
                            <a:gd name="connsiteY84" fmla="*/ 1371604 h 4286257"/>
                            <a:gd name="connsiteX85" fmla="*/ 1371600 w 4457700"/>
                            <a:gd name="connsiteY85" fmla="*/ 1371604 h 4286257"/>
                            <a:gd name="connsiteX86" fmla="*/ 1371600 w 4457700"/>
                            <a:gd name="connsiteY86" fmla="*/ 1200154 h 4286257"/>
                            <a:gd name="connsiteX87" fmla="*/ 342900 w 4457700"/>
                            <a:gd name="connsiteY87" fmla="*/ 1200154 h 4286257"/>
                            <a:gd name="connsiteX88" fmla="*/ 257175 w 4457700"/>
                            <a:gd name="connsiteY88" fmla="*/ 1285879 h 4286257"/>
                            <a:gd name="connsiteX89" fmla="*/ 257175 w 4457700"/>
                            <a:gd name="connsiteY89" fmla="*/ 1800228 h 4286257"/>
                            <a:gd name="connsiteX90" fmla="*/ 342900 w 4457700"/>
                            <a:gd name="connsiteY90" fmla="*/ 1885953 h 4286257"/>
                            <a:gd name="connsiteX91" fmla="*/ 857250 w 4457700"/>
                            <a:gd name="connsiteY91" fmla="*/ 1885953 h 4286257"/>
                            <a:gd name="connsiteX92" fmla="*/ 917875 w 4457700"/>
                            <a:gd name="connsiteY92" fmla="*/ 1860853 h 4286257"/>
                            <a:gd name="connsiteX93" fmla="*/ 942975 w 4457700"/>
                            <a:gd name="connsiteY93" fmla="*/ 1800228 h 4286257"/>
                            <a:gd name="connsiteX94" fmla="*/ 942975 w 4457700"/>
                            <a:gd name="connsiteY94" fmla="*/ 1285879 h 4286257"/>
                            <a:gd name="connsiteX95" fmla="*/ 917875 w 4457700"/>
                            <a:gd name="connsiteY95" fmla="*/ 1225254 h 4286257"/>
                            <a:gd name="connsiteX96" fmla="*/ 857250 w 4457700"/>
                            <a:gd name="connsiteY96" fmla="*/ 1200154 h 4286257"/>
                            <a:gd name="connsiteX97" fmla="*/ 1200150 w 4457700"/>
                            <a:gd name="connsiteY97" fmla="*/ 600079 h 4286257"/>
                            <a:gd name="connsiteX98" fmla="*/ 1200150 w 4457700"/>
                            <a:gd name="connsiteY98" fmla="*/ 771529 h 4286257"/>
                            <a:gd name="connsiteX99" fmla="*/ 2314575 w 4457700"/>
                            <a:gd name="connsiteY99" fmla="*/ 771529 h 4286257"/>
                            <a:gd name="connsiteX100" fmla="*/ 2314575 w 4457700"/>
                            <a:gd name="connsiteY100" fmla="*/ 600079 h 4286257"/>
                            <a:gd name="connsiteX101" fmla="*/ 428625 w 4457700"/>
                            <a:gd name="connsiteY101" fmla="*/ 428628 h 4286257"/>
                            <a:gd name="connsiteX102" fmla="*/ 771525 w 4457700"/>
                            <a:gd name="connsiteY102" fmla="*/ 428628 h 4286257"/>
                            <a:gd name="connsiteX103" fmla="*/ 771525 w 4457700"/>
                            <a:gd name="connsiteY103" fmla="*/ 771528 h 4286257"/>
                            <a:gd name="connsiteX104" fmla="*/ 428625 w 4457700"/>
                            <a:gd name="connsiteY104" fmla="*/ 771528 h 4286257"/>
                            <a:gd name="connsiteX105" fmla="*/ 3600450 w 4457700"/>
                            <a:gd name="connsiteY105" fmla="*/ 342903 h 4286257"/>
                            <a:gd name="connsiteX106" fmla="*/ 3990993 w 4457700"/>
                            <a:gd name="connsiteY106" fmla="*/ 342903 h 4286257"/>
                            <a:gd name="connsiteX107" fmla="*/ 3943350 w 4457700"/>
                            <a:gd name="connsiteY107" fmla="*/ 514353 h 4286257"/>
                            <a:gd name="connsiteX108" fmla="*/ 3943350 w 4457700"/>
                            <a:gd name="connsiteY108" fmla="*/ 1028703 h 4286257"/>
                            <a:gd name="connsiteX109" fmla="*/ 3857625 w 4457700"/>
                            <a:gd name="connsiteY109" fmla="*/ 1177189 h 4286257"/>
                            <a:gd name="connsiteX110" fmla="*/ 3686175 w 4457700"/>
                            <a:gd name="connsiteY110" fmla="*/ 1177189 h 4286257"/>
                            <a:gd name="connsiteX111" fmla="*/ 3600450 w 4457700"/>
                            <a:gd name="connsiteY111" fmla="*/ 1028703 h 4286257"/>
                            <a:gd name="connsiteX112" fmla="*/ 4286250 w 4457700"/>
                            <a:gd name="connsiteY112" fmla="*/ 342903 h 4286257"/>
                            <a:gd name="connsiteX113" fmla="*/ 4407490 w 4457700"/>
                            <a:gd name="connsiteY113" fmla="*/ 393113 h 4286257"/>
                            <a:gd name="connsiteX114" fmla="*/ 4457700 w 4457700"/>
                            <a:gd name="connsiteY114" fmla="*/ 514353 h 4286257"/>
                            <a:gd name="connsiteX115" fmla="*/ 4457700 w 4457700"/>
                            <a:gd name="connsiteY115" fmla="*/ 771528 h 4286257"/>
                            <a:gd name="connsiteX116" fmla="*/ 4114800 w 4457700"/>
                            <a:gd name="connsiteY116" fmla="*/ 771528 h 4286257"/>
                            <a:gd name="connsiteX117" fmla="*/ 4114800 w 4457700"/>
                            <a:gd name="connsiteY117" fmla="*/ 514353 h 4286257"/>
                            <a:gd name="connsiteX118" fmla="*/ 4165010 w 4457700"/>
                            <a:gd name="connsiteY118" fmla="*/ 393113 h 4286257"/>
                            <a:gd name="connsiteX119" fmla="*/ 4286250 w 4457700"/>
                            <a:gd name="connsiteY119" fmla="*/ 342903 h 4286257"/>
                            <a:gd name="connsiteX120" fmla="*/ 1543050 w 4457700"/>
                            <a:gd name="connsiteY120" fmla="*/ 257179 h 4286257"/>
                            <a:gd name="connsiteX121" fmla="*/ 1543050 w 4457700"/>
                            <a:gd name="connsiteY121" fmla="*/ 428629 h 4286257"/>
                            <a:gd name="connsiteX122" fmla="*/ 2657475 w 4457700"/>
                            <a:gd name="connsiteY122" fmla="*/ 428629 h 4286257"/>
                            <a:gd name="connsiteX123" fmla="*/ 2657475 w 4457700"/>
                            <a:gd name="connsiteY123" fmla="*/ 257179 h 4286257"/>
                            <a:gd name="connsiteX124" fmla="*/ 1200150 w 4457700"/>
                            <a:gd name="connsiteY124" fmla="*/ 257179 h 4286257"/>
                            <a:gd name="connsiteX125" fmla="*/ 1200150 w 4457700"/>
                            <a:gd name="connsiteY125" fmla="*/ 428629 h 4286257"/>
                            <a:gd name="connsiteX126" fmla="*/ 1371600 w 4457700"/>
                            <a:gd name="connsiteY126" fmla="*/ 428629 h 4286257"/>
                            <a:gd name="connsiteX127" fmla="*/ 1371600 w 4457700"/>
                            <a:gd name="connsiteY127" fmla="*/ 257179 h 4286257"/>
                            <a:gd name="connsiteX128" fmla="*/ 342900 w 4457700"/>
                            <a:gd name="connsiteY128" fmla="*/ 257179 h 4286257"/>
                            <a:gd name="connsiteX129" fmla="*/ 257175 w 4457700"/>
                            <a:gd name="connsiteY129" fmla="*/ 342904 h 4286257"/>
                            <a:gd name="connsiteX130" fmla="*/ 257175 w 4457700"/>
                            <a:gd name="connsiteY130" fmla="*/ 857254 h 4286257"/>
                            <a:gd name="connsiteX131" fmla="*/ 342900 w 4457700"/>
                            <a:gd name="connsiteY131" fmla="*/ 942979 h 4286257"/>
                            <a:gd name="connsiteX132" fmla="*/ 857250 w 4457700"/>
                            <a:gd name="connsiteY132" fmla="*/ 942979 h 4286257"/>
                            <a:gd name="connsiteX133" fmla="*/ 917875 w 4457700"/>
                            <a:gd name="connsiteY133" fmla="*/ 917879 h 4286257"/>
                            <a:gd name="connsiteX134" fmla="*/ 942975 w 4457700"/>
                            <a:gd name="connsiteY134" fmla="*/ 857254 h 4286257"/>
                            <a:gd name="connsiteX135" fmla="*/ 942975 w 4457700"/>
                            <a:gd name="connsiteY135" fmla="*/ 342904 h 4286257"/>
                            <a:gd name="connsiteX136" fmla="*/ 917875 w 4457700"/>
                            <a:gd name="connsiteY136" fmla="*/ 282284 h 4286257"/>
                            <a:gd name="connsiteX137" fmla="*/ 857250 w 4457700"/>
                            <a:gd name="connsiteY137" fmla="*/ 257179 h 4286257"/>
                            <a:gd name="connsiteX138" fmla="*/ 3257550 w 4457700"/>
                            <a:gd name="connsiteY138" fmla="*/ 6 h 4286257"/>
                            <a:gd name="connsiteX139" fmla="*/ 3343275 w 4457700"/>
                            <a:gd name="connsiteY139" fmla="*/ 22968 h 4286257"/>
                            <a:gd name="connsiteX140" fmla="*/ 3429000 w 4457700"/>
                            <a:gd name="connsiteY140" fmla="*/ 171454 h 4286257"/>
                            <a:gd name="connsiteX141" fmla="*/ 3429000 w 4457700"/>
                            <a:gd name="connsiteY141" fmla="*/ 1028704 h 4286257"/>
                            <a:gd name="connsiteX142" fmla="*/ 3476644 w 4457700"/>
                            <a:gd name="connsiteY142" fmla="*/ 1200154 h 4286257"/>
                            <a:gd name="connsiteX143" fmla="*/ 3086100 w 4457700"/>
                            <a:gd name="connsiteY143" fmla="*/ 1200154 h 4286257"/>
                            <a:gd name="connsiteX144" fmla="*/ 3086100 w 4457700"/>
                            <a:gd name="connsiteY144" fmla="*/ 171454 h 4286257"/>
                            <a:gd name="connsiteX145" fmla="*/ 3171825 w 4457700"/>
                            <a:gd name="connsiteY145" fmla="*/ 22968 h 4286257"/>
                            <a:gd name="connsiteX146" fmla="*/ 3257550 w 4457700"/>
                            <a:gd name="connsiteY146" fmla="*/ 6 h 4286257"/>
                            <a:gd name="connsiteX147" fmla="*/ 171519 w 4457700"/>
                            <a:gd name="connsiteY147" fmla="*/ 0 h 4286257"/>
                            <a:gd name="connsiteX148" fmla="*/ 2962333 w 4457700"/>
                            <a:gd name="connsiteY148" fmla="*/ 0 h 4286257"/>
                            <a:gd name="connsiteX149" fmla="*/ 2914689 w 4457700"/>
                            <a:gd name="connsiteY149" fmla="*/ 171450 h 4286257"/>
                            <a:gd name="connsiteX150" fmla="*/ 2914689 w 4457700"/>
                            <a:gd name="connsiteY150" fmla="*/ 1498476 h 4286257"/>
                            <a:gd name="connsiteX151" fmla="*/ 2374622 w 4457700"/>
                            <a:gd name="connsiteY151" fmla="*/ 1543053 h 4286257"/>
                            <a:gd name="connsiteX152" fmla="*/ 1200140 w 4457700"/>
                            <a:gd name="connsiteY152" fmla="*/ 1543053 h 4286257"/>
                            <a:gd name="connsiteX153" fmla="*/ 1200140 w 4457700"/>
                            <a:gd name="connsiteY153" fmla="*/ 1714503 h 4286257"/>
                            <a:gd name="connsiteX154" fmla="*/ 2039217 w 4457700"/>
                            <a:gd name="connsiteY154" fmla="*/ 1714503 h 4286257"/>
                            <a:gd name="connsiteX155" fmla="*/ 1672823 w 4457700"/>
                            <a:gd name="connsiteY155" fmla="*/ 2143128 h 4286257"/>
                            <a:gd name="connsiteX156" fmla="*/ 1543050 w 4457700"/>
                            <a:gd name="connsiteY156" fmla="*/ 2143128 h 4286257"/>
                            <a:gd name="connsiteX157" fmla="*/ 1543050 w 4457700"/>
                            <a:gd name="connsiteY157" fmla="*/ 2314578 h 4286257"/>
                            <a:gd name="connsiteX158" fmla="*/ 1601519 w 4457700"/>
                            <a:gd name="connsiteY158" fmla="*/ 2314578 h 4286257"/>
                            <a:gd name="connsiteX159" fmla="*/ 1560195 w 4457700"/>
                            <a:gd name="connsiteY159" fmla="*/ 2486028 h 4286257"/>
                            <a:gd name="connsiteX160" fmla="*/ 1200150 w 4457700"/>
                            <a:gd name="connsiteY160" fmla="*/ 2486028 h 4286257"/>
                            <a:gd name="connsiteX161" fmla="*/ 1200150 w 4457700"/>
                            <a:gd name="connsiteY161" fmla="*/ 2657478 h 4286257"/>
                            <a:gd name="connsiteX162" fmla="*/ 1544431 w 4457700"/>
                            <a:gd name="connsiteY162" fmla="*/ 2657478 h 4286257"/>
                            <a:gd name="connsiteX163" fmla="*/ 1543050 w 4457700"/>
                            <a:gd name="connsiteY163" fmla="*/ 2685076 h 4286257"/>
                            <a:gd name="connsiteX164" fmla="*/ 1894562 w 4457700"/>
                            <a:gd name="connsiteY164" fmla="*/ 3533715 h 4286257"/>
                            <a:gd name="connsiteX165" fmla="*/ 2743200 w 4457700"/>
                            <a:gd name="connsiteY165" fmla="*/ 3885226 h 4286257"/>
                            <a:gd name="connsiteX166" fmla="*/ 2914650 w 4457700"/>
                            <a:gd name="connsiteY166" fmla="*/ 3871677 h 4286257"/>
                            <a:gd name="connsiteX167" fmla="*/ 2914650 w 4457700"/>
                            <a:gd name="connsiteY167" fmla="*/ 4114803 h 4286257"/>
                            <a:gd name="connsiteX168" fmla="*/ 0 w 4457700"/>
                            <a:gd name="connsiteY168" fmla="*/ 4114803 h 4286257"/>
                            <a:gd name="connsiteX169" fmla="*/ 0 w 4457700"/>
                            <a:gd name="connsiteY169" fmla="*/ 171454 h 4286257"/>
                            <a:gd name="connsiteX170" fmla="*/ 69 w 4457700"/>
                            <a:gd name="connsiteY170" fmla="*/ 171450 h 4286257"/>
                            <a:gd name="connsiteX171" fmla="*/ 50279 w 4457700"/>
                            <a:gd name="connsiteY171" fmla="*/ 50210 h 4286257"/>
                            <a:gd name="connsiteX172" fmla="*/ 171519 w 4457700"/>
                            <a:gd name="connsiteY172" fmla="*/ 0 h 42862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  <a:cxn ang="0">
                              <a:pos x="connsiteX140" y="connsiteY140"/>
                            </a:cxn>
                            <a:cxn ang="0">
                              <a:pos x="connsiteX141" y="connsiteY141"/>
                            </a:cxn>
                            <a:cxn ang="0">
                              <a:pos x="connsiteX142" y="connsiteY142"/>
                            </a:cxn>
                            <a:cxn ang="0">
                              <a:pos x="connsiteX143" y="connsiteY143"/>
                            </a:cxn>
                            <a:cxn ang="0">
                              <a:pos x="connsiteX144" y="connsiteY144"/>
                            </a:cxn>
                            <a:cxn ang="0">
                              <a:pos x="connsiteX145" y="connsiteY145"/>
                            </a:cxn>
                            <a:cxn ang="0">
                              <a:pos x="connsiteX146" y="connsiteY146"/>
                            </a:cxn>
                            <a:cxn ang="0">
                              <a:pos x="connsiteX147" y="connsiteY147"/>
                            </a:cxn>
                            <a:cxn ang="0">
                              <a:pos x="connsiteX148" y="connsiteY148"/>
                            </a:cxn>
                            <a:cxn ang="0">
                              <a:pos x="connsiteX149" y="connsiteY149"/>
                            </a:cxn>
                            <a:cxn ang="0">
                              <a:pos x="connsiteX150" y="connsiteY150"/>
                            </a:cxn>
                            <a:cxn ang="0">
                              <a:pos x="connsiteX151" y="connsiteY151"/>
                            </a:cxn>
                            <a:cxn ang="0">
                              <a:pos x="connsiteX152" y="connsiteY152"/>
                            </a:cxn>
                            <a:cxn ang="0">
                              <a:pos x="connsiteX153" y="connsiteY153"/>
                            </a:cxn>
                            <a:cxn ang="0">
                              <a:pos x="connsiteX154" y="connsiteY154"/>
                            </a:cxn>
                            <a:cxn ang="0">
                              <a:pos x="connsiteX155" y="connsiteY155"/>
                            </a:cxn>
                            <a:cxn ang="0">
                              <a:pos x="connsiteX156" y="connsiteY156"/>
                            </a:cxn>
                            <a:cxn ang="0">
                              <a:pos x="connsiteX157" y="connsiteY157"/>
                            </a:cxn>
                            <a:cxn ang="0">
                              <a:pos x="connsiteX158" y="connsiteY158"/>
                            </a:cxn>
                            <a:cxn ang="0">
                              <a:pos x="connsiteX159" y="connsiteY159"/>
                            </a:cxn>
                            <a:cxn ang="0">
                              <a:pos x="connsiteX160" y="connsiteY160"/>
                            </a:cxn>
                            <a:cxn ang="0">
                              <a:pos x="connsiteX161" y="connsiteY161"/>
                            </a:cxn>
                            <a:cxn ang="0">
                              <a:pos x="connsiteX162" y="connsiteY162"/>
                            </a:cxn>
                            <a:cxn ang="0">
                              <a:pos x="connsiteX163" y="connsiteY163"/>
                            </a:cxn>
                            <a:cxn ang="0">
                              <a:pos x="connsiteX164" y="connsiteY164"/>
                            </a:cxn>
                            <a:cxn ang="0">
                              <a:pos x="connsiteX165" y="connsiteY165"/>
                            </a:cxn>
                            <a:cxn ang="0">
                              <a:pos x="connsiteX166" y="connsiteY166"/>
                            </a:cxn>
                            <a:cxn ang="0">
                              <a:pos x="connsiteX167" y="connsiteY167"/>
                            </a:cxn>
                            <a:cxn ang="0">
                              <a:pos x="connsiteX168" y="connsiteY168"/>
                            </a:cxn>
                            <a:cxn ang="0">
                              <a:pos x="connsiteX169" y="connsiteY169"/>
                            </a:cxn>
                            <a:cxn ang="0">
                              <a:pos x="connsiteX170" y="connsiteY170"/>
                            </a:cxn>
                            <a:cxn ang="0">
                              <a:pos x="connsiteX171" y="connsiteY171"/>
                            </a:cxn>
                            <a:cxn ang="0">
                              <a:pos x="connsiteX172" y="connsiteY172"/>
                            </a:cxn>
                          </a:cxnLst>
                          <a:rect l="l" t="t" r="r" b="b"/>
                          <a:pathLst>
                            <a:path w="4457700" h="4286257">
                              <a:moveTo>
                                <a:pt x="3894933" y="3715598"/>
                              </a:moveTo>
                              <a:lnTo>
                                <a:pt x="4319267" y="4139932"/>
                              </a:lnTo>
                              <a:cubicBezTo>
                                <a:pt x="4352754" y="4173419"/>
                                <a:pt x="4352754" y="4227685"/>
                                <a:pt x="4319267" y="4261172"/>
                              </a:cubicBezTo>
                              <a:cubicBezTo>
                                <a:pt x="4285820" y="4294619"/>
                                <a:pt x="4231553" y="4294619"/>
                                <a:pt x="4198067" y="4261172"/>
                              </a:cubicBezTo>
                              <a:lnTo>
                                <a:pt x="4198067" y="4261132"/>
                              </a:lnTo>
                              <a:lnTo>
                                <a:pt x="3773733" y="3836798"/>
                              </a:lnTo>
                              <a:close/>
                              <a:moveTo>
                                <a:pt x="257175" y="3686178"/>
                              </a:moveTo>
                              <a:lnTo>
                                <a:pt x="257175" y="3857628"/>
                              </a:lnTo>
                              <a:lnTo>
                                <a:pt x="1714500" y="3857628"/>
                              </a:lnTo>
                              <a:lnTo>
                                <a:pt x="1714500" y="3686178"/>
                              </a:lnTo>
                              <a:close/>
                              <a:moveTo>
                                <a:pt x="3652425" y="3473139"/>
                              </a:moveTo>
                              <a:lnTo>
                                <a:pt x="3773664" y="3594379"/>
                              </a:lnTo>
                              <a:lnTo>
                                <a:pt x="3652425" y="3715618"/>
                              </a:lnTo>
                              <a:lnTo>
                                <a:pt x="3531185" y="3594379"/>
                              </a:lnTo>
                              <a:close/>
                              <a:moveTo>
                                <a:pt x="600075" y="3343278"/>
                              </a:moveTo>
                              <a:lnTo>
                                <a:pt x="600075" y="3514728"/>
                              </a:lnTo>
                              <a:lnTo>
                                <a:pt x="1543050" y="3514728"/>
                              </a:lnTo>
                              <a:lnTo>
                                <a:pt x="1543050" y="3343278"/>
                              </a:lnTo>
                              <a:close/>
                              <a:moveTo>
                                <a:pt x="257175" y="3343278"/>
                              </a:moveTo>
                              <a:lnTo>
                                <a:pt x="257175" y="3514728"/>
                              </a:lnTo>
                              <a:lnTo>
                                <a:pt x="428625" y="3514728"/>
                              </a:lnTo>
                              <a:lnTo>
                                <a:pt x="428625" y="3343278"/>
                              </a:lnTo>
                              <a:close/>
                              <a:moveTo>
                                <a:pt x="3111201" y="2425442"/>
                              </a:moveTo>
                              <a:lnTo>
                                <a:pt x="2657476" y="2879167"/>
                              </a:lnTo>
                              <a:lnTo>
                                <a:pt x="2460886" y="2682617"/>
                              </a:lnTo>
                              <a:lnTo>
                                <a:pt x="2339686" y="2803817"/>
                              </a:lnTo>
                              <a:lnTo>
                                <a:pt x="2596861" y="3060992"/>
                              </a:lnTo>
                              <a:cubicBezTo>
                                <a:pt x="2630347" y="3094440"/>
                                <a:pt x="2684614" y="3094440"/>
                                <a:pt x="2718100" y="3060992"/>
                              </a:cubicBezTo>
                              <a:lnTo>
                                <a:pt x="3232402" y="2546642"/>
                              </a:lnTo>
                              <a:close/>
                              <a:moveTo>
                                <a:pt x="428625" y="2314578"/>
                              </a:moveTo>
                              <a:lnTo>
                                <a:pt x="771525" y="2314578"/>
                              </a:lnTo>
                              <a:lnTo>
                                <a:pt x="771525" y="2657478"/>
                              </a:lnTo>
                              <a:lnTo>
                                <a:pt x="428625" y="2657478"/>
                              </a:lnTo>
                              <a:close/>
                              <a:moveTo>
                                <a:pt x="1200150" y="2143128"/>
                              </a:moveTo>
                              <a:lnTo>
                                <a:pt x="1200150" y="2314578"/>
                              </a:lnTo>
                              <a:lnTo>
                                <a:pt x="1371600" y="2314578"/>
                              </a:lnTo>
                              <a:lnTo>
                                <a:pt x="1371600" y="2143128"/>
                              </a:lnTo>
                              <a:close/>
                              <a:moveTo>
                                <a:pt x="342900" y="2143128"/>
                              </a:moveTo>
                              <a:cubicBezTo>
                                <a:pt x="295560" y="2143128"/>
                                <a:pt x="257175" y="2181513"/>
                                <a:pt x="257175" y="2228853"/>
                              </a:cubicBezTo>
                              <a:lnTo>
                                <a:pt x="257175" y="2743203"/>
                              </a:lnTo>
                              <a:cubicBezTo>
                                <a:pt x="257175" y="2790543"/>
                                <a:pt x="295560" y="2828928"/>
                                <a:pt x="342900" y="2828928"/>
                              </a:cubicBezTo>
                              <a:lnTo>
                                <a:pt x="857250" y="2828928"/>
                              </a:lnTo>
                              <a:cubicBezTo>
                                <a:pt x="879979" y="2828928"/>
                                <a:pt x="901798" y="2819895"/>
                                <a:pt x="917875" y="2803828"/>
                              </a:cubicBezTo>
                              <a:cubicBezTo>
                                <a:pt x="933942" y="2787751"/>
                                <a:pt x="942975" y="2765932"/>
                                <a:pt x="942975" y="2743203"/>
                              </a:cubicBezTo>
                              <a:lnTo>
                                <a:pt x="942975" y="2228853"/>
                              </a:lnTo>
                              <a:cubicBezTo>
                                <a:pt x="942975" y="2206124"/>
                                <a:pt x="933942" y="2184305"/>
                                <a:pt x="917875" y="2168228"/>
                              </a:cubicBezTo>
                              <a:cubicBezTo>
                                <a:pt x="901798" y="2152161"/>
                                <a:pt x="879979" y="2143128"/>
                                <a:pt x="857250" y="2143128"/>
                              </a:cubicBezTo>
                              <a:close/>
                              <a:moveTo>
                                <a:pt x="2743201" y="1999266"/>
                              </a:moveTo>
                              <a:cubicBezTo>
                                <a:pt x="2925095" y="1999266"/>
                                <a:pt x="3099533" y="2071520"/>
                                <a:pt x="3228159" y="2200147"/>
                              </a:cubicBezTo>
                              <a:cubicBezTo>
                                <a:pt x="3357325" y="2328430"/>
                                <a:pt x="3430000" y="2502976"/>
                                <a:pt x="3430000" y="2685066"/>
                              </a:cubicBezTo>
                              <a:cubicBezTo>
                                <a:pt x="3430000" y="2867156"/>
                                <a:pt x="3357325" y="3041701"/>
                                <a:pt x="3228159" y="3170025"/>
                              </a:cubicBezTo>
                              <a:cubicBezTo>
                                <a:pt x="3099533" y="3298612"/>
                                <a:pt x="2925095" y="3370866"/>
                                <a:pt x="2743201" y="3370866"/>
                              </a:cubicBezTo>
                              <a:cubicBezTo>
                                <a:pt x="2561346" y="3370866"/>
                                <a:pt x="2386908" y="3298612"/>
                                <a:pt x="2258281" y="3170025"/>
                              </a:cubicBezTo>
                              <a:cubicBezTo>
                                <a:pt x="2129694" y="3041398"/>
                                <a:pt x="2057440" y="2866960"/>
                                <a:pt x="2057440" y="2685066"/>
                              </a:cubicBezTo>
                              <a:cubicBezTo>
                                <a:pt x="2057440" y="2503211"/>
                                <a:pt x="2129694" y="2328773"/>
                                <a:pt x="2258281" y="2200147"/>
                              </a:cubicBezTo>
                              <a:cubicBezTo>
                                <a:pt x="2386908" y="2071520"/>
                                <a:pt x="2561346" y="1999266"/>
                                <a:pt x="2743201" y="1999266"/>
                              </a:cubicBezTo>
                              <a:close/>
                              <a:moveTo>
                                <a:pt x="2702857" y="1828815"/>
                              </a:moveTo>
                              <a:cubicBezTo>
                                <a:pt x="2605454" y="1833449"/>
                                <a:pt x="2508401" y="1854718"/>
                                <a:pt x="2416035" y="1892908"/>
                              </a:cubicBezTo>
                              <a:cubicBezTo>
                                <a:pt x="2169735" y="1994779"/>
                                <a:pt x="1984853" y="2205389"/>
                                <a:pt x="1915695" y="2462789"/>
                              </a:cubicBezTo>
                              <a:cubicBezTo>
                                <a:pt x="1846576" y="2720199"/>
                                <a:pt x="1901107" y="2995087"/>
                                <a:pt x="2063259" y="3206607"/>
                              </a:cubicBezTo>
                              <a:cubicBezTo>
                                <a:pt x="2225373" y="3418167"/>
                                <a:pt x="2476689" y="3542238"/>
                                <a:pt x="2743201" y="3542356"/>
                              </a:cubicBezTo>
                              <a:lnTo>
                                <a:pt x="2743201" y="3542003"/>
                              </a:lnTo>
                              <a:cubicBezTo>
                                <a:pt x="2970485" y="3542502"/>
                                <a:pt x="3188628" y="3452408"/>
                                <a:pt x="3349360" y="3291715"/>
                              </a:cubicBezTo>
                              <a:cubicBezTo>
                                <a:pt x="3537955" y="3103395"/>
                                <a:pt x="3628236" y="2838029"/>
                                <a:pt x="3593603" y="2573771"/>
                              </a:cubicBezTo>
                              <a:cubicBezTo>
                                <a:pt x="3559009" y="2309513"/>
                                <a:pt x="3403440" y="2076370"/>
                                <a:pt x="3172708" y="1942962"/>
                              </a:cubicBezTo>
                              <a:cubicBezTo>
                                <a:pt x="3028506" y="1859582"/>
                                <a:pt x="2865196" y="1821093"/>
                                <a:pt x="2702857" y="1828815"/>
                              </a:cubicBezTo>
                              <a:close/>
                              <a:moveTo>
                                <a:pt x="2711031" y="1656941"/>
                              </a:moveTo>
                              <a:cubicBezTo>
                                <a:pt x="2946005" y="1649604"/>
                                <a:pt x="3179120" y="1723024"/>
                                <a:pt x="3369415" y="1869033"/>
                              </a:cubicBezTo>
                              <a:cubicBezTo>
                                <a:pt x="3623141" y="2063712"/>
                                <a:pt x="3771901" y="2365317"/>
                                <a:pt x="3771901" y="2685106"/>
                              </a:cubicBezTo>
                              <a:cubicBezTo>
                                <a:pt x="3772665" y="2958123"/>
                                <a:pt x="3664172" y="3220088"/>
                                <a:pt x="3470560" y="3412583"/>
                              </a:cubicBezTo>
                              <a:cubicBezTo>
                                <a:pt x="3244423" y="3638720"/>
                                <a:pt x="2925986" y="3746802"/>
                                <a:pt x="2608911" y="3705047"/>
                              </a:cubicBezTo>
                              <a:cubicBezTo>
                                <a:pt x="2291837" y="3663292"/>
                                <a:pt x="2012197" y="3476460"/>
                                <a:pt x="1852307" y="3199495"/>
                              </a:cubicBezTo>
                              <a:cubicBezTo>
                                <a:pt x="1692418" y="2922529"/>
                                <a:pt x="1670414" y="2586938"/>
                                <a:pt x="1792800" y="2291496"/>
                              </a:cubicBezTo>
                              <a:cubicBezTo>
                                <a:pt x="1915186" y="1996014"/>
                                <a:pt x="2168040" y="1774275"/>
                                <a:pt x="2476954" y="1691499"/>
                              </a:cubicBezTo>
                              <a:cubicBezTo>
                                <a:pt x="2554175" y="1670805"/>
                                <a:pt x="2632706" y="1659387"/>
                                <a:pt x="2711031" y="1656941"/>
                              </a:cubicBezTo>
                              <a:close/>
                              <a:moveTo>
                                <a:pt x="428625" y="1371604"/>
                              </a:moveTo>
                              <a:lnTo>
                                <a:pt x="771525" y="1371604"/>
                              </a:lnTo>
                              <a:lnTo>
                                <a:pt x="771525" y="1714503"/>
                              </a:lnTo>
                              <a:lnTo>
                                <a:pt x="428625" y="1714503"/>
                              </a:lnTo>
                              <a:close/>
                              <a:moveTo>
                                <a:pt x="1543050" y="1200154"/>
                              </a:moveTo>
                              <a:lnTo>
                                <a:pt x="1543050" y="1371604"/>
                              </a:lnTo>
                              <a:lnTo>
                                <a:pt x="2657475" y="1371604"/>
                              </a:lnTo>
                              <a:lnTo>
                                <a:pt x="2657475" y="1200154"/>
                              </a:lnTo>
                              <a:close/>
                              <a:moveTo>
                                <a:pt x="1200150" y="1200154"/>
                              </a:moveTo>
                              <a:lnTo>
                                <a:pt x="1200150" y="1371604"/>
                              </a:lnTo>
                              <a:lnTo>
                                <a:pt x="1371600" y="1371604"/>
                              </a:lnTo>
                              <a:lnTo>
                                <a:pt x="1371600" y="1200154"/>
                              </a:lnTo>
                              <a:close/>
                              <a:moveTo>
                                <a:pt x="342900" y="1200154"/>
                              </a:moveTo>
                              <a:cubicBezTo>
                                <a:pt x="295560" y="1200154"/>
                                <a:pt x="257175" y="1238539"/>
                                <a:pt x="257175" y="1285879"/>
                              </a:cubicBezTo>
                              <a:lnTo>
                                <a:pt x="257175" y="1800228"/>
                              </a:lnTo>
                              <a:cubicBezTo>
                                <a:pt x="257175" y="1847568"/>
                                <a:pt x="295560" y="1885953"/>
                                <a:pt x="342900" y="1885953"/>
                              </a:cubicBezTo>
                              <a:lnTo>
                                <a:pt x="857250" y="1885953"/>
                              </a:lnTo>
                              <a:cubicBezTo>
                                <a:pt x="879979" y="1885953"/>
                                <a:pt x="901798" y="1876920"/>
                                <a:pt x="917875" y="1860853"/>
                              </a:cubicBezTo>
                              <a:cubicBezTo>
                                <a:pt x="933942" y="1844776"/>
                                <a:pt x="942975" y="1822957"/>
                                <a:pt x="942975" y="1800228"/>
                              </a:cubicBezTo>
                              <a:lnTo>
                                <a:pt x="942975" y="1285879"/>
                              </a:lnTo>
                              <a:cubicBezTo>
                                <a:pt x="942975" y="1263150"/>
                                <a:pt x="933942" y="1241331"/>
                                <a:pt x="917875" y="1225254"/>
                              </a:cubicBezTo>
                              <a:cubicBezTo>
                                <a:pt x="901798" y="1209187"/>
                                <a:pt x="879979" y="1200154"/>
                                <a:pt x="857250" y="1200154"/>
                              </a:cubicBezTo>
                              <a:close/>
                              <a:moveTo>
                                <a:pt x="1200150" y="600079"/>
                              </a:moveTo>
                              <a:lnTo>
                                <a:pt x="1200150" y="771529"/>
                              </a:lnTo>
                              <a:lnTo>
                                <a:pt x="2314575" y="771529"/>
                              </a:lnTo>
                              <a:lnTo>
                                <a:pt x="2314575" y="600079"/>
                              </a:lnTo>
                              <a:close/>
                              <a:moveTo>
                                <a:pt x="428625" y="428628"/>
                              </a:moveTo>
                              <a:lnTo>
                                <a:pt x="771525" y="428628"/>
                              </a:lnTo>
                              <a:lnTo>
                                <a:pt x="771525" y="771528"/>
                              </a:lnTo>
                              <a:lnTo>
                                <a:pt x="428625" y="771528"/>
                              </a:lnTo>
                              <a:close/>
                              <a:moveTo>
                                <a:pt x="3600450" y="342903"/>
                              </a:moveTo>
                              <a:lnTo>
                                <a:pt x="3990993" y="342903"/>
                              </a:lnTo>
                              <a:cubicBezTo>
                                <a:pt x="3960152" y="394798"/>
                                <a:pt x="3943693" y="453964"/>
                                <a:pt x="3943350" y="514353"/>
                              </a:cubicBezTo>
                              <a:lnTo>
                                <a:pt x="3943350" y="1028703"/>
                              </a:lnTo>
                              <a:cubicBezTo>
                                <a:pt x="3943350" y="1089974"/>
                                <a:pt x="3910667" y="1146573"/>
                                <a:pt x="3857625" y="1177189"/>
                              </a:cubicBezTo>
                              <a:cubicBezTo>
                                <a:pt x="3804583" y="1207806"/>
                                <a:pt x="3739217" y="1207806"/>
                                <a:pt x="3686175" y="1177189"/>
                              </a:cubicBezTo>
                              <a:cubicBezTo>
                                <a:pt x="3633133" y="1146573"/>
                                <a:pt x="3600450" y="1089974"/>
                                <a:pt x="3600450" y="1028703"/>
                              </a:cubicBezTo>
                              <a:close/>
                              <a:moveTo>
                                <a:pt x="4286250" y="342903"/>
                              </a:moveTo>
                              <a:cubicBezTo>
                                <a:pt x="4331718" y="342903"/>
                                <a:pt x="4375345" y="360969"/>
                                <a:pt x="4407490" y="393113"/>
                              </a:cubicBezTo>
                              <a:cubicBezTo>
                                <a:pt x="4439634" y="425258"/>
                                <a:pt x="4457700" y="468884"/>
                                <a:pt x="4457700" y="514353"/>
                              </a:cubicBezTo>
                              <a:lnTo>
                                <a:pt x="4457700" y="771528"/>
                              </a:lnTo>
                              <a:lnTo>
                                <a:pt x="4114800" y="771528"/>
                              </a:lnTo>
                              <a:lnTo>
                                <a:pt x="4114800" y="514353"/>
                              </a:lnTo>
                              <a:cubicBezTo>
                                <a:pt x="4114800" y="468884"/>
                                <a:pt x="4132866" y="425258"/>
                                <a:pt x="4165010" y="393113"/>
                              </a:cubicBezTo>
                              <a:cubicBezTo>
                                <a:pt x="4197155" y="360969"/>
                                <a:pt x="4240782" y="342903"/>
                                <a:pt x="4286250" y="342903"/>
                              </a:cubicBezTo>
                              <a:close/>
                              <a:moveTo>
                                <a:pt x="1543050" y="257179"/>
                              </a:moveTo>
                              <a:lnTo>
                                <a:pt x="1543050" y="428629"/>
                              </a:lnTo>
                              <a:lnTo>
                                <a:pt x="2657475" y="428629"/>
                              </a:lnTo>
                              <a:lnTo>
                                <a:pt x="2657475" y="257179"/>
                              </a:lnTo>
                              <a:close/>
                              <a:moveTo>
                                <a:pt x="1200150" y="257179"/>
                              </a:moveTo>
                              <a:lnTo>
                                <a:pt x="1200150" y="428629"/>
                              </a:lnTo>
                              <a:lnTo>
                                <a:pt x="1371600" y="428629"/>
                              </a:lnTo>
                              <a:lnTo>
                                <a:pt x="1371600" y="257179"/>
                              </a:lnTo>
                              <a:close/>
                              <a:moveTo>
                                <a:pt x="342900" y="257179"/>
                              </a:moveTo>
                              <a:cubicBezTo>
                                <a:pt x="295560" y="257179"/>
                                <a:pt x="257175" y="295564"/>
                                <a:pt x="257175" y="342904"/>
                              </a:cubicBezTo>
                              <a:lnTo>
                                <a:pt x="257175" y="857254"/>
                              </a:lnTo>
                              <a:cubicBezTo>
                                <a:pt x="257175" y="904594"/>
                                <a:pt x="295560" y="942979"/>
                                <a:pt x="342900" y="942979"/>
                              </a:cubicBezTo>
                              <a:lnTo>
                                <a:pt x="857250" y="942979"/>
                              </a:lnTo>
                              <a:cubicBezTo>
                                <a:pt x="879979" y="942979"/>
                                <a:pt x="901798" y="933946"/>
                                <a:pt x="917875" y="917879"/>
                              </a:cubicBezTo>
                              <a:cubicBezTo>
                                <a:pt x="933942" y="901801"/>
                                <a:pt x="942975" y="879983"/>
                                <a:pt x="942975" y="857254"/>
                              </a:cubicBezTo>
                              <a:lnTo>
                                <a:pt x="942975" y="342904"/>
                              </a:lnTo>
                              <a:cubicBezTo>
                                <a:pt x="942975" y="320175"/>
                                <a:pt x="933942" y="298356"/>
                                <a:pt x="917875" y="282284"/>
                              </a:cubicBezTo>
                              <a:cubicBezTo>
                                <a:pt x="901798" y="266211"/>
                                <a:pt x="879979" y="257179"/>
                                <a:pt x="857250" y="257179"/>
                              </a:cubicBezTo>
                              <a:close/>
                              <a:moveTo>
                                <a:pt x="3257550" y="6"/>
                              </a:moveTo>
                              <a:cubicBezTo>
                                <a:pt x="3287152" y="6"/>
                                <a:pt x="3316754" y="7660"/>
                                <a:pt x="3343275" y="22968"/>
                              </a:cubicBezTo>
                              <a:cubicBezTo>
                                <a:pt x="3396317" y="53584"/>
                                <a:pt x="3429000" y="110183"/>
                                <a:pt x="3429000" y="171454"/>
                              </a:cubicBezTo>
                              <a:lnTo>
                                <a:pt x="3429000" y="1028704"/>
                              </a:lnTo>
                              <a:cubicBezTo>
                                <a:pt x="3429343" y="1089093"/>
                                <a:pt x="3445802" y="1148258"/>
                                <a:pt x="3476644" y="1200154"/>
                              </a:cubicBezTo>
                              <a:lnTo>
                                <a:pt x="3086100" y="1200154"/>
                              </a:lnTo>
                              <a:lnTo>
                                <a:pt x="3086100" y="171454"/>
                              </a:lnTo>
                              <a:cubicBezTo>
                                <a:pt x="3086100" y="110185"/>
                                <a:pt x="3118783" y="53584"/>
                                <a:pt x="3171825" y="22968"/>
                              </a:cubicBezTo>
                              <a:cubicBezTo>
                                <a:pt x="3198346" y="7660"/>
                                <a:pt x="3227948" y="6"/>
                                <a:pt x="3257550" y="6"/>
                              </a:cubicBezTo>
                              <a:close/>
                              <a:moveTo>
                                <a:pt x="171519" y="0"/>
                              </a:moveTo>
                              <a:lnTo>
                                <a:pt x="2962333" y="0"/>
                              </a:lnTo>
                              <a:cubicBezTo>
                                <a:pt x="2931481" y="51895"/>
                                <a:pt x="2915032" y="111059"/>
                                <a:pt x="2914689" y="171450"/>
                              </a:cubicBezTo>
                              <a:lnTo>
                                <a:pt x="2914689" y="1498476"/>
                              </a:lnTo>
                              <a:cubicBezTo>
                                <a:pt x="2733668" y="1470535"/>
                                <a:pt x="2548599" y="1485808"/>
                                <a:pt x="2374622" y="1543053"/>
                              </a:cubicBezTo>
                              <a:lnTo>
                                <a:pt x="1200140" y="1543053"/>
                              </a:lnTo>
                              <a:lnTo>
                                <a:pt x="1200140" y="1714503"/>
                              </a:lnTo>
                              <a:lnTo>
                                <a:pt x="2039217" y="1714503"/>
                              </a:lnTo>
                              <a:cubicBezTo>
                                <a:pt x="1883922" y="1825299"/>
                                <a:pt x="1758088" y="1972442"/>
                                <a:pt x="1672823" y="2143128"/>
                              </a:cubicBezTo>
                              <a:lnTo>
                                <a:pt x="1543050" y="2143128"/>
                              </a:lnTo>
                              <a:lnTo>
                                <a:pt x="1543050" y="2314578"/>
                              </a:lnTo>
                              <a:lnTo>
                                <a:pt x="1601519" y="2314578"/>
                              </a:lnTo>
                              <a:cubicBezTo>
                                <a:pt x="1583532" y="2370647"/>
                                <a:pt x="1569718" y="2427941"/>
                                <a:pt x="1560195" y="2486028"/>
                              </a:cubicBezTo>
                              <a:lnTo>
                                <a:pt x="1200150" y="2486028"/>
                              </a:lnTo>
                              <a:lnTo>
                                <a:pt x="1200150" y="2657478"/>
                              </a:lnTo>
                              <a:lnTo>
                                <a:pt x="1544431" y="2657478"/>
                              </a:lnTo>
                              <a:cubicBezTo>
                                <a:pt x="1544157" y="2666746"/>
                                <a:pt x="1543050" y="2675808"/>
                                <a:pt x="1543050" y="2685076"/>
                              </a:cubicBezTo>
                              <a:cubicBezTo>
                                <a:pt x="1543050" y="3003366"/>
                                <a:pt x="1669492" y="3308645"/>
                                <a:pt x="1894562" y="3533715"/>
                              </a:cubicBezTo>
                              <a:cubicBezTo>
                                <a:pt x="2119631" y="3758785"/>
                                <a:pt x="2424910" y="3885226"/>
                                <a:pt x="2743200" y="3885226"/>
                              </a:cubicBezTo>
                              <a:cubicBezTo>
                                <a:pt x="2800602" y="3884805"/>
                                <a:pt x="2857895" y="3880250"/>
                                <a:pt x="2914650" y="3871677"/>
                              </a:cubicBezTo>
                              <a:lnTo>
                                <a:pt x="2914650" y="4114803"/>
                              </a:lnTo>
                              <a:lnTo>
                                <a:pt x="0" y="4114803"/>
                              </a:lnTo>
                              <a:lnTo>
                                <a:pt x="0" y="171454"/>
                              </a:lnTo>
                              <a:lnTo>
                                <a:pt x="69" y="171450"/>
                              </a:lnTo>
                              <a:cubicBezTo>
                                <a:pt x="69" y="125985"/>
                                <a:pt x="18134" y="82357"/>
                                <a:pt x="50279" y="50210"/>
                              </a:cubicBezTo>
                              <a:cubicBezTo>
                                <a:pt x="82423" y="18064"/>
                                <a:pt x="126050" y="0"/>
                                <a:pt x="17151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52372"/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789225F-575E-D801-FE42-8C44273651E1}"/>
                  </a:ext>
                </a:extLst>
              </p:cNvPr>
              <p:cNvGrpSpPr/>
              <p:nvPr/>
            </p:nvGrpSpPr>
            <p:grpSpPr>
              <a:xfrm>
                <a:off x="2428989" y="976788"/>
                <a:ext cx="2443258" cy="5598939"/>
                <a:chOff x="2617772" y="956765"/>
                <a:chExt cx="2443258" cy="5598939"/>
              </a:xfrm>
            </p:grpSpPr>
            <p:grpSp>
              <p:nvGrpSpPr>
                <p:cNvPr id="201" name="Group 200">
                  <a:extLst>
                    <a:ext uri="{FF2B5EF4-FFF2-40B4-BE49-F238E27FC236}">
                      <a16:creationId xmlns:a16="http://schemas.microsoft.com/office/drawing/2014/main" id="{4DA50097-63EF-8BF2-B9BC-109CE6BA6A19}"/>
                    </a:ext>
                  </a:extLst>
                </p:cNvPr>
                <p:cNvGrpSpPr/>
                <p:nvPr/>
              </p:nvGrpSpPr>
              <p:grpSpPr>
                <a:xfrm>
                  <a:off x="3985265" y="1845667"/>
                  <a:ext cx="0" cy="4307838"/>
                  <a:chOff x="3985265" y="1845667"/>
                  <a:chExt cx="0" cy="4307838"/>
                </a:xfrm>
              </p:grpSpPr>
              <p:cxnSp>
                <p:nvCxnSpPr>
                  <p:cNvPr id="229" name="Straight Connector 228">
                    <a:extLst>
                      <a:ext uri="{FF2B5EF4-FFF2-40B4-BE49-F238E27FC236}">
                        <a16:creationId xmlns:a16="http://schemas.microsoft.com/office/drawing/2014/main" id="{25B42E9A-154E-BDC0-DEE3-B93257D057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85265" y="1845667"/>
                    <a:ext cx="0" cy="228115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0405EE79-185E-E40B-3E8B-234B8B6FFF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3813532" y="5981773"/>
                    <a:ext cx="343465" cy="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78836C31-E294-CBFE-5850-EE88BF8A3F4C}"/>
                    </a:ext>
                  </a:extLst>
                </p:cNvPr>
                <p:cNvGrpSpPr/>
                <p:nvPr/>
              </p:nvGrpSpPr>
              <p:grpSpPr>
                <a:xfrm>
                  <a:off x="2617772" y="956765"/>
                  <a:ext cx="2443258" cy="5598939"/>
                  <a:chOff x="2611262" y="939320"/>
                  <a:chExt cx="2443258" cy="5598939"/>
                </a:xfrm>
              </p:grpSpPr>
              <p:grpSp>
                <p:nvGrpSpPr>
                  <p:cNvPr id="203" name="Group 202">
                    <a:extLst>
                      <a:ext uri="{FF2B5EF4-FFF2-40B4-BE49-F238E27FC236}">
                        <a16:creationId xmlns:a16="http://schemas.microsoft.com/office/drawing/2014/main" id="{6EE283A5-E5DB-B85F-D82D-5E5E11BFB187}"/>
                      </a:ext>
                    </a:extLst>
                  </p:cNvPr>
                  <p:cNvGrpSpPr/>
                  <p:nvPr/>
                </p:nvGrpSpPr>
                <p:grpSpPr>
                  <a:xfrm>
                    <a:off x="2611262" y="2049449"/>
                    <a:ext cx="2420390" cy="3737011"/>
                    <a:chOff x="2617772" y="2049449"/>
                    <a:chExt cx="2420390" cy="3737011"/>
                  </a:xfrm>
                </p:grpSpPr>
                <p:grpSp>
                  <p:nvGrpSpPr>
                    <p:cNvPr id="220" name="Group 219">
                      <a:extLst>
                        <a:ext uri="{FF2B5EF4-FFF2-40B4-BE49-F238E27FC236}">
                          <a16:creationId xmlns:a16="http://schemas.microsoft.com/office/drawing/2014/main" id="{7D12606D-AABF-4017-B16D-7CAACBCA2D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17772" y="2049449"/>
                      <a:ext cx="2419562" cy="2487426"/>
                      <a:chOff x="2427713" y="2093384"/>
                      <a:chExt cx="2419562" cy="2487426"/>
                    </a:xfrm>
                  </p:grpSpPr>
                  <p:sp>
                    <p:nvSpPr>
                      <p:cNvPr id="224" name="Freeform: Shape 210">
                        <a:extLst>
                          <a:ext uri="{FF2B5EF4-FFF2-40B4-BE49-F238E27FC236}">
                            <a16:creationId xmlns:a16="http://schemas.microsoft.com/office/drawing/2014/main" id="{0928BFD3-D527-48ED-892D-75DFBD874A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40619" y="4171604"/>
                        <a:ext cx="2106656" cy="221524"/>
                      </a:xfrm>
                      <a:custGeom>
                        <a:avLst/>
                        <a:gdLst>
                          <a:gd name="connsiteX0" fmla="*/ 0 w 861740"/>
                          <a:gd name="connsiteY0" fmla="*/ 0 h 221523"/>
                          <a:gd name="connsiteX1" fmla="*/ 861740 w 861740"/>
                          <a:gd name="connsiteY1" fmla="*/ 0 h 221523"/>
                          <a:gd name="connsiteX2" fmla="*/ 861740 w 861740"/>
                          <a:gd name="connsiteY2" fmla="*/ 90058 h 221523"/>
                          <a:gd name="connsiteX3" fmla="*/ 430870 w 861740"/>
                          <a:gd name="connsiteY3" fmla="*/ 221523 h 221523"/>
                          <a:gd name="connsiteX4" fmla="*/ 0 w 861740"/>
                          <a:gd name="connsiteY4" fmla="*/ 90058 h 221523"/>
                          <a:gd name="connsiteX5" fmla="*/ 0 w 861740"/>
                          <a:gd name="connsiteY5" fmla="*/ 0 h 2215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861740" h="221523">
                            <a:moveTo>
                              <a:pt x="0" y="0"/>
                            </a:moveTo>
                            <a:lnTo>
                              <a:pt x="861740" y="0"/>
                            </a:lnTo>
                            <a:lnTo>
                              <a:pt x="861740" y="90058"/>
                            </a:lnTo>
                            <a:lnTo>
                              <a:pt x="430870" y="221523"/>
                            </a:lnTo>
                            <a:lnTo>
                              <a:pt x="0" y="9005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 sz="1000" dirty="0">
                          <a:latin typeface="Franklin Gothic Book" panose="020B0503020102020204" pitchFamily="34" charset="0"/>
                        </a:endParaRPr>
                      </a:p>
                    </p:txBody>
                  </p:sp>
                  <p:grpSp>
                    <p:nvGrpSpPr>
                      <p:cNvPr id="225" name="Group 224">
                        <a:extLst>
                          <a:ext uri="{FF2B5EF4-FFF2-40B4-BE49-F238E27FC236}">
                            <a16:creationId xmlns:a16="http://schemas.microsoft.com/office/drawing/2014/main" id="{17406DD9-4703-79CD-6CA1-BBA7A5007AD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732982" y="2093384"/>
                        <a:ext cx="2105795" cy="2193481"/>
                        <a:chOff x="2732982" y="2093384"/>
                        <a:chExt cx="2105795" cy="2193481"/>
                      </a:xfrm>
                    </p:grpSpPr>
                    <p:sp>
                      <p:nvSpPr>
                        <p:cNvPr id="227" name="Rectangle 226">
                          <a:extLst>
                            <a:ext uri="{FF2B5EF4-FFF2-40B4-BE49-F238E27FC236}">
                              <a16:creationId xmlns:a16="http://schemas.microsoft.com/office/drawing/2014/main" id="{A700DDD9-509D-19DE-0620-5342D27985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732982" y="2093384"/>
                          <a:ext cx="2105795" cy="2166710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95000"/>
                          </a:schemeClr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  <p:sp>
                      <p:nvSpPr>
                        <p:cNvPr id="228" name="TextBox 227">
                          <a:extLst>
                            <a:ext uri="{FF2B5EF4-FFF2-40B4-BE49-F238E27FC236}">
                              <a16:creationId xmlns:a16="http://schemas.microsoft.com/office/drawing/2014/main" id="{2BE2CE15-363E-098B-B0F0-AB679620B30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794413" y="2153595"/>
                          <a:ext cx="1970143" cy="213327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anchor="ctr">
                          <a:spAutoFit/>
                        </a:bodyPr>
                        <a:lstStyle/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Alternative Developments</a:t>
                          </a: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3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Customer Acquisition</a:t>
                          </a: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endParaRPr kumimoji="0" lang="en-US" sz="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Target Segmentation</a:t>
                          </a: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tabLst/>
                            <a:defRPr/>
                          </a:pPr>
                          <a:endParaRPr kumimoji="0" lang="en-US" sz="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Differentiation</a:t>
                          </a: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endPara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Scenario Hypothesis </a:t>
                          </a:r>
                        </a:p>
                        <a:p>
                          <a:pPr marL="0" marR="0" lvl="0" indent="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3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Value Proposition by most valuable customer segment</a:t>
                          </a: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tabLst/>
                            <a:defRPr/>
                          </a:pPr>
                          <a:endParaRPr kumimoji="0" lang="en-US" sz="3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182880" marR="0" lvl="0" indent="-182880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itchFamily="34" charset="0"/>
                            <a:buChar char="•"/>
                            <a:tabLst/>
                            <a:defRPr/>
                          </a:pPr>
                          <a:r>
                            <a:rPr kumimoji="0" lang="en-US" sz="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uLnTx/>
                              <a:uFillTx/>
                              <a:latin typeface="Franklin Gothic Book" panose="020B0503020102020204" pitchFamily="34" charset="0"/>
                              <a:cs typeface="Arial" panose="020B0604020202020204" pitchFamily="34" charset="0"/>
                            </a:rPr>
                            <a:t>Supporting Products and services</a:t>
                          </a:r>
                        </a:p>
                      </p:txBody>
                    </p:sp>
                  </p:grpSp>
                  <p:sp>
                    <p:nvSpPr>
                      <p:cNvPr id="226" name="Freeform: Shape 230">
                        <a:extLst>
                          <a:ext uri="{FF2B5EF4-FFF2-40B4-BE49-F238E27FC236}">
                            <a16:creationId xmlns:a16="http://schemas.microsoft.com/office/drawing/2014/main" id="{0356A3EF-7B75-051C-93CF-1B5177777FF4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1922999" y="3854573"/>
                        <a:ext cx="1230951" cy="221523"/>
                      </a:xfrm>
                      <a:custGeom>
                        <a:avLst/>
                        <a:gdLst>
                          <a:gd name="connsiteX0" fmla="*/ 0 w 861740"/>
                          <a:gd name="connsiteY0" fmla="*/ 0 h 221523"/>
                          <a:gd name="connsiteX1" fmla="*/ 861740 w 861740"/>
                          <a:gd name="connsiteY1" fmla="*/ 0 h 221523"/>
                          <a:gd name="connsiteX2" fmla="*/ 861740 w 861740"/>
                          <a:gd name="connsiteY2" fmla="*/ 90058 h 221523"/>
                          <a:gd name="connsiteX3" fmla="*/ 430870 w 861740"/>
                          <a:gd name="connsiteY3" fmla="*/ 221523 h 221523"/>
                          <a:gd name="connsiteX4" fmla="*/ 0 w 861740"/>
                          <a:gd name="connsiteY4" fmla="*/ 90058 h 221523"/>
                          <a:gd name="connsiteX5" fmla="*/ 0 w 861740"/>
                          <a:gd name="connsiteY5" fmla="*/ 0 h 2215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861740" h="221523">
                            <a:moveTo>
                              <a:pt x="0" y="0"/>
                            </a:moveTo>
                            <a:lnTo>
                              <a:pt x="861740" y="0"/>
                            </a:lnTo>
                            <a:lnTo>
                              <a:pt x="861740" y="90058"/>
                            </a:lnTo>
                            <a:lnTo>
                              <a:pt x="430870" y="221523"/>
                            </a:lnTo>
                            <a:lnTo>
                              <a:pt x="0" y="9005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 sz="1000" dirty="0">
                          <a:latin typeface="Franklin Gothic Book" panose="020B05030201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21" name="Group 220">
                      <a:extLst>
                        <a:ext uri="{FF2B5EF4-FFF2-40B4-BE49-F238E27FC236}">
                          <a16:creationId xmlns:a16="http://schemas.microsoft.com/office/drawing/2014/main" id="{F9A6EC41-CC9F-3D8E-8646-86330A9DE3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32367" y="4414075"/>
                      <a:ext cx="2105795" cy="1372385"/>
                      <a:chOff x="2742307" y="4494440"/>
                      <a:chExt cx="2105795" cy="1372385"/>
                    </a:xfrm>
                  </p:grpSpPr>
                  <p:sp>
                    <p:nvSpPr>
                      <p:cNvPr id="222" name="Rectangle 221">
                        <a:extLst>
                          <a:ext uri="{FF2B5EF4-FFF2-40B4-BE49-F238E27FC236}">
                            <a16:creationId xmlns:a16="http://schemas.microsoft.com/office/drawing/2014/main" id="{D561BBA9-490F-C52E-1D7B-EBC780DF6D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42307" y="4494440"/>
                        <a:ext cx="2105795" cy="13723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223" name="TextBox 222">
                        <a:extLst>
                          <a:ext uri="{FF2B5EF4-FFF2-40B4-BE49-F238E27FC236}">
                            <a16:creationId xmlns:a16="http://schemas.microsoft.com/office/drawing/2014/main" id="{ED13D2C4-4B83-30ED-977F-5610FA4EC6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10131" y="4601306"/>
                        <a:ext cx="2037142" cy="113774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 anchor="ctr">
                        <a:spAutoFit/>
                      </a:bodyPr>
                      <a:lstStyle/>
                      <a:p>
                        <a:r>
                          <a:rPr lang="en-US" sz="600" b="1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Evaluating Criteria</a:t>
                        </a:r>
                      </a:p>
                      <a:p>
                        <a:endParaRPr lang="en-US" sz="300" b="1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Strategic</a:t>
                        </a: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endParaRPr lang="en-US" sz="3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Feasibility</a:t>
                        </a:r>
                      </a:p>
                      <a:p>
                        <a:pPr marL="182880" indent="-182880"/>
                        <a:endParaRPr lang="en-US" sz="3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Economics</a:t>
                        </a:r>
                      </a:p>
                      <a:p>
                        <a:pPr marL="182880" indent="-182880"/>
                        <a:endParaRPr lang="en-US" sz="3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marL="182880" indent="-182880">
                          <a:buFont typeface="Arial" panose="020B0604020202020204" pitchFamily="34" charset="0"/>
                          <a:buChar char="•"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Legal/Ethical</a:t>
                        </a:r>
                      </a:p>
                    </p:txBody>
                  </p:sp>
                </p:grpSp>
              </p:grpSp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DA3524A7-C164-B266-3A7E-BD90A5F0FC87}"/>
                      </a:ext>
                    </a:extLst>
                  </p:cNvPr>
                  <p:cNvSpPr txBox="1"/>
                  <p:nvPr/>
                </p:nvSpPr>
                <p:spPr>
                  <a:xfrm>
                    <a:off x="2998395" y="6104868"/>
                    <a:ext cx="2056125" cy="433391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</p:spPr>
                <p:txBody>
                  <a:bodyPr wrap="square" anchor="ctr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rPr>
                      <a:t>Reasons 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rPr>
                      <a:t>for Change</a:t>
                    </a:r>
                  </a:p>
                </p:txBody>
              </p:sp>
              <p:grpSp>
                <p:nvGrpSpPr>
                  <p:cNvPr id="205" name="Group 204">
                    <a:extLst>
                      <a:ext uri="{FF2B5EF4-FFF2-40B4-BE49-F238E27FC236}">
                        <a16:creationId xmlns:a16="http://schemas.microsoft.com/office/drawing/2014/main" id="{CB4F3183-E1FD-C5AB-F60D-4786366974CD}"/>
                      </a:ext>
                    </a:extLst>
                  </p:cNvPr>
                  <p:cNvGrpSpPr/>
                  <p:nvPr/>
                </p:nvGrpSpPr>
                <p:grpSpPr>
                  <a:xfrm>
                    <a:off x="2904692" y="939320"/>
                    <a:ext cx="2148124" cy="1003263"/>
                    <a:chOff x="2714655" y="983255"/>
                    <a:chExt cx="2148124" cy="1003263"/>
                  </a:xfrm>
                </p:grpSpPr>
                <p:grpSp>
                  <p:nvGrpSpPr>
                    <p:cNvPr id="206" name="Group 205">
                      <a:extLst>
                        <a:ext uri="{FF2B5EF4-FFF2-40B4-BE49-F238E27FC236}">
                          <a16:creationId xmlns:a16="http://schemas.microsoft.com/office/drawing/2014/main" id="{0AC4ECBF-4849-D5B8-12C4-FD8B8D0BA2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4655" y="1267148"/>
                      <a:ext cx="2148124" cy="719370"/>
                      <a:chOff x="2714314" y="1324298"/>
                      <a:chExt cx="2148124" cy="719370"/>
                    </a:xfrm>
                  </p:grpSpPr>
                  <p:sp>
                    <p:nvSpPr>
                      <p:cNvPr id="215" name="Google Shape;83409;p3921">
                        <a:extLst>
                          <a:ext uri="{FF2B5EF4-FFF2-40B4-BE49-F238E27FC236}">
                            <a16:creationId xmlns:a16="http://schemas.microsoft.com/office/drawing/2014/main" id="{D05B312D-4F4D-0D07-E634-54B15FF57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35479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6" name="Google Shape;83415;p3921">
                        <a:extLst>
                          <a:ext uri="{FF2B5EF4-FFF2-40B4-BE49-F238E27FC236}">
                            <a16:creationId xmlns:a16="http://schemas.microsoft.com/office/drawing/2014/main" id="{9963FD98-E4B0-7D64-5E1A-1211006209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14314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7" name="TextBox 216">
                        <a:extLst>
                          <a:ext uri="{FF2B5EF4-FFF2-40B4-BE49-F238E27FC236}">
                            <a16:creationId xmlns:a16="http://schemas.microsoft.com/office/drawing/2014/main" id="{E45D203F-4926-9B30-2A05-D0B1B237B3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73046" y="1446953"/>
                        <a:ext cx="1030652" cy="4740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700" b="1" dirty="0">
                            <a:solidFill>
                              <a:schemeClr val="bg2"/>
                            </a:solidFill>
                            <a:latin typeface="Franklin Gothic Book" panose="020B0503020102020204" pitchFamily="34" charset="0"/>
                          </a:rPr>
                          <a:t>Strategic </a:t>
                        </a:r>
                      </a:p>
                      <a:p>
                        <a:pPr algn="ctr"/>
                        <a:r>
                          <a:rPr lang="en-US" sz="700" b="1" dirty="0">
                            <a:solidFill>
                              <a:schemeClr val="bg2"/>
                            </a:solidFill>
                            <a:latin typeface="Franklin Gothic Book" panose="020B0503020102020204" pitchFamily="34" charset="0"/>
                          </a:rPr>
                          <a:t>Initiatives</a:t>
                        </a:r>
                      </a:p>
                    </p:txBody>
                  </p:sp>
                </p:grpSp>
                <p:grpSp>
                  <p:nvGrpSpPr>
                    <p:cNvPr id="207" name="Group 206">
                      <a:extLst>
                        <a:ext uri="{FF2B5EF4-FFF2-40B4-BE49-F238E27FC236}">
                          <a16:creationId xmlns:a16="http://schemas.microsoft.com/office/drawing/2014/main" id="{3F577CB6-BA1D-1E5C-524B-2FEACE7A27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340638" y="983255"/>
                      <a:ext cx="896159" cy="372147"/>
                      <a:chOff x="3340638" y="983255"/>
                      <a:chExt cx="896159" cy="372147"/>
                    </a:xfrm>
                  </p:grpSpPr>
                  <p:grpSp>
                    <p:nvGrpSpPr>
                      <p:cNvPr id="208" name="Google Shape;83411;p3921">
                        <a:extLst>
                          <a:ext uri="{FF2B5EF4-FFF2-40B4-BE49-F238E27FC236}">
                            <a16:creationId xmlns:a16="http://schemas.microsoft.com/office/drawing/2014/main" id="{FA114D59-91A5-8721-F266-9606896C54E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340638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212" name="Google Shape;83412;p3921">
                          <a:extLst>
                            <a:ext uri="{FF2B5EF4-FFF2-40B4-BE49-F238E27FC236}">
                              <a16:creationId xmlns:a16="http://schemas.microsoft.com/office/drawing/2014/main" id="{2AF7113F-9F6B-418C-B69C-2262C90F62B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13" name="Google Shape;83413;p3921">
                          <a:extLst>
                            <a:ext uri="{FF2B5EF4-FFF2-40B4-BE49-F238E27FC236}">
                              <a16:creationId xmlns:a16="http://schemas.microsoft.com/office/drawing/2014/main" id="{36993761-6DF6-78F2-4FFB-61E4014822F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14" name="Google Shape;83414;p3921">
                          <a:extLst>
                            <a:ext uri="{FF2B5EF4-FFF2-40B4-BE49-F238E27FC236}">
                              <a16:creationId xmlns:a16="http://schemas.microsoft.com/office/drawing/2014/main" id="{ADCC3812-BE92-4DA3-72D3-675611DCDA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209" name="Group 208">
                        <a:extLst>
                          <a:ext uri="{FF2B5EF4-FFF2-40B4-BE49-F238E27FC236}">
                            <a16:creationId xmlns:a16="http://schemas.microsoft.com/office/drawing/2014/main" id="{2C7CD23F-AF42-E6A3-09B7-C3978EA30B0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2644" y="983255"/>
                        <a:ext cx="372147" cy="372147"/>
                        <a:chOff x="3602644" y="983255"/>
                        <a:chExt cx="372147" cy="372147"/>
                      </a:xfrm>
                    </p:grpSpPr>
                    <p:sp>
                      <p:nvSpPr>
                        <p:cNvPr id="210" name="Google Shape;83463;p3921">
                          <a:extLst>
                            <a:ext uri="{FF2B5EF4-FFF2-40B4-BE49-F238E27FC236}">
                              <a16:creationId xmlns:a16="http://schemas.microsoft.com/office/drawing/2014/main" id="{6C8B5B11-4561-898B-D810-7663BBAE80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2644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11" name="Freeform: Shape 204">
                          <a:extLst>
                            <a:ext uri="{FF2B5EF4-FFF2-40B4-BE49-F238E27FC236}">
                              <a16:creationId xmlns:a16="http://schemas.microsoft.com/office/drawing/2014/main" id="{0AA02BEE-07DC-8678-DFB0-4A6EF37E5B6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71649" y="1059867"/>
                          <a:ext cx="234136" cy="218922"/>
                        </a:xfrm>
                        <a:custGeom>
                          <a:avLst/>
                          <a:gdLst>
                            <a:gd name="connsiteX0" fmla="*/ 3142334 w 5216262"/>
                            <a:gd name="connsiteY0" fmla="*/ 3527776 h 4877342"/>
                            <a:gd name="connsiteX1" fmla="*/ 2955807 w 5216262"/>
                            <a:gd name="connsiteY1" fmla="*/ 3714304 h 4877342"/>
                            <a:gd name="connsiteX2" fmla="*/ 3142334 w 5216262"/>
                            <a:gd name="connsiteY2" fmla="*/ 3900831 h 4877342"/>
                            <a:gd name="connsiteX3" fmla="*/ 3328862 w 5216262"/>
                            <a:gd name="connsiteY3" fmla="*/ 3714304 h 4877342"/>
                            <a:gd name="connsiteX4" fmla="*/ 3142334 w 5216262"/>
                            <a:gd name="connsiteY4" fmla="*/ 3527776 h 4877342"/>
                            <a:gd name="connsiteX5" fmla="*/ 2319395 w 5216262"/>
                            <a:gd name="connsiteY5" fmla="*/ 2446945 h 4877342"/>
                            <a:gd name="connsiteX6" fmla="*/ 2385222 w 5216262"/>
                            <a:gd name="connsiteY6" fmla="*/ 2490836 h 4877342"/>
                            <a:gd name="connsiteX7" fmla="*/ 2385182 w 5216262"/>
                            <a:gd name="connsiteY7" fmla="*/ 2787043 h 4877342"/>
                            <a:gd name="connsiteX8" fmla="*/ 2335815 w 5216262"/>
                            <a:gd name="connsiteY8" fmla="*/ 2841927 h 4877342"/>
                            <a:gd name="connsiteX9" fmla="*/ 2061495 w 5216262"/>
                            <a:gd name="connsiteY9" fmla="*/ 2841927 h 4877342"/>
                            <a:gd name="connsiteX10" fmla="*/ 2006611 w 5216262"/>
                            <a:gd name="connsiteY10" fmla="*/ 2787043 h 4877342"/>
                            <a:gd name="connsiteX11" fmla="*/ 2006611 w 5216262"/>
                            <a:gd name="connsiteY11" fmla="*/ 2523706 h 4877342"/>
                            <a:gd name="connsiteX12" fmla="*/ 2045035 w 5216262"/>
                            <a:gd name="connsiteY12" fmla="*/ 2523706 h 4877342"/>
                            <a:gd name="connsiteX13" fmla="*/ 2160270 w 5216262"/>
                            <a:gd name="connsiteY13" fmla="*/ 2501780 h 4877342"/>
                            <a:gd name="connsiteX14" fmla="*/ 2994222 w 5216262"/>
                            <a:gd name="connsiteY14" fmla="*/ 2309775 h 4877342"/>
                            <a:gd name="connsiteX15" fmla="*/ 3016158 w 5216262"/>
                            <a:gd name="connsiteY15" fmla="*/ 2315252 h 4877342"/>
                            <a:gd name="connsiteX16" fmla="*/ 3016158 w 5216262"/>
                            <a:gd name="connsiteY16" fmla="*/ 2787082 h 4877342"/>
                            <a:gd name="connsiteX17" fmla="*/ 2966790 w 5216262"/>
                            <a:gd name="connsiteY17" fmla="*/ 2841965 h 4877342"/>
                            <a:gd name="connsiteX18" fmla="*/ 2692470 w 5216262"/>
                            <a:gd name="connsiteY18" fmla="*/ 2841965 h 4877342"/>
                            <a:gd name="connsiteX19" fmla="*/ 2637586 w 5216262"/>
                            <a:gd name="connsiteY19" fmla="*/ 2787082 h 4877342"/>
                            <a:gd name="connsiteX20" fmla="*/ 2637586 w 5216262"/>
                            <a:gd name="connsiteY20" fmla="*/ 2518238 h 4877342"/>
                            <a:gd name="connsiteX21" fmla="*/ 2637596 w 5216262"/>
                            <a:gd name="connsiteY21" fmla="*/ 2518238 h 4877342"/>
                            <a:gd name="connsiteX22" fmla="*/ 2725378 w 5216262"/>
                            <a:gd name="connsiteY22" fmla="*/ 2485359 h 4877342"/>
                            <a:gd name="connsiteX23" fmla="*/ 3592210 w 5216262"/>
                            <a:gd name="connsiteY23" fmla="*/ 2128743 h 4877342"/>
                            <a:gd name="connsiteX24" fmla="*/ 3614146 w 5216262"/>
                            <a:gd name="connsiteY24" fmla="*/ 2150669 h 4877342"/>
                            <a:gd name="connsiteX25" fmla="*/ 3652570 w 5216262"/>
                            <a:gd name="connsiteY25" fmla="*/ 2172595 h 4877342"/>
                            <a:gd name="connsiteX26" fmla="*/ 3652570 w 5216262"/>
                            <a:gd name="connsiteY26" fmla="*/ 2787062 h 4877342"/>
                            <a:gd name="connsiteX27" fmla="*/ 3603203 w 5216262"/>
                            <a:gd name="connsiteY27" fmla="*/ 2841946 h 4877342"/>
                            <a:gd name="connsiteX28" fmla="*/ 3328882 w 5216262"/>
                            <a:gd name="connsiteY28" fmla="*/ 2841946 h 4877342"/>
                            <a:gd name="connsiteX29" fmla="*/ 3273999 w 5216262"/>
                            <a:gd name="connsiteY29" fmla="*/ 2787062 h 4877342"/>
                            <a:gd name="connsiteX30" fmla="*/ 3273999 w 5216262"/>
                            <a:gd name="connsiteY30" fmla="*/ 2348140 h 4877342"/>
                            <a:gd name="connsiteX31" fmla="*/ 3438601 w 5216262"/>
                            <a:gd name="connsiteY31" fmla="*/ 2265864 h 4877342"/>
                            <a:gd name="connsiteX32" fmla="*/ 4289003 w 5216262"/>
                            <a:gd name="connsiteY32" fmla="*/ 1887303 h 4877342"/>
                            <a:gd name="connsiteX33" fmla="*/ 4289003 w 5216262"/>
                            <a:gd name="connsiteY33" fmla="*/ 2787073 h 4877342"/>
                            <a:gd name="connsiteX34" fmla="*/ 4239635 w 5216262"/>
                            <a:gd name="connsiteY34" fmla="*/ 2841956 h 4877342"/>
                            <a:gd name="connsiteX35" fmla="*/ 3965314 w 5216262"/>
                            <a:gd name="connsiteY35" fmla="*/ 2841956 h 4877342"/>
                            <a:gd name="connsiteX36" fmla="*/ 3910431 w 5216262"/>
                            <a:gd name="connsiteY36" fmla="*/ 2787073 h 4877342"/>
                            <a:gd name="connsiteX37" fmla="*/ 3915898 w 5216262"/>
                            <a:gd name="connsiteY37" fmla="*/ 2787073 h 4877342"/>
                            <a:gd name="connsiteX38" fmla="*/ 3915937 w 5216262"/>
                            <a:gd name="connsiteY38" fmla="*/ 2200008 h 4877342"/>
                            <a:gd name="connsiteX39" fmla="*/ 4058574 w 5216262"/>
                            <a:gd name="connsiteY39" fmla="*/ 2117732 h 4877342"/>
                            <a:gd name="connsiteX40" fmla="*/ 4247151 w 5216262"/>
                            <a:gd name="connsiteY40" fmla="*/ 1338653 h 4877342"/>
                            <a:gd name="connsiteX41" fmla="*/ 4327407 w 5216262"/>
                            <a:gd name="connsiteY41" fmla="*/ 1371571 h 4877342"/>
                            <a:gd name="connsiteX42" fmla="*/ 4327407 w 5216262"/>
                            <a:gd name="connsiteY42" fmla="*/ 1536173 h 4877342"/>
                            <a:gd name="connsiteX43" fmla="*/ 3899458 w 5216262"/>
                            <a:gd name="connsiteY43" fmla="*/ 1969579 h 4877342"/>
                            <a:gd name="connsiteX44" fmla="*/ 3751315 w 5216262"/>
                            <a:gd name="connsiteY44" fmla="*/ 1980562 h 4877342"/>
                            <a:gd name="connsiteX45" fmla="*/ 3581257 w 5216262"/>
                            <a:gd name="connsiteY45" fmla="*/ 1848878 h 4877342"/>
                            <a:gd name="connsiteX46" fmla="*/ 3295954 w 5216262"/>
                            <a:gd name="connsiteY46" fmla="*/ 2101272 h 4877342"/>
                            <a:gd name="connsiteX47" fmla="*/ 3191693 w 5216262"/>
                            <a:gd name="connsiteY47" fmla="*/ 2128714 h 4877342"/>
                            <a:gd name="connsiteX48" fmla="*/ 2955807 w 5216262"/>
                            <a:gd name="connsiteY48" fmla="*/ 2068364 h 4877342"/>
                            <a:gd name="connsiteX49" fmla="*/ 2604668 w 5216262"/>
                            <a:gd name="connsiteY49" fmla="*/ 2298793 h 4877342"/>
                            <a:gd name="connsiteX50" fmla="*/ 2456525 w 5216262"/>
                            <a:gd name="connsiteY50" fmla="*/ 2282334 h 4877342"/>
                            <a:gd name="connsiteX51" fmla="*/ 2374248 w 5216262"/>
                            <a:gd name="connsiteY51" fmla="*/ 2194541 h 4877342"/>
                            <a:gd name="connsiteX52" fmla="*/ 2083469 w 5216262"/>
                            <a:gd name="connsiteY52" fmla="*/ 2298793 h 4877342"/>
                            <a:gd name="connsiteX53" fmla="*/ 2028586 w 5216262"/>
                            <a:gd name="connsiteY53" fmla="*/ 2304269 h 4877342"/>
                            <a:gd name="connsiteX54" fmla="*/ 1935327 w 5216262"/>
                            <a:gd name="connsiteY54" fmla="*/ 2227460 h 4877342"/>
                            <a:gd name="connsiteX55" fmla="*/ 1935327 w 5216262"/>
                            <a:gd name="connsiteY55" fmla="*/ 2227450 h 4877342"/>
                            <a:gd name="connsiteX56" fmla="*/ 2006660 w 5216262"/>
                            <a:gd name="connsiteY56" fmla="*/ 2084813 h 4877342"/>
                            <a:gd name="connsiteX57" fmla="*/ 2368772 w 5216262"/>
                            <a:gd name="connsiteY57" fmla="*/ 1953130 h 4877342"/>
                            <a:gd name="connsiteX58" fmla="*/ 2489473 w 5216262"/>
                            <a:gd name="connsiteY58" fmla="*/ 1980572 h 4877342"/>
                            <a:gd name="connsiteX59" fmla="*/ 2555300 w 5216262"/>
                            <a:gd name="connsiteY59" fmla="*/ 2051905 h 4877342"/>
                            <a:gd name="connsiteX60" fmla="*/ 2868005 w 5216262"/>
                            <a:gd name="connsiteY60" fmla="*/ 1848878 h 4877342"/>
                            <a:gd name="connsiteX61" fmla="*/ 2961264 w 5216262"/>
                            <a:gd name="connsiteY61" fmla="*/ 1832419 h 4877342"/>
                            <a:gd name="connsiteX62" fmla="*/ 3186216 w 5216262"/>
                            <a:gd name="connsiteY62" fmla="*/ 1887303 h 4877342"/>
                            <a:gd name="connsiteX63" fmla="*/ 3487939 w 5216262"/>
                            <a:gd name="connsiteY63" fmla="*/ 1612983 h 4877342"/>
                            <a:gd name="connsiteX64" fmla="*/ 3636081 w 5216262"/>
                            <a:gd name="connsiteY64" fmla="*/ 1607506 h 4877342"/>
                            <a:gd name="connsiteX65" fmla="*/ 3800683 w 5216262"/>
                            <a:gd name="connsiteY65" fmla="*/ 1733684 h 4877342"/>
                            <a:gd name="connsiteX66" fmla="*/ 4162795 w 5216262"/>
                            <a:gd name="connsiteY66" fmla="*/ 1371571 h 4877342"/>
                            <a:gd name="connsiteX67" fmla="*/ 4247151 w 5216262"/>
                            <a:gd name="connsiteY67" fmla="*/ 1338653 h 4877342"/>
                            <a:gd name="connsiteX68" fmla="*/ 2566262 w 5216262"/>
                            <a:gd name="connsiteY68" fmla="*/ 630937 h 4877342"/>
                            <a:gd name="connsiteX69" fmla="*/ 5035143 w 5216262"/>
                            <a:gd name="connsiteY69" fmla="*/ 630937 h 4877342"/>
                            <a:gd name="connsiteX70" fmla="*/ 5104325 w 5216262"/>
                            <a:gd name="connsiteY70" fmla="*/ 644392 h 4877342"/>
                            <a:gd name="connsiteX71" fmla="*/ 5216262 w 5216262"/>
                            <a:gd name="connsiteY71" fmla="*/ 800967 h 4877342"/>
                            <a:gd name="connsiteX72" fmla="*/ 5216262 w 5216262"/>
                            <a:gd name="connsiteY72" fmla="*/ 3928214 h 4877342"/>
                            <a:gd name="connsiteX73" fmla="*/ 5040678 w 5216262"/>
                            <a:gd name="connsiteY73" fmla="*/ 4103799 h 4877342"/>
                            <a:gd name="connsiteX74" fmla="*/ 3745887 w 5216262"/>
                            <a:gd name="connsiteY74" fmla="*/ 4103799 h 4877342"/>
                            <a:gd name="connsiteX75" fmla="*/ 4140908 w 5216262"/>
                            <a:gd name="connsiteY75" fmla="*/ 4614014 h 4877342"/>
                            <a:gd name="connsiteX76" fmla="*/ 4157367 w 5216262"/>
                            <a:gd name="connsiteY76" fmla="*/ 4784083 h 4877342"/>
                            <a:gd name="connsiteX77" fmla="*/ 4009225 w 5216262"/>
                            <a:gd name="connsiteY77" fmla="*/ 4877342 h 4877342"/>
                            <a:gd name="connsiteX78" fmla="*/ 2275522 w 5216262"/>
                            <a:gd name="connsiteY78" fmla="*/ 4877342 h 4877342"/>
                            <a:gd name="connsiteX79" fmla="*/ 2132886 w 5216262"/>
                            <a:gd name="connsiteY79" fmla="*/ 4784083 h 4877342"/>
                            <a:gd name="connsiteX80" fmla="*/ 2149335 w 5216262"/>
                            <a:gd name="connsiteY80" fmla="*/ 4614014 h 4877342"/>
                            <a:gd name="connsiteX81" fmla="*/ 2544356 w 5216262"/>
                            <a:gd name="connsiteY81" fmla="*/ 4103799 h 4877342"/>
                            <a:gd name="connsiteX82" fmla="*/ 1249566 w 5216262"/>
                            <a:gd name="connsiteY82" fmla="*/ 4103799 h 4877342"/>
                            <a:gd name="connsiteX83" fmla="*/ 1073981 w 5216262"/>
                            <a:gd name="connsiteY83" fmla="*/ 3928214 h 4877342"/>
                            <a:gd name="connsiteX84" fmla="*/ 1073981 w 5216262"/>
                            <a:gd name="connsiteY84" fmla="*/ 2095757 h 4877342"/>
                            <a:gd name="connsiteX85" fmla="*/ 1348301 w 5216262"/>
                            <a:gd name="connsiteY85" fmla="*/ 2128665 h 4877342"/>
                            <a:gd name="connsiteX86" fmla="*/ 1425111 w 5216262"/>
                            <a:gd name="connsiteY86" fmla="*/ 2123199 h 4877342"/>
                            <a:gd name="connsiteX87" fmla="*/ 1425111 w 5216262"/>
                            <a:gd name="connsiteY87" fmla="*/ 3204020 h 4877342"/>
                            <a:gd name="connsiteX88" fmla="*/ 4859597 w 5216262"/>
                            <a:gd name="connsiteY88" fmla="*/ 3204049 h 4877342"/>
                            <a:gd name="connsiteX89" fmla="*/ 4859597 w 5216262"/>
                            <a:gd name="connsiteY89" fmla="*/ 982068 h 4877342"/>
                            <a:gd name="connsiteX90" fmla="*/ 2588227 w 5216262"/>
                            <a:gd name="connsiteY90" fmla="*/ 982068 h 4877342"/>
                            <a:gd name="connsiteX91" fmla="*/ 2593704 w 5216262"/>
                            <a:gd name="connsiteY91" fmla="*/ 888799 h 4877342"/>
                            <a:gd name="connsiteX92" fmla="*/ 2566262 w 5216262"/>
                            <a:gd name="connsiteY92" fmla="*/ 630937 h 4877342"/>
                            <a:gd name="connsiteX93" fmla="*/ 5035132 w 5216262"/>
                            <a:gd name="connsiteY93" fmla="*/ 630935 h 4877342"/>
                            <a:gd name="connsiteX94" fmla="*/ 5035143 w 5216262"/>
                            <a:gd name="connsiteY94" fmla="*/ 630937 h 4877342"/>
                            <a:gd name="connsiteX95" fmla="*/ 5035143 w 5216262"/>
                            <a:gd name="connsiteY95" fmla="*/ 630937 h 4877342"/>
                            <a:gd name="connsiteX96" fmla="*/ 1353768 w 5216262"/>
                            <a:gd name="connsiteY96" fmla="*/ 367569 h 4877342"/>
                            <a:gd name="connsiteX97" fmla="*/ 838037 w 5216262"/>
                            <a:gd name="connsiteY97" fmla="*/ 883302 h 4877342"/>
                            <a:gd name="connsiteX98" fmla="*/ 1353768 w 5216262"/>
                            <a:gd name="connsiteY98" fmla="*/ 1399032 h 4877342"/>
                            <a:gd name="connsiteX99" fmla="*/ 1869500 w 5216262"/>
                            <a:gd name="connsiteY99" fmla="*/ 883302 h 4877342"/>
                            <a:gd name="connsiteX100" fmla="*/ 1353768 w 5216262"/>
                            <a:gd name="connsiteY100" fmla="*/ 367569 h 4877342"/>
                            <a:gd name="connsiteX101" fmla="*/ 1353768 w 5216262"/>
                            <a:gd name="connsiteY101" fmla="*/ 0 h 4877342"/>
                            <a:gd name="connsiteX102" fmla="*/ 2242555 w 5216262"/>
                            <a:gd name="connsiteY102" fmla="*/ 888788 h 4877342"/>
                            <a:gd name="connsiteX103" fmla="*/ 1353768 w 5216262"/>
                            <a:gd name="connsiteY103" fmla="*/ 1777575 h 4877342"/>
                            <a:gd name="connsiteX104" fmla="*/ 1353768 w 5216262"/>
                            <a:gd name="connsiteY104" fmla="*/ 1777565 h 4877342"/>
                            <a:gd name="connsiteX105" fmla="*/ 870955 w 5216262"/>
                            <a:gd name="connsiteY105" fmla="*/ 1629423 h 4877342"/>
                            <a:gd name="connsiteX106" fmla="*/ 316839 w 5216262"/>
                            <a:gd name="connsiteY106" fmla="*/ 2183538 h 4877342"/>
                            <a:gd name="connsiteX107" fmla="*/ 53501 w 5216262"/>
                            <a:gd name="connsiteY107" fmla="*/ 2183538 h 4877342"/>
                            <a:gd name="connsiteX108" fmla="*/ 53501 w 5216262"/>
                            <a:gd name="connsiteY108" fmla="*/ 1920201 h 4877342"/>
                            <a:gd name="connsiteX109" fmla="*/ 607618 w 5216262"/>
                            <a:gd name="connsiteY109" fmla="*/ 1371562 h 4877342"/>
                            <a:gd name="connsiteX110" fmla="*/ 464981 w 5216262"/>
                            <a:gd name="connsiteY110" fmla="*/ 888749 h 4877342"/>
                            <a:gd name="connsiteX111" fmla="*/ 1353768 w 5216262"/>
                            <a:gd name="connsiteY111" fmla="*/ 0 h 487734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</a:cxnLst>
                          <a:rect l="l" t="t" r="r" b="b"/>
                          <a:pathLst>
                            <a:path w="5216262" h="4877342">
                              <a:moveTo>
                                <a:pt x="3142334" y="3527776"/>
                              </a:moveTo>
                              <a:cubicBezTo>
                                <a:pt x="3038083" y="3527776"/>
                                <a:pt x="2955807" y="3610052"/>
                                <a:pt x="2955807" y="3714304"/>
                              </a:cubicBezTo>
                              <a:cubicBezTo>
                                <a:pt x="2955807" y="3818555"/>
                                <a:pt x="3038083" y="3900831"/>
                                <a:pt x="3142334" y="3900831"/>
                              </a:cubicBezTo>
                              <a:cubicBezTo>
                                <a:pt x="3246586" y="3900831"/>
                                <a:pt x="3328901" y="3818555"/>
                                <a:pt x="3328862" y="3714304"/>
                              </a:cubicBezTo>
                              <a:cubicBezTo>
                                <a:pt x="3328862" y="3610052"/>
                                <a:pt x="3246586" y="3527776"/>
                                <a:pt x="3142334" y="3527776"/>
                              </a:cubicBezTo>
                              <a:close/>
                              <a:moveTo>
                                <a:pt x="2319395" y="2446945"/>
                              </a:moveTo>
                              <a:cubicBezTo>
                                <a:pt x="2341321" y="2463395"/>
                                <a:pt x="2363286" y="2479854"/>
                                <a:pt x="2385222" y="2490836"/>
                              </a:cubicBezTo>
                              <a:lnTo>
                                <a:pt x="2385182" y="2787043"/>
                              </a:lnTo>
                              <a:cubicBezTo>
                                <a:pt x="2385182" y="2820001"/>
                                <a:pt x="2363247" y="2841927"/>
                                <a:pt x="2335815" y="2841927"/>
                              </a:cubicBezTo>
                              <a:lnTo>
                                <a:pt x="2061495" y="2841927"/>
                              </a:lnTo>
                              <a:cubicBezTo>
                                <a:pt x="2028537" y="2841927"/>
                                <a:pt x="2006611" y="2814485"/>
                                <a:pt x="2006611" y="2787043"/>
                              </a:cubicBezTo>
                              <a:lnTo>
                                <a:pt x="2006611" y="2523706"/>
                              </a:lnTo>
                              <a:lnTo>
                                <a:pt x="2045035" y="2523706"/>
                              </a:lnTo>
                              <a:cubicBezTo>
                                <a:pt x="2083460" y="2523706"/>
                                <a:pt x="2121845" y="2512762"/>
                                <a:pt x="2160270" y="2501780"/>
                              </a:cubicBezTo>
                              <a:close/>
                              <a:moveTo>
                                <a:pt x="2994222" y="2309775"/>
                              </a:moveTo>
                              <a:lnTo>
                                <a:pt x="3016158" y="2315252"/>
                              </a:lnTo>
                              <a:lnTo>
                                <a:pt x="3016158" y="2787082"/>
                              </a:lnTo>
                              <a:cubicBezTo>
                                <a:pt x="3016158" y="2820030"/>
                                <a:pt x="2994222" y="2841965"/>
                                <a:pt x="2966790" y="2841965"/>
                              </a:cubicBezTo>
                              <a:lnTo>
                                <a:pt x="2692470" y="2841965"/>
                              </a:lnTo>
                              <a:cubicBezTo>
                                <a:pt x="2659512" y="2841965"/>
                                <a:pt x="2637586" y="2814524"/>
                                <a:pt x="2637586" y="2787082"/>
                              </a:cubicBezTo>
                              <a:lnTo>
                                <a:pt x="2637586" y="2518238"/>
                              </a:lnTo>
                              <a:lnTo>
                                <a:pt x="2637596" y="2518238"/>
                              </a:lnTo>
                              <a:cubicBezTo>
                                <a:pt x="2670505" y="2512762"/>
                                <a:pt x="2697946" y="2496312"/>
                                <a:pt x="2725378" y="2485359"/>
                              </a:cubicBezTo>
                              <a:close/>
                              <a:moveTo>
                                <a:pt x="3592210" y="2128743"/>
                              </a:moveTo>
                              <a:lnTo>
                                <a:pt x="3614146" y="2150669"/>
                              </a:lnTo>
                              <a:cubicBezTo>
                                <a:pt x="3625129" y="2156146"/>
                                <a:pt x="3641588" y="2167128"/>
                                <a:pt x="3652570" y="2172595"/>
                              </a:cubicBezTo>
                              <a:lnTo>
                                <a:pt x="3652570" y="2787062"/>
                              </a:lnTo>
                              <a:cubicBezTo>
                                <a:pt x="3652570" y="2820020"/>
                                <a:pt x="3630635" y="2841946"/>
                                <a:pt x="3603203" y="2841946"/>
                              </a:cubicBezTo>
                              <a:lnTo>
                                <a:pt x="3328882" y="2841946"/>
                              </a:lnTo>
                              <a:cubicBezTo>
                                <a:pt x="3295925" y="2841946"/>
                                <a:pt x="3273999" y="2814504"/>
                                <a:pt x="3273999" y="2787062"/>
                              </a:cubicBezTo>
                              <a:lnTo>
                                <a:pt x="3273999" y="2348140"/>
                              </a:lnTo>
                              <a:cubicBezTo>
                                <a:pt x="3334349" y="2337197"/>
                                <a:pt x="3394700" y="2309765"/>
                                <a:pt x="3438601" y="2265864"/>
                              </a:cubicBezTo>
                              <a:close/>
                              <a:moveTo>
                                <a:pt x="4289003" y="1887303"/>
                              </a:moveTo>
                              <a:lnTo>
                                <a:pt x="4289003" y="2787073"/>
                              </a:lnTo>
                              <a:cubicBezTo>
                                <a:pt x="4289003" y="2820020"/>
                                <a:pt x="4267067" y="2841956"/>
                                <a:pt x="4239635" y="2841956"/>
                              </a:cubicBezTo>
                              <a:lnTo>
                                <a:pt x="3965314" y="2841956"/>
                              </a:lnTo>
                              <a:cubicBezTo>
                                <a:pt x="3932357" y="2841956"/>
                                <a:pt x="3910431" y="2814514"/>
                                <a:pt x="3910431" y="2787073"/>
                              </a:cubicBezTo>
                              <a:lnTo>
                                <a:pt x="3915898" y="2787073"/>
                              </a:lnTo>
                              <a:lnTo>
                                <a:pt x="3915937" y="2200008"/>
                              </a:lnTo>
                              <a:cubicBezTo>
                                <a:pt x="3965305" y="2189065"/>
                                <a:pt x="4014673" y="2161633"/>
                                <a:pt x="4058574" y="2117732"/>
                              </a:cubicBezTo>
                              <a:close/>
                              <a:moveTo>
                                <a:pt x="4247151" y="1338653"/>
                              </a:moveTo>
                              <a:cubicBezTo>
                                <a:pt x="4276646" y="1338653"/>
                                <a:pt x="4305457" y="1349626"/>
                                <a:pt x="4327407" y="1371571"/>
                              </a:cubicBezTo>
                              <a:cubicBezTo>
                                <a:pt x="4371298" y="1420939"/>
                                <a:pt x="4371298" y="1492282"/>
                                <a:pt x="4327407" y="1536173"/>
                              </a:cubicBezTo>
                              <a:lnTo>
                                <a:pt x="3899458" y="1969579"/>
                              </a:lnTo>
                              <a:cubicBezTo>
                                <a:pt x="3861034" y="2013480"/>
                                <a:pt x="3795216" y="2013480"/>
                                <a:pt x="3751315" y="1980562"/>
                              </a:cubicBezTo>
                              <a:lnTo>
                                <a:pt x="3581257" y="1848878"/>
                              </a:lnTo>
                              <a:lnTo>
                                <a:pt x="3295954" y="2101272"/>
                              </a:lnTo>
                              <a:cubicBezTo>
                                <a:pt x="3268502" y="2128714"/>
                                <a:pt x="3230117" y="2139697"/>
                                <a:pt x="3191693" y="2128714"/>
                              </a:cubicBezTo>
                              <a:lnTo>
                                <a:pt x="2955807" y="2068364"/>
                              </a:lnTo>
                              <a:lnTo>
                                <a:pt x="2604668" y="2298793"/>
                              </a:lnTo>
                              <a:cubicBezTo>
                                <a:pt x="2555261" y="2331701"/>
                                <a:pt x="2494949" y="2320758"/>
                                <a:pt x="2456525" y="2282334"/>
                              </a:cubicBezTo>
                              <a:lnTo>
                                <a:pt x="2374248" y="2194541"/>
                              </a:lnTo>
                              <a:lnTo>
                                <a:pt x="2083469" y="2298793"/>
                              </a:lnTo>
                              <a:cubicBezTo>
                                <a:pt x="2061504" y="2304269"/>
                                <a:pt x="2045045" y="2304269"/>
                                <a:pt x="2028586" y="2304269"/>
                              </a:cubicBezTo>
                              <a:cubicBezTo>
                                <a:pt x="1990210" y="2298793"/>
                                <a:pt x="1951786" y="2271361"/>
                                <a:pt x="1935327" y="2227460"/>
                              </a:cubicBezTo>
                              <a:lnTo>
                                <a:pt x="1935327" y="2227450"/>
                              </a:lnTo>
                              <a:cubicBezTo>
                                <a:pt x="1913401" y="2167090"/>
                                <a:pt x="1946309" y="2101263"/>
                                <a:pt x="2006660" y="2084813"/>
                              </a:cubicBezTo>
                              <a:lnTo>
                                <a:pt x="2368772" y="1953130"/>
                              </a:lnTo>
                              <a:cubicBezTo>
                                <a:pt x="2412663" y="1936671"/>
                                <a:pt x="2456564" y="1947653"/>
                                <a:pt x="2489473" y="1980572"/>
                              </a:cubicBezTo>
                              <a:lnTo>
                                <a:pt x="2555300" y="2051905"/>
                              </a:lnTo>
                              <a:lnTo>
                                <a:pt x="2868005" y="1848878"/>
                              </a:lnTo>
                              <a:cubicBezTo>
                                <a:pt x="2895447" y="1832419"/>
                                <a:pt x="2928355" y="1826952"/>
                                <a:pt x="2961264" y="1832419"/>
                              </a:cubicBezTo>
                              <a:lnTo>
                                <a:pt x="3186216" y="1887303"/>
                              </a:lnTo>
                              <a:lnTo>
                                <a:pt x="3487939" y="1612983"/>
                              </a:lnTo>
                              <a:cubicBezTo>
                                <a:pt x="3531840" y="1574598"/>
                                <a:pt x="3592190" y="1574598"/>
                                <a:pt x="3636081" y="1607506"/>
                              </a:cubicBezTo>
                              <a:lnTo>
                                <a:pt x="3800683" y="1733684"/>
                              </a:lnTo>
                              <a:lnTo>
                                <a:pt x="4162795" y="1371571"/>
                              </a:lnTo>
                              <a:cubicBezTo>
                                <a:pt x="4187479" y="1349626"/>
                                <a:pt x="4217657" y="1338653"/>
                                <a:pt x="4247151" y="1338653"/>
                              </a:cubicBezTo>
                              <a:close/>
                              <a:moveTo>
                                <a:pt x="2566262" y="630937"/>
                              </a:moveTo>
                              <a:lnTo>
                                <a:pt x="5035143" y="630937"/>
                              </a:lnTo>
                              <a:lnTo>
                                <a:pt x="5104325" y="644392"/>
                              </a:lnTo>
                              <a:cubicBezTo>
                                <a:pt x="5167858" y="670363"/>
                                <a:pt x="5212103" y="731045"/>
                                <a:pt x="5216262" y="800967"/>
                              </a:cubicBezTo>
                              <a:lnTo>
                                <a:pt x="5216262" y="3928214"/>
                              </a:lnTo>
                              <a:cubicBezTo>
                                <a:pt x="5216262" y="4026989"/>
                                <a:pt x="5133937" y="4103799"/>
                                <a:pt x="5040678" y="4103799"/>
                              </a:cubicBezTo>
                              <a:lnTo>
                                <a:pt x="3745887" y="4103799"/>
                              </a:lnTo>
                              <a:lnTo>
                                <a:pt x="4140908" y="4614014"/>
                              </a:lnTo>
                              <a:cubicBezTo>
                                <a:pt x="4173817" y="4663382"/>
                                <a:pt x="4184809" y="4729199"/>
                                <a:pt x="4157367" y="4784083"/>
                              </a:cubicBezTo>
                              <a:cubicBezTo>
                                <a:pt x="4129925" y="4844434"/>
                                <a:pt x="4069575" y="4877342"/>
                                <a:pt x="4009225" y="4877342"/>
                              </a:cubicBezTo>
                              <a:lnTo>
                                <a:pt x="2275522" y="4877342"/>
                              </a:lnTo>
                              <a:cubicBezTo>
                                <a:pt x="2215162" y="4877342"/>
                                <a:pt x="2160327" y="4838957"/>
                                <a:pt x="2132886" y="4784083"/>
                              </a:cubicBezTo>
                              <a:cubicBezTo>
                                <a:pt x="2105444" y="4729248"/>
                                <a:pt x="2110920" y="4663382"/>
                                <a:pt x="2149335" y="4614014"/>
                              </a:cubicBezTo>
                              <a:lnTo>
                                <a:pt x="2544356" y="4103799"/>
                              </a:lnTo>
                              <a:lnTo>
                                <a:pt x="1249566" y="4103799"/>
                              </a:lnTo>
                              <a:cubicBezTo>
                                <a:pt x="1150791" y="4103799"/>
                                <a:pt x="1073981" y="4021473"/>
                                <a:pt x="1073981" y="3928214"/>
                              </a:cubicBezTo>
                              <a:lnTo>
                                <a:pt x="1073981" y="2095757"/>
                              </a:lnTo>
                              <a:cubicBezTo>
                                <a:pt x="1161773" y="2117683"/>
                                <a:pt x="1255042" y="2128665"/>
                                <a:pt x="1348301" y="2128665"/>
                              </a:cubicBezTo>
                              <a:cubicBezTo>
                                <a:pt x="1375743" y="2128665"/>
                                <a:pt x="1403185" y="2128665"/>
                                <a:pt x="1425111" y="2123199"/>
                              </a:cubicBezTo>
                              <a:lnTo>
                                <a:pt x="1425111" y="3204020"/>
                              </a:lnTo>
                              <a:lnTo>
                                <a:pt x="4859597" y="3204049"/>
                              </a:lnTo>
                              <a:lnTo>
                                <a:pt x="4859597" y="982068"/>
                              </a:lnTo>
                              <a:lnTo>
                                <a:pt x="2588227" y="982068"/>
                              </a:lnTo>
                              <a:cubicBezTo>
                                <a:pt x="2593704" y="949149"/>
                                <a:pt x="2593704" y="921707"/>
                                <a:pt x="2593704" y="888799"/>
                              </a:cubicBezTo>
                              <a:cubicBezTo>
                                <a:pt x="2593704" y="801007"/>
                                <a:pt x="2582722" y="713213"/>
                                <a:pt x="2566262" y="630937"/>
                              </a:cubicBezTo>
                              <a:close/>
                              <a:moveTo>
                                <a:pt x="5035132" y="630935"/>
                              </a:moveTo>
                              <a:lnTo>
                                <a:pt x="5035143" y="630937"/>
                              </a:lnTo>
                              <a:lnTo>
                                <a:pt x="5035143" y="630937"/>
                              </a:lnTo>
                              <a:close/>
                              <a:moveTo>
                                <a:pt x="1353768" y="367569"/>
                              </a:moveTo>
                              <a:cubicBezTo>
                                <a:pt x="1068466" y="367569"/>
                                <a:pt x="832560" y="603505"/>
                                <a:pt x="838037" y="883302"/>
                              </a:cubicBezTo>
                              <a:cubicBezTo>
                                <a:pt x="838037" y="1168604"/>
                                <a:pt x="1068466" y="1399032"/>
                                <a:pt x="1353768" y="1399032"/>
                              </a:cubicBezTo>
                              <a:cubicBezTo>
                                <a:pt x="1639071" y="1399032"/>
                                <a:pt x="1869500" y="1168604"/>
                                <a:pt x="1869500" y="883302"/>
                              </a:cubicBezTo>
                              <a:cubicBezTo>
                                <a:pt x="1869500" y="597998"/>
                                <a:pt x="1639071" y="367569"/>
                                <a:pt x="1353768" y="367569"/>
                              </a:cubicBezTo>
                              <a:close/>
                              <a:moveTo>
                                <a:pt x="1353768" y="0"/>
                              </a:moveTo>
                              <a:cubicBezTo>
                                <a:pt x="1842058" y="0"/>
                                <a:pt x="2242555" y="400497"/>
                                <a:pt x="2242555" y="888788"/>
                              </a:cubicBezTo>
                              <a:cubicBezTo>
                                <a:pt x="2242555" y="1377078"/>
                                <a:pt x="1842058" y="1777575"/>
                                <a:pt x="1353768" y="1777575"/>
                              </a:cubicBezTo>
                              <a:lnTo>
                                <a:pt x="1353768" y="1777565"/>
                              </a:lnTo>
                              <a:cubicBezTo>
                                <a:pt x="1172717" y="1777565"/>
                                <a:pt x="1008115" y="1722682"/>
                                <a:pt x="870955" y="1629423"/>
                              </a:cubicBezTo>
                              <a:lnTo>
                                <a:pt x="316839" y="2183538"/>
                              </a:lnTo>
                              <a:cubicBezTo>
                                <a:pt x="245545" y="2254871"/>
                                <a:pt x="124836" y="2254871"/>
                                <a:pt x="53501" y="2183538"/>
                              </a:cubicBezTo>
                              <a:cubicBezTo>
                                <a:pt x="-17834" y="2112245"/>
                                <a:pt x="-17834" y="1991534"/>
                                <a:pt x="53501" y="1920201"/>
                              </a:cubicBezTo>
                              <a:lnTo>
                                <a:pt x="607618" y="1371562"/>
                              </a:lnTo>
                              <a:cubicBezTo>
                                <a:pt x="519865" y="1234402"/>
                                <a:pt x="464981" y="1064333"/>
                                <a:pt x="464981" y="888749"/>
                              </a:cubicBezTo>
                              <a:cubicBezTo>
                                <a:pt x="464981" y="394982"/>
                                <a:pt x="865479" y="-38"/>
                                <a:pt x="135376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D812216-1585-3BC5-6D0D-E5C093FB5378}"/>
                  </a:ext>
                </a:extLst>
              </p:cNvPr>
              <p:cNvGrpSpPr/>
              <p:nvPr/>
            </p:nvGrpSpPr>
            <p:grpSpPr>
              <a:xfrm>
                <a:off x="7342069" y="976788"/>
                <a:ext cx="2148124" cy="5578189"/>
                <a:chOff x="7530852" y="956765"/>
                <a:chExt cx="2148124" cy="557818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E87A6DE-89EB-9599-8F00-6A67E0B78D45}"/>
                    </a:ext>
                  </a:extLst>
                </p:cNvPr>
                <p:cNvGrpSpPr/>
                <p:nvPr/>
              </p:nvGrpSpPr>
              <p:grpSpPr>
                <a:xfrm>
                  <a:off x="8604914" y="1838524"/>
                  <a:ext cx="1" cy="4373648"/>
                  <a:chOff x="8604914" y="1838524"/>
                  <a:chExt cx="1" cy="4373648"/>
                </a:xfrm>
              </p:grpSpPr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7ED51CD2-A2F7-A7B9-D31E-0A5D7A44FC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604914" y="1838524"/>
                    <a:ext cx="1" cy="232877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Connector 199">
                    <a:extLst>
                      <a:ext uri="{FF2B5EF4-FFF2-40B4-BE49-F238E27FC236}">
                        <a16:creationId xmlns:a16="http://schemas.microsoft.com/office/drawing/2014/main" id="{A009FBD6-292F-CD1E-58C3-4080E1A2BB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604914" y="5807486"/>
                    <a:ext cx="0" cy="404686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F384640-6F72-4B1B-75B2-F0D575E119D8}"/>
                    </a:ext>
                  </a:extLst>
                </p:cNvPr>
                <p:cNvGrpSpPr/>
                <p:nvPr/>
              </p:nvGrpSpPr>
              <p:grpSpPr>
                <a:xfrm>
                  <a:off x="7530852" y="956765"/>
                  <a:ext cx="2148124" cy="5578189"/>
                  <a:chOff x="7528275" y="939320"/>
                  <a:chExt cx="2148124" cy="5578189"/>
                </a:xfrm>
              </p:grpSpPr>
              <p:grpSp>
                <p:nvGrpSpPr>
                  <p:cNvPr id="167" name="Group 166">
                    <a:extLst>
                      <a:ext uri="{FF2B5EF4-FFF2-40B4-BE49-F238E27FC236}">
                        <a16:creationId xmlns:a16="http://schemas.microsoft.com/office/drawing/2014/main" id="{8D3B5339-AD05-037B-6DAA-D351FCAE2C22}"/>
                      </a:ext>
                    </a:extLst>
                  </p:cNvPr>
                  <p:cNvGrpSpPr/>
                  <p:nvPr/>
                </p:nvGrpSpPr>
                <p:grpSpPr>
                  <a:xfrm>
                    <a:off x="7726689" y="2056337"/>
                    <a:ext cx="1693142" cy="3819575"/>
                    <a:chOff x="7729266" y="2056337"/>
                    <a:chExt cx="1693142" cy="3819575"/>
                  </a:xfrm>
                </p:grpSpPr>
                <p:grpSp>
                  <p:nvGrpSpPr>
                    <p:cNvPr id="184" name="Group 183">
                      <a:extLst>
                        <a:ext uri="{FF2B5EF4-FFF2-40B4-BE49-F238E27FC236}">
                          <a16:creationId xmlns:a16="http://schemas.microsoft.com/office/drawing/2014/main" id="{8997A049-D722-9088-EBDD-A7095A1EC3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29266" y="2056337"/>
                      <a:ext cx="1659617" cy="532181"/>
                      <a:chOff x="7447831" y="2113147"/>
                      <a:chExt cx="1659617" cy="532181"/>
                    </a:xfrm>
                  </p:grpSpPr>
                  <p:sp>
                    <p:nvSpPr>
                      <p:cNvPr id="197" name="Rectangle 196">
                        <a:extLst>
                          <a:ext uri="{FF2B5EF4-FFF2-40B4-BE49-F238E27FC236}">
                            <a16:creationId xmlns:a16="http://schemas.microsoft.com/office/drawing/2014/main" id="{6DAEC624-B6E1-3F77-4947-82844B8E7E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2113147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8" name="TextBox 197">
                        <a:extLst>
                          <a:ext uri="{FF2B5EF4-FFF2-40B4-BE49-F238E27FC236}">
                            <a16:creationId xmlns:a16="http://schemas.microsoft.com/office/drawing/2014/main" id="{E1902761-A5EE-0FD8-AE73-2DB04E1677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447831" y="2234829"/>
                        <a:ext cx="1659617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Growth Opportunities</a:t>
                        </a:r>
                      </a:p>
                    </p:txBody>
                  </p:sp>
                </p:grpSp>
                <p:grpSp>
                  <p:nvGrpSpPr>
                    <p:cNvPr id="185" name="Group 184">
                      <a:extLst>
                        <a:ext uri="{FF2B5EF4-FFF2-40B4-BE49-F238E27FC236}">
                          <a16:creationId xmlns:a16="http://schemas.microsoft.com/office/drawing/2014/main" id="{7F060941-1799-2DE8-F0D5-90CE04A47AD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0701" y="2837478"/>
                      <a:ext cx="1548426" cy="568872"/>
                      <a:chOff x="7549266" y="3021539"/>
                      <a:chExt cx="1548426" cy="568872"/>
                    </a:xfrm>
                  </p:grpSpPr>
                  <p:sp>
                    <p:nvSpPr>
                      <p:cNvPr id="195" name="Rectangle 194">
                        <a:extLst>
                          <a:ext uri="{FF2B5EF4-FFF2-40B4-BE49-F238E27FC236}">
                            <a16:creationId xmlns:a16="http://schemas.microsoft.com/office/drawing/2014/main" id="{6B1BA360-D71A-79E0-7C19-12994822BE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3039884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6" name="TextBox 195">
                        <a:extLst>
                          <a:ext uri="{FF2B5EF4-FFF2-40B4-BE49-F238E27FC236}">
                            <a16:creationId xmlns:a16="http://schemas.microsoft.com/office/drawing/2014/main" id="{A4763E63-918A-6E12-763E-6F894096226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691378" y="3021539"/>
                        <a:ext cx="1264203" cy="56887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Customer Intimacy Maximization</a:t>
                        </a:r>
                      </a:p>
                    </p:txBody>
                  </p:sp>
                </p:grpSp>
                <p:grpSp>
                  <p:nvGrpSpPr>
                    <p:cNvPr id="186" name="Group 185">
                      <a:extLst>
                        <a:ext uri="{FF2B5EF4-FFF2-40B4-BE49-F238E27FC236}">
                          <a16:creationId xmlns:a16="http://schemas.microsoft.com/office/drawing/2014/main" id="{92726195-3EC9-7C81-2B97-844D1A2057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0701" y="3636964"/>
                      <a:ext cx="1548426" cy="568872"/>
                      <a:chOff x="7549266" y="3792422"/>
                      <a:chExt cx="1548426" cy="568872"/>
                    </a:xfrm>
                  </p:grpSpPr>
                  <p:sp>
                    <p:nvSpPr>
                      <p:cNvPr id="193" name="Rectangle 192">
                        <a:extLst>
                          <a:ext uri="{FF2B5EF4-FFF2-40B4-BE49-F238E27FC236}">
                            <a16:creationId xmlns:a16="http://schemas.microsoft.com/office/drawing/2014/main" id="{60891BAC-AF66-9C21-1A79-161020EC03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3810767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4" name="TextBox 193">
                        <a:extLst>
                          <a:ext uri="{FF2B5EF4-FFF2-40B4-BE49-F238E27FC236}">
                            <a16:creationId xmlns:a16="http://schemas.microsoft.com/office/drawing/2014/main" id="{63D699FE-58D0-CE79-BBE5-75FAD5713FF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690620" y="3792422"/>
                        <a:ext cx="1265717" cy="56887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Stockholder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Value Maximization</a:t>
                        </a:r>
                      </a:p>
                    </p:txBody>
                  </p:sp>
                </p:grpSp>
                <p:grpSp>
                  <p:nvGrpSpPr>
                    <p:cNvPr id="187" name="Group 186">
                      <a:extLst>
                        <a:ext uri="{FF2B5EF4-FFF2-40B4-BE49-F238E27FC236}">
                          <a16:creationId xmlns:a16="http://schemas.microsoft.com/office/drawing/2014/main" id="{B944BFCE-904B-3951-06CD-3BEA577F171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0701" y="4454795"/>
                      <a:ext cx="1548426" cy="532181"/>
                      <a:chOff x="7549266" y="4581650"/>
                      <a:chExt cx="1548426" cy="532181"/>
                    </a:xfrm>
                  </p:grpSpPr>
                  <p:sp>
                    <p:nvSpPr>
                      <p:cNvPr id="191" name="Rectangle 190">
                        <a:extLst>
                          <a:ext uri="{FF2B5EF4-FFF2-40B4-BE49-F238E27FC236}">
                            <a16:creationId xmlns:a16="http://schemas.microsoft.com/office/drawing/2014/main" id="{744ED7B8-26BF-162D-76EF-99CBB0EEC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266" y="4581650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2" name="TextBox 191">
                        <a:extLst>
                          <a:ext uri="{FF2B5EF4-FFF2-40B4-BE49-F238E27FC236}">
                            <a16:creationId xmlns:a16="http://schemas.microsoft.com/office/drawing/2014/main" id="{BC649B50-D9DE-5693-7B72-73F302E175E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630366" y="4634410"/>
                        <a:ext cx="1386227" cy="4266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Operational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Quality</a:t>
                        </a:r>
                      </a:p>
                    </p:txBody>
                  </p:sp>
                </p:grpSp>
                <p:grpSp>
                  <p:nvGrpSpPr>
                    <p:cNvPr id="188" name="Group 187">
                      <a:extLst>
                        <a:ext uri="{FF2B5EF4-FFF2-40B4-BE49-F238E27FC236}">
                          <a16:creationId xmlns:a16="http://schemas.microsoft.com/office/drawing/2014/main" id="{07887121-A27E-E930-9889-C274B12AE5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87420" y="5164822"/>
                      <a:ext cx="1634988" cy="711090"/>
                      <a:chOff x="7508646" y="5263077"/>
                      <a:chExt cx="1634988" cy="711090"/>
                    </a:xfrm>
                  </p:grpSpPr>
                  <p:sp>
                    <p:nvSpPr>
                      <p:cNvPr id="189" name="Rectangle 188">
                        <a:extLst>
                          <a:ext uri="{FF2B5EF4-FFF2-40B4-BE49-F238E27FC236}">
                            <a16:creationId xmlns:a16="http://schemas.microsoft.com/office/drawing/2014/main" id="{798F616B-FDA3-85D6-1FDB-7AEB39FEEE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51927" y="5352534"/>
                        <a:ext cx="1548426" cy="53218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90" name="TextBox 189">
                        <a:extLst>
                          <a:ext uri="{FF2B5EF4-FFF2-40B4-BE49-F238E27FC236}">
                            <a16:creationId xmlns:a16="http://schemas.microsoft.com/office/drawing/2014/main" id="{AF02F965-9545-2808-565F-315B128FC89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508646" y="5263077"/>
                        <a:ext cx="1634988" cy="71109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Integration of Technology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and Human Resource</a:t>
                        </a:r>
                      </a:p>
                    </p:txBody>
                  </p:sp>
                </p:grpSp>
              </p:grpSp>
              <p:grpSp>
                <p:nvGrpSpPr>
                  <p:cNvPr id="168" name="Group 167">
                    <a:extLst>
                      <a:ext uri="{FF2B5EF4-FFF2-40B4-BE49-F238E27FC236}">
                        <a16:creationId xmlns:a16="http://schemas.microsoft.com/office/drawing/2014/main" id="{076B1410-10CB-7CEE-55E1-BE9B1F16223D}"/>
                      </a:ext>
                    </a:extLst>
                  </p:cNvPr>
                  <p:cNvGrpSpPr/>
                  <p:nvPr/>
                </p:nvGrpSpPr>
                <p:grpSpPr>
                  <a:xfrm>
                    <a:off x="7549440" y="6125624"/>
                    <a:ext cx="2105795" cy="391885"/>
                    <a:chOff x="7422331" y="6175564"/>
                    <a:chExt cx="2105795" cy="391885"/>
                  </a:xfrm>
                </p:grpSpPr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93B9289C-9A56-83B3-B392-B31DCCD3E9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2331" y="6175564"/>
                      <a:ext cx="2105795" cy="39188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AE8A47DA-DF19-144E-30CF-6B4B838C24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31851" y="6217435"/>
                      <a:ext cx="1886754" cy="308139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</p:spPr>
                  <p:txBody>
                    <a:bodyPr wrap="square" anchor="ctr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Strategy by Discipline</a:t>
                      </a:r>
                    </a:p>
                  </p:txBody>
                </p:sp>
              </p:grpSp>
              <p:grpSp>
                <p:nvGrpSpPr>
                  <p:cNvPr id="169" name="Group 168">
                    <a:extLst>
                      <a:ext uri="{FF2B5EF4-FFF2-40B4-BE49-F238E27FC236}">
                        <a16:creationId xmlns:a16="http://schemas.microsoft.com/office/drawing/2014/main" id="{15CC7FEF-430E-5C0A-051E-1A9B448F8657}"/>
                      </a:ext>
                    </a:extLst>
                  </p:cNvPr>
                  <p:cNvGrpSpPr/>
                  <p:nvPr/>
                </p:nvGrpSpPr>
                <p:grpSpPr>
                  <a:xfrm>
                    <a:off x="7528275" y="939320"/>
                    <a:ext cx="2148124" cy="1003263"/>
                    <a:chOff x="7338849" y="983255"/>
                    <a:chExt cx="2148124" cy="1003263"/>
                  </a:xfrm>
                </p:grpSpPr>
                <p:grpSp>
                  <p:nvGrpSpPr>
                    <p:cNvPr id="170" name="Group 169">
                      <a:extLst>
                        <a:ext uri="{FF2B5EF4-FFF2-40B4-BE49-F238E27FC236}">
                          <a16:creationId xmlns:a16="http://schemas.microsoft.com/office/drawing/2014/main" id="{F551CA33-1B5A-9AE8-7A39-3954991EF4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338849" y="1267148"/>
                      <a:ext cx="2148124" cy="719370"/>
                      <a:chOff x="7307106" y="1324298"/>
                      <a:chExt cx="2148124" cy="719370"/>
                    </a:xfrm>
                  </p:grpSpPr>
                  <p:sp>
                    <p:nvSpPr>
                      <p:cNvPr id="179" name="Google Shape;83409;p3921">
                        <a:extLst>
                          <a:ext uri="{FF2B5EF4-FFF2-40B4-BE49-F238E27FC236}">
                            <a16:creationId xmlns:a16="http://schemas.microsoft.com/office/drawing/2014/main" id="{1885DF1D-A9CB-D95F-445F-4D36A776A8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28271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0" name="Google Shape;83415;p3921">
                        <a:extLst>
                          <a:ext uri="{FF2B5EF4-FFF2-40B4-BE49-F238E27FC236}">
                            <a16:creationId xmlns:a16="http://schemas.microsoft.com/office/drawing/2014/main" id="{5AF953D0-92D0-5545-BA97-5BDFF206BC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07106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81" name="TextBox 180">
                        <a:extLst>
                          <a:ext uri="{FF2B5EF4-FFF2-40B4-BE49-F238E27FC236}">
                            <a16:creationId xmlns:a16="http://schemas.microsoft.com/office/drawing/2014/main" id="{627982DB-58A7-0629-98D5-A63623D52A1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469131" y="1391441"/>
                        <a:ext cx="1824075" cy="585079"/>
                      </a:xfrm>
                      <a:prstGeom prst="rect">
                        <a:avLst/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uLnTx/>
                            <a:uFillTx/>
                            <a:latin typeface="Franklin Gothic Book" panose="020B0503020102020204" pitchFamily="34" charset="0"/>
                          </a:rPr>
                          <a:t>Strategic Imperatives to Achieve Goals</a:t>
                        </a:r>
                      </a:p>
                    </p:txBody>
                  </p:sp>
                </p:grpSp>
                <p:grpSp>
                  <p:nvGrpSpPr>
                    <p:cNvPr id="171" name="Group 170">
                      <a:extLst>
                        <a:ext uri="{FF2B5EF4-FFF2-40B4-BE49-F238E27FC236}">
                          <a16:creationId xmlns:a16="http://schemas.microsoft.com/office/drawing/2014/main" id="{0D86C55A-470C-FF20-B678-69E86B3C50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64832" y="983255"/>
                      <a:ext cx="896159" cy="372147"/>
                      <a:chOff x="7964832" y="983255"/>
                      <a:chExt cx="896159" cy="372147"/>
                    </a:xfrm>
                  </p:grpSpPr>
                  <p:grpSp>
                    <p:nvGrpSpPr>
                      <p:cNvPr id="172" name="Google Shape;83411;p3921">
                        <a:extLst>
                          <a:ext uri="{FF2B5EF4-FFF2-40B4-BE49-F238E27FC236}">
                            <a16:creationId xmlns:a16="http://schemas.microsoft.com/office/drawing/2014/main" id="{FE4B14BB-7DED-B5E2-A99A-91A45791606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64832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176" name="Google Shape;83412;p3921">
                          <a:extLst>
                            <a:ext uri="{FF2B5EF4-FFF2-40B4-BE49-F238E27FC236}">
                              <a16:creationId xmlns:a16="http://schemas.microsoft.com/office/drawing/2014/main" id="{898AFEEB-0D04-6C20-3757-9213F54288E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7" name="Google Shape;83413;p3921">
                          <a:extLst>
                            <a:ext uri="{FF2B5EF4-FFF2-40B4-BE49-F238E27FC236}">
                              <a16:creationId xmlns:a16="http://schemas.microsoft.com/office/drawing/2014/main" id="{DE5046DC-1817-EC55-019C-F12EEE33DEF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8" name="Google Shape;83414;p3921">
                          <a:extLst>
                            <a:ext uri="{FF2B5EF4-FFF2-40B4-BE49-F238E27FC236}">
                              <a16:creationId xmlns:a16="http://schemas.microsoft.com/office/drawing/2014/main" id="{7132D748-D452-E479-BD2F-1178E854A0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73" name="Group 172">
                        <a:extLst>
                          <a:ext uri="{FF2B5EF4-FFF2-40B4-BE49-F238E27FC236}">
                            <a16:creationId xmlns:a16="http://schemas.microsoft.com/office/drawing/2014/main" id="{576158A9-8026-D8D9-B321-119FD1352B1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26838" y="983255"/>
                        <a:ext cx="372147" cy="372147"/>
                        <a:chOff x="8226838" y="983255"/>
                        <a:chExt cx="372147" cy="372147"/>
                      </a:xfrm>
                    </p:grpSpPr>
                    <p:sp>
                      <p:nvSpPr>
                        <p:cNvPr id="174" name="Google Shape;83463;p3921">
                          <a:extLst>
                            <a:ext uri="{FF2B5EF4-FFF2-40B4-BE49-F238E27FC236}">
                              <a16:creationId xmlns:a16="http://schemas.microsoft.com/office/drawing/2014/main" id="{964DD061-EE3D-C412-FDC8-46DC403B15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26838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5" name="Freeform: Shape 212">
                          <a:extLst>
                            <a:ext uri="{FF2B5EF4-FFF2-40B4-BE49-F238E27FC236}">
                              <a16:creationId xmlns:a16="http://schemas.microsoft.com/office/drawing/2014/main" id="{806A79C0-50AB-BE20-7C47-B8F1FD1856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8315749" y="1064692"/>
                          <a:ext cx="194324" cy="209272"/>
                        </a:xfrm>
                        <a:custGeom>
                          <a:avLst/>
                          <a:gdLst>
                            <a:gd name="connsiteX0" fmla="*/ 3943350 w 4457700"/>
                            <a:gd name="connsiteY0" fmla="*/ 1034872 h 4800599"/>
                            <a:gd name="connsiteX1" fmla="*/ 4457700 w 4457700"/>
                            <a:gd name="connsiteY1" fmla="*/ 1034872 h 4800599"/>
                            <a:gd name="connsiteX2" fmla="*/ 4457700 w 4457700"/>
                            <a:gd name="connsiteY2" fmla="*/ 3429098 h 4800599"/>
                            <a:gd name="connsiteX3" fmla="*/ 3943350 w 4457700"/>
                            <a:gd name="connsiteY3" fmla="*/ 3429098 h 4800599"/>
                            <a:gd name="connsiteX4" fmla="*/ 3943350 w 4457700"/>
                            <a:gd name="connsiteY4" fmla="*/ 3686175 h 4800599"/>
                            <a:gd name="connsiteX5" fmla="*/ 3952383 w 4457700"/>
                            <a:gd name="connsiteY5" fmla="*/ 3724521 h 4800599"/>
                            <a:gd name="connsiteX6" fmla="*/ 4123833 w 4457700"/>
                            <a:gd name="connsiteY6" fmla="*/ 4067421 h 4800599"/>
                            <a:gd name="connsiteX7" fmla="*/ 4200525 w 4457700"/>
                            <a:gd name="connsiteY7" fmla="*/ 4114839 h 4800599"/>
                            <a:gd name="connsiteX8" fmla="*/ 4277217 w 4457700"/>
                            <a:gd name="connsiteY8" fmla="*/ 4067421 h 4800599"/>
                            <a:gd name="connsiteX9" fmla="*/ 4448667 w 4457700"/>
                            <a:gd name="connsiteY9" fmla="*/ 3724521 h 4800599"/>
                            <a:gd name="connsiteX10" fmla="*/ 4457700 w 4457700"/>
                            <a:gd name="connsiteY10" fmla="*/ 3686175 h 4800599"/>
                            <a:gd name="connsiteX11" fmla="*/ 4457700 w 4457700"/>
                            <a:gd name="connsiteY11" fmla="*/ 3600450 h 4800599"/>
                            <a:gd name="connsiteX12" fmla="*/ 3943350 w 4457700"/>
                            <a:gd name="connsiteY12" fmla="*/ 3600450 h 4800599"/>
                            <a:gd name="connsiteX13" fmla="*/ 4286250 w 4457700"/>
                            <a:gd name="connsiteY13" fmla="*/ 514350 h 4800599"/>
                            <a:gd name="connsiteX14" fmla="*/ 4114800 w 4457700"/>
                            <a:gd name="connsiteY14" fmla="*/ 514350 h 4800599"/>
                            <a:gd name="connsiteX15" fmla="*/ 3993639 w 4457700"/>
                            <a:gd name="connsiteY15" fmla="*/ 564637 h 4800599"/>
                            <a:gd name="connsiteX16" fmla="*/ 3943350 w 4457700"/>
                            <a:gd name="connsiteY16" fmla="*/ 685800 h 4800599"/>
                            <a:gd name="connsiteX17" fmla="*/ 3943350 w 4457700"/>
                            <a:gd name="connsiteY17" fmla="*/ 863373 h 4800599"/>
                            <a:gd name="connsiteX18" fmla="*/ 4457700 w 4457700"/>
                            <a:gd name="connsiteY18" fmla="*/ 863373 h 4800599"/>
                            <a:gd name="connsiteX19" fmla="*/ 4457700 w 4457700"/>
                            <a:gd name="connsiteY19" fmla="*/ 685800 h 4800599"/>
                            <a:gd name="connsiteX20" fmla="*/ 4407412 w 4457700"/>
                            <a:gd name="connsiteY20" fmla="*/ 564637 h 4800599"/>
                            <a:gd name="connsiteX21" fmla="*/ 4286250 w 4457700"/>
                            <a:gd name="connsiteY21" fmla="*/ 514350 h 4800599"/>
                            <a:gd name="connsiteX22" fmla="*/ 685800 w 4457700"/>
                            <a:gd name="connsiteY22" fmla="*/ 4750439 h 4800599"/>
                            <a:gd name="connsiteX23" fmla="*/ 685800 w 4457700"/>
                            <a:gd name="connsiteY23" fmla="*/ 4114849 h 4800599"/>
                            <a:gd name="connsiteX24" fmla="*/ 50210 w 4457700"/>
                            <a:gd name="connsiteY24" fmla="*/ 4114849 h 4800599"/>
                            <a:gd name="connsiteX25" fmla="*/ 942975 w 4457700"/>
                            <a:gd name="connsiteY25" fmla="*/ 1543050 h 4800599"/>
                            <a:gd name="connsiteX26" fmla="*/ 1124830 w 4457700"/>
                            <a:gd name="connsiteY26" fmla="*/ 1467739 h 4800599"/>
                            <a:gd name="connsiteX27" fmla="*/ 1200140 w 4457700"/>
                            <a:gd name="connsiteY27" fmla="*/ 1285875 h 4800599"/>
                            <a:gd name="connsiteX28" fmla="*/ 1124830 w 4457700"/>
                            <a:gd name="connsiteY28" fmla="*/ 1104020 h 4800599"/>
                            <a:gd name="connsiteX29" fmla="*/ 942975 w 4457700"/>
                            <a:gd name="connsiteY29" fmla="*/ 1028710 h 4800599"/>
                            <a:gd name="connsiteX30" fmla="*/ 761121 w 4457700"/>
                            <a:gd name="connsiteY30" fmla="*/ 1104020 h 4800599"/>
                            <a:gd name="connsiteX31" fmla="*/ 685810 w 4457700"/>
                            <a:gd name="connsiteY31" fmla="*/ 1285875 h 4800599"/>
                            <a:gd name="connsiteX32" fmla="*/ 761199 w 4457700"/>
                            <a:gd name="connsiteY32" fmla="*/ 1467671 h 4800599"/>
                            <a:gd name="connsiteX33" fmla="*/ 942985 w 4457700"/>
                            <a:gd name="connsiteY33" fmla="*/ 1543060 h 4800599"/>
                            <a:gd name="connsiteX34" fmla="*/ 2657475 w 4457700"/>
                            <a:gd name="connsiteY34" fmla="*/ 3086100 h 4800599"/>
                            <a:gd name="connsiteX35" fmla="*/ 2475620 w 4457700"/>
                            <a:gd name="connsiteY35" fmla="*/ 3161411 h 4800599"/>
                            <a:gd name="connsiteX36" fmla="*/ 2400300 w 4457700"/>
                            <a:gd name="connsiteY36" fmla="*/ 3343275 h 4800599"/>
                            <a:gd name="connsiteX37" fmla="*/ 2475620 w 4457700"/>
                            <a:gd name="connsiteY37" fmla="*/ 3525130 h 4800599"/>
                            <a:gd name="connsiteX38" fmla="*/ 2657475 w 4457700"/>
                            <a:gd name="connsiteY38" fmla="*/ 3600440 h 4800599"/>
                            <a:gd name="connsiteX39" fmla="*/ 2839330 w 4457700"/>
                            <a:gd name="connsiteY39" fmla="*/ 3525130 h 4800599"/>
                            <a:gd name="connsiteX40" fmla="*/ 2914650 w 4457700"/>
                            <a:gd name="connsiteY40" fmla="*/ 3343275 h 4800599"/>
                            <a:gd name="connsiteX41" fmla="*/ 2839251 w 4457700"/>
                            <a:gd name="connsiteY41" fmla="*/ 3161489 h 4800599"/>
                            <a:gd name="connsiteX42" fmla="*/ 2657465 w 4457700"/>
                            <a:gd name="connsiteY42" fmla="*/ 3086090 h 4800599"/>
                            <a:gd name="connsiteX43" fmla="*/ 3600450 w 4457700"/>
                            <a:gd name="connsiteY43" fmla="*/ 85725 h 4800599"/>
                            <a:gd name="connsiteX44" fmla="*/ 3600450 w 4457700"/>
                            <a:gd name="connsiteY44" fmla="*/ 4714875 h 4800599"/>
                            <a:gd name="connsiteX45" fmla="*/ 3575350 w 4457700"/>
                            <a:gd name="connsiteY45" fmla="*/ 4775490 h 4800599"/>
                            <a:gd name="connsiteX46" fmla="*/ 3514725 w 4457700"/>
                            <a:gd name="connsiteY46" fmla="*/ 4800600 h 4800599"/>
                            <a:gd name="connsiteX47" fmla="*/ 857250 w 4457700"/>
                            <a:gd name="connsiteY47" fmla="*/ 4800600 h 4800599"/>
                            <a:gd name="connsiteX48" fmla="*/ 857250 w 4457700"/>
                            <a:gd name="connsiteY48" fmla="*/ 4029075 h 4800599"/>
                            <a:gd name="connsiteX49" fmla="*/ 832150 w 4457700"/>
                            <a:gd name="connsiteY49" fmla="*/ 3968450 h 4800599"/>
                            <a:gd name="connsiteX50" fmla="*/ 771525 w 4457700"/>
                            <a:gd name="connsiteY50" fmla="*/ 3943350 h 4800599"/>
                            <a:gd name="connsiteX51" fmla="*/ 0 w 4457700"/>
                            <a:gd name="connsiteY51" fmla="*/ 3943350 h 4800599"/>
                            <a:gd name="connsiteX52" fmla="*/ 0 w 4457700"/>
                            <a:gd name="connsiteY52" fmla="*/ 85725 h 4800599"/>
                            <a:gd name="connsiteX53" fmla="*/ 85725 w 4457700"/>
                            <a:gd name="connsiteY53" fmla="*/ 0 h 4800599"/>
                            <a:gd name="connsiteX54" fmla="*/ 3514725 w 4457700"/>
                            <a:gd name="connsiteY54" fmla="*/ 0 h 4800599"/>
                            <a:gd name="connsiteX55" fmla="*/ 3575350 w 4457700"/>
                            <a:gd name="connsiteY55" fmla="*/ 25105 h 4800599"/>
                            <a:gd name="connsiteX56" fmla="*/ 3600450 w 4457700"/>
                            <a:gd name="connsiteY56" fmla="*/ 85725 h 4800599"/>
                            <a:gd name="connsiteX57" fmla="*/ 514350 w 4457700"/>
                            <a:gd name="connsiteY57" fmla="*/ 1285875 h 4800599"/>
                            <a:gd name="connsiteX58" fmla="*/ 639871 w 4457700"/>
                            <a:gd name="connsiteY58" fmla="*/ 1588979 h 4800599"/>
                            <a:gd name="connsiteX59" fmla="*/ 942975 w 4457700"/>
                            <a:gd name="connsiteY59" fmla="*/ 1714500 h 4800599"/>
                            <a:gd name="connsiteX60" fmla="*/ 1246079 w 4457700"/>
                            <a:gd name="connsiteY60" fmla="*/ 1588979 h 4800599"/>
                            <a:gd name="connsiteX61" fmla="*/ 1371600 w 4457700"/>
                            <a:gd name="connsiteY61" fmla="*/ 1285875 h 4800599"/>
                            <a:gd name="connsiteX62" fmla="*/ 1246079 w 4457700"/>
                            <a:gd name="connsiteY62" fmla="*/ 982771 h 4800599"/>
                            <a:gd name="connsiteX63" fmla="*/ 942975 w 4457700"/>
                            <a:gd name="connsiteY63" fmla="*/ 857250 h 4800599"/>
                            <a:gd name="connsiteX64" fmla="*/ 640028 w 4457700"/>
                            <a:gd name="connsiteY64" fmla="*/ 982928 h 4800599"/>
                            <a:gd name="connsiteX65" fmla="*/ 514350 w 4457700"/>
                            <a:gd name="connsiteY65" fmla="*/ 1285875 h 4800599"/>
                            <a:gd name="connsiteX66" fmla="*/ 2571750 w 4457700"/>
                            <a:gd name="connsiteY66" fmla="*/ 1664290 h 4800599"/>
                            <a:gd name="connsiteX67" fmla="*/ 2571750 w 4457700"/>
                            <a:gd name="connsiteY67" fmla="*/ 1800225 h 4800599"/>
                            <a:gd name="connsiteX68" fmla="*/ 2496361 w 4457700"/>
                            <a:gd name="connsiteY68" fmla="*/ 1982011 h 4800599"/>
                            <a:gd name="connsiteX69" fmla="*/ 2314575 w 4457700"/>
                            <a:gd name="connsiteY69" fmla="*/ 2057400 h 4800599"/>
                            <a:gd name="connsiteX70" fmla="*/ 1285875 w 4457700"/>
                            <a:gd name="connsiteY70" fmla="*/ 2057400 h 4800599"/>
                            <a:gd name="connsiteX71" fmla="*/ 982928 w 4457700"/>
                            <a:gd name="connsiteY71" fmla="*/ 2183078 h 4800599"/>
                            <a:gd name="connsiteX72" fmla="*/ 857250 w 4457700"/>
                            <a:gd name="connsiteY72" fmla="*/ 2486025 h 4800599"/>
                            <a:gd name="connsiteX73" fmla="*/ 857250 w 4457700"/>
                            <a:gd name="connsiteY73" fmla="*/ 2657475 h 4800599"/>
                            <a:gd name="connsiteX74" fmla="*/ 942975 w 4457700"/>
                            <a:gd name="connsiteY74" fmla="*/ 2743200 h 4800599"/>
                            <a:gd name="connsiteX75" fmla="*/ 1028700 w 4457700"/>
                            <a:gd name="connsiteY75" fmla="*/ 2657475 h 4800599"/>
                            <a:gd name="connsiteX76" fmla="*/ 1028700 w 4457700"/>
                            <a:gd name="connsiteY76" fmla="*/ 2486025 h 4800599"/>
                            <a:gd name="connsiteX77" fmla="*/ 1104089 w 4457700"/>
                            <a:gd name="connsiteY77" fmla="*/ 2304239 h 4800599"/>
                            <a:gd name="connsiteX78" fmla="*/ 1285875 w 4457700"/>
                            <a:gd name="connsiteY78" fmla="*/ 2228850 h 4800599"/>
                            <a:gd name="connsiteX79" fmla="*/ 2314575 w 4457700"/>
                            <a:gd name="connsiteY79" fmla="*/ 2228850 h 4800599"/>
                            <a:gd name="connsiteX80" fmla="*/ 2617522 w 4457700"/>
                            <a:gd name="connsiteY80" fmla="*/ 2103172 h 4800599"/>
                            <a:gd name="connsiteX81" fmla="*/ 2743200 w 4457700"/>
                            <a:gd name="connsiteY81" fmla="*/ 1800225 h 4800599"/>
                            <a:gd name="connsiteX82" fmla="*/ 2743200 w 4457700"/>
                            <a:gd name="connsiteY82" fmla="*/ 1664290 h 4800599"/>
                            <a:gd name="connsiteX83" fmla="*/ 2839300 w 4457700"/>
                            <a:gd name="connsiteY83" fmla="*/ 1760390 h 4800599"/>
                            <a:gd name="connsiteX84" fmla="*/ 2900150 w 4457700"/>
                            <a:gd name="connsiteY84" fmla="*/ 1786254 h 4800599"/>
                            <a:gd name="connsiteX85" fmla="*/ 2961304 w 4457700"/>
                            <a:gd name="connsiteY85" fmla="*/ 1761154 h 4800599"/>
                            <a:gd name="connsiteX86" fmla="*/ 2986404 w 4457700"/>
                            <a:gd name="connsiteY86" fmla="*/ 1700000 h 4800599"/>
                            <a:gd name="connsiteX87" fmla="*/ 2960540 w 4457700"/>
                            <a:gd name="connsiteY87" fmla="*/ 1639150 h 4800599"/>
                            <a:gd name="connsiteX88" fmla="*/ 2718218 w 4457700"/>
                            <a:gd name="connsiteY88" fmla="*/ 1396828 h 4800599"/>
                            <a:gd name="connsiteX89" fmla="*/ 2596752 w 4457700"/>
                            <a:gd name="connsiteY89" fmla="*/ 1396828 h 4800599"/>
                            <a:gd name="connsiteX90" fmla="*/ 2354430 w 4457700"/>
                            <a:gd name="connsiteY90" fmla="*/ 1639150 h 4800599"/>
                            <a:gd name="connsiteX91" fmla="*/ 2328556 w 4457700"/>
                            <a:gd name="connsiteY91" fmla="*/ 1700000 h 4800599"/>
                            <a:gd name="connsiteX92" fmla="*/ 2353666 w 4457700"/>
                            <a:gd name="connsiteY92" fmla="*/ 1761154 h 4800599"/>
                            <a:gd name="connsiteX93" fmla="*/ 2414819 w 4457700"/>
                            <a:gd name="connsiteY93" fmla="*/ 1786254 h 4800599"/>
                            <a:gd name="connsiteX94" fmla="*/ 2475669 w 4457700"/>
                            <a:gd name="connsiteY94" fmla="*/ 1760390 h 4800599"/>
                            <a:gd name="connsiteX95" fmla="*/ 1064166 w 4457700"/>
                            <a:gd name="connsiteY95" fmla="*/ 3343324 h 4800599"/>
                            <a:gd name="connsiteX96" fmla="*/ 1346441 w 4457700"/>
                            <a:gd name="connsiteY96" fmla="*/ 3061049 h 4800599"/>
                            <a:gd name="connsiteX97" fmla="*/ 1345373 w 4457700"/>
                            <a:gd name="connsiteY97" fmla="*/ 2940877 h 4800599"/>
                            <a:gd name="connsiteX98" fmla="*/ 1225201 w 4457700"/>
                            <a:gd name="connsiteY98" fmla="*/ 2939809 h 4800599"/>
                            <a:gd name="connsiteX99" fmla="*/ 942926 w 4457700"/>
                            <a:gd name="connsiteY99" fmla="*/ 3222084 h 4800599"/>
                            <a:gd name="connsiteX100" fmla="*/ 660651 w 4457700"/>
                            <a:gd name="connsiteY100" fmla="*/ 2939809 h 4800599"/>
                            <a:gd name="connsiteX101" fmla="*/ 540479 w 4457700"/>
                            <a:gd name="connsiteY101" fmla="*/ 2940877 h 4800599"/>
                            <a:gd name="connsiteX102" fmla="*/ 539401 w 4457700"/>
                            <a:gd name="connsiteY102" fmla="*/ 3061049 h 4800599"/>
                            <a:gd name="connsiteX103" fmla="*/ 821677 w 4457700"/>
                            <a:gd name="connsiteY103" fmla="*/ 3343324 h 4800599"/>
                            <a:gd name="connsiteX104" fmla="*/ 539401 w 4457700"/>
                            <a:gd name="connsiteY104" fmla="*/ 3625599 h 4800599"/>
                            <a:gd name="connsiteX105" fmla="*/ 513263 w 4457700"/>
                            <a:gd name="connsiteY105" fmla="*/ 3686528 h 4800599"/>
                            <a:gd name="connsiteX106" fmla="*/ 538373 w 4457700"/>
                            <a:gd name="connsiteY106" fmla="*/ 3747877 h 4800599"/>
                            <a:gd name="connsiteX107" fmla="*/ 599713 w 4457700"/>
                            <a:gd name="connsiteY107" fmla="*/ 3772978 h 4800599"/>
                            <a:gd name="connsiteX108" fmla="*/ 660641 w 4457700"/>
                            <a:gd name="connsiteY108" fmla="*/ 3746839 h 4800599"/>
                            <a:gd name="connsiteX109" fmla="*/ 942916 w 4457700"/>
                            <a:gd name="connsiteY109" fmla="*/ 3464564 h 4800599"/>
                            <a:gd name="connsiteX110" fmla="*/ 1225192 w 4457700"/>
                            <a:gd name="connsiteY110" fmla="*/ 3746839 h 4800599"/>
                            <a:gd name="connsiteX111" fmla="*/ 1345363 w 4457700"/>
                            <a:gd name="connsiteY111" fmla="*/ 3745771 h 4800599"/>
                            <a:gd name="connsiteX112" fmla="*/ 1346441 w 4457700"/>
                            <a:gd name="connsiteY112" fmla="*/ 3625599 h 4800599"/>
                            <a:gd name="connsiteX113" fmla="*/ 3086100 w 4457700"/>
                            <a:gd name="connsiteY113" fmla="*/ 3343324 h 4800599"/>
                            <a:gd name="connsiteX114" fmla="*/ 2960579 w 4457700"/>
                            <a:gd name="connsiteY114" fmla="*/ 3040220 h 4800599"/>
                            <a:gd name="connsiteX115" fmla="*/ 2657475 w 4457700"/>
                            <a:gd name="connsiteY115" fmla="*/ 2914699 h 4800599"/>
                            <a:gd name="connsiteX116" fmla="*/ 2354371 w 4457700"/>
                            <a:gd name="connsiteY116" fmla="*/ 3040220 h 4800599"/>
                            <a:gd name="connsiteX117" fmla="*/ 2228850 w 4457700"/>
                            <a:gd name="connsiteY117" fmla="*/ 3343324 h 4800599"/>
                            <a:gd name="connsiteX118" fmla="*/ 2354371 w 4457700"/>
                            <a:gd name="connsiteY118" fmla="*/ 3646428 h 4800599"/>
                            <a:gd name="connsiteX119" fmla="*/ 2657475 w 4457700"/>
                            <a:gd name="connsiteY119" fmla="*/ 3771949 h 4800599"/>
                            <a:gd name="connsiteX120" fmla="*/ 2960422 w 4457700"/>
                            <a:gd name="connsiteY120" fmla="*/ 3646271 h 4800599"/>
                            <a:gd name="connsiteX121" fmla="*/ 3086100 w 4457700"/>
                            <a:gd name="connsiteY121" fmla="*/ 3343324 h 4800599"/>
                            <a:gd name="connsiteX122" fmla="*/ 2778715 w 4457700"/>
                            <a:gd name="connsiteY122" fmla="*/ 771574 h 4800599"/>
                            <a:gd name="connsiteX123" fmla="*/ 3060990 w 4457700"/>
                            <a:gd name="connsiteY123" fmla="*/ 489299 h 4800599"/>
                            <a:gd name="connsiteX124" fmla="*/ 3059922 w 4457700"/>
                            <a:gd name="connsiteY124" fmla="*/ 369127 h 4800599"/>
                            <a:gd name="connsiteX125" fmla="*/ 2939751 w 4457700"/>
                            <a:gd name="connsiteY125" fmla="*/ 368055 h 4800599"/>
                            <a:gd name="connsiteX126" fmla="*/ 2657475 w 4457700"/>
                            <a:gd name="connsiteY126" fmla="*/ 650334 h 4800599"/>
                            <a:gd name="connsiteX127" fmla="*/ 2375200 w 4457700"/>
                            <a:gd name="connsiteY127" fmla="*/ 368055 h 4800599"/>
                            <a:gd name="connsiteX128" fmla="*/ 2255028 w 4457700"/>
                            <a:gd name="connsiteY128" fmla="*/ 369127 h 4800599"/>
                            <a:gd name="connsiteX129" fmla="*/ 2253951 w 4457700"/>
                            <a:gd name="connsiteY129" fmla="*/ 489299 h 4800599"/>
                            <a:gd name="connsiteX130" fmla="*/ 2536226 w 4457700"/>
                            <a:gd name="connsiteY130" fmla="*/ 771574 h 4800599"/>
                            <a:gd name="connsiteX131" fmla="*/ 2253951 w 4457700"/>
                            <a:gd name="connsiteY131" fmla="*/ 1053849 h 4800599"/>
                            <a:gd name="connsiteX132" fmla="*/ 2227812 w 4457700"/>
                            <a:gd name="connsiteY132" fmla="*/ 1114778 h 4800599"/>
                            <a:gd name="connsiteX133" fmla="*/ 2252922 w 4457700"/>
                            <a:gd name="connsiteY133" fmla="*/ 1176127 h 4800599"/>
                            <a:gd name="connsiteX134" fmla="*/ 2314261 w 4457700"/>
                            <a:gd name="connsiteY134" fmla="*/ 1201228 h 4800599"/>
                            <a:gd name="connsiteX135" fmla="*/ 2375190 w 4457700"/>
                            <a:gd name="connsiteY135" fmla="*/ 1175089 h 4800599"/>
                            <a:gd name="connsiteX136" fmla="*/ 2657465 w 4457700"/>
                            <a:gd name="connsiteY136" fmla="*/ 892814 h 4800599"/>
                            <a:gd name="connsiteX137" fmla="*/ 2939741 w 4457700"/>
                            <a:gd name="connsiteY137" fmla="*/ 1175089 h 4800599"/>
                            <a:gd name="connsiteX138" fmla="*/ 3059912 w 4457700"/>
                            <a:gd name="connsiteY138" fmla="*/ 1174021 h 4800599"/>
                            <a:gd name="connsiteX139" fmla="*/ 3060990 w 4457700"/>
                            <a:gd name="connsiteY139" fmla="*/ 1053849 h 480059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</a:cxnLst>
                          <a:rect l="l" t="t" r="r" b="b"/>
                          <a:pathLst>
                            <a:path w="4457700" h="4800599">
                              <a:moveTo>
                                <a:pt x="3943350" y="1034872"/>
                              </a:moveTo>
                              <a:lnTo>
                                <a:pt x="4457700" y="1034872"/>
                              </a:lnTo>
                              <a:lnTo>
                                <a:pt x="4457700" y="3429098"/>
                              </a:lnTo>
                              <a:lnTo>
                                <a:pt x="3943350" y="3429098"/>
                              </a:lnTo>
                              <a:close/>
                              <a:moveTo>
                                <a:pt x="3943350" y="3686175"/>
                              </a:moveTo>
                              <a:cubicBezTo>
                                <a:pt x="3943350" y="3699489"/>
                                <a:pt x="3946446" y="3712618"/>
                                <a:pt x="3952383" y="3724521"/>
                              </a:cubicBezTo>
                              <a:lnTo>
                                <a:pt x="4123833" y="4067421"/>
                              </a:lnTo>
                              <a:cubicBezTo>
                                <a:pt x="4138372" y="4096470"/>
                                <a:pt x="4168038" y="4114839"/>
                                <a:pt x="4200525" y="4114839"/>
                              </a:cubicBezTo>
                              <a:cubicBezTo>
                                <a:pt x="4233012" y="4114839"/>
                                <a:pt x="4262678" y="4096470"/>
                                <a:pt x="4277217" y="4067421"/>
                              </a:cubicBezTo>
                              <a:lnTo>
                                <a:pt x="4448667" y="3724521"/>
                              </a:lnTo>
                              <a:cubicBezTo>
                                <a:pt x="4454605" y="3712618"/>
                                <a:pt x="4457700" y="3699489"/>
                                <a:pt x="4457700" y="3686175"/>
                              </a:cubicBezTo>
                              <a:lnTo>
                                <a:pt x="4457700" y="3600450"/>
                              </a:lnTo>
                              <a:lnTo>
                                <a:pt x="3943350" y="3600450"/>
                              </a:lnTo>
                              <a:close/>
                              <a:moveTo>
                                <a:pt x="4286250" y="514350"/>
                              </a:moveTo>
                              <a:lnTo>
                                <a:pt x="4114800" y="514350"/>
                              </a:lnTo>
                              <a:cubicBezTo>
                                <a:pt x="4069332" y="514426"/>
                                <a:pt x="4025783" y="532490"/>
                                <a:pt x="3993639" y="564637"/>
                              </a:cubicBezTo>
                              <a:cubicBezTo>
                                <a:pt x="3961494" y="596783"/>
                                <a:pt x="3943428" y="640331"/>
                                <a:pt x="3943350" y="685800"/>
                              </a:cubicBezTo>
                              <a:lnTo>
                                <a:pt x="3943350" y="863373"/>
                              </a:lnTo>
                              <a:lnTo>
                                <a:pt x="4457700" y="863373"/>
                              </a:lnTo>
                              <a:lnTo>
                                <a:pt x="4457700" y="685800"/>
                              </a:lnTo>
                              <a:cubicBezTo>
                                <a:pt x="4457622" y="640331"/>
                                <a:pt x="4439566" y="596782"/>
                                <a:pt x="4407412" y="564637"/>
                              </a:cubicBezTo>
                              <a:cubicBezTo>
                                <a:pt x="4375267" y="532491"/>
                                <a:pt x="4331719" y="514426"/>
                                <a:pt x="4286250" y="514350"/>
                              </a:cubicBezTo>
                              <a:close/>
                              <a:moveTo>
                                <a:pt x="685800" y="4750439"/>
                              </a:moveTo>
                              <a:lnTo>
                                <a:pt x="685800" y="4114849"/>
                              </a:lnTo>
                              <a:lnTo>
                                <a:pt x="50210" y="4114849"/>
                              </a:lnTo>
                              <a:close/>
                              <a:moveTo>
                                <a:pt x="942975" y="1543050"/>
                              </a:moveTo>
                              <a:cubicBezTo>
                                <a:pt x="1011173" y="1543050"/>
                                <a:pt x="1076618" y="1515951"/>
                                <a:pt x="1124830" y="1467739"/>
                              </a:cubicBezTo>
                              <a:cubicBezTo>
                                <a:pt x="1173041" y="1419518"/>
                                <a:pt x="1200140" y="1354073"/>
                                <a:pt x="1200140" y="1285875"/>
                              </a:cubicBezTo>
                              <a:cubicBezTo>
                                <a:pt x="1200140" y="1217697"/>
                                <a:pt x="1173051" y="1152242"/>
                                <a:pt x="1124830" y="1104020"/>
                              </a:cubicBezTo>
                              <a:cubicBezTo>
                                <a:pt x="1076608" y="1055818"/>
                                <a:pt x="1011163" y="1028710"/>
                                <a:pt x="942975" y="1028710"/>
                              </a:cubicBezTo>
                              <a:cubicBezTo>
                                <a:pt x="874787" y="1028710"/>
                                <a:pt x="809332" y="1055809"/>
                                <a:pt x="761121" y="1104020"/>
                              </a:cubicBezTo>
                              <a:cubicBezTo>
                                <a:pt x="712909" y="1152242"/>
                                <a:pt x="685810" y="1217697"/>
                                <a:pt x="685810" y="1285875"/>
                              </a:cubicBezTo>
                              <a:cubicBezTo>
                                <a:pt x="685878" y="1354073"/>
                                <a:pt x="713016" y="1419449"/>
                                <a:pt x="761199" y="1467671"/>
                              </a:cubicBezTo>
                              <a:cubicBezTo>
                                <a:pt x="809420" y="1515853"/>
                                <a:pt x="874787" y="1542981"/>
                                <a:pt x="942985" y="1543060"/>
                              </a:cubicBezTo>
                              <a:close/>
                              <a:moveTo>
                                <a:pt x="2657475" y="3086100"/>
                              </a:moveTo>
                              <a:cubicBezTo>
                                <a:pt x="2589277" y="3086100"/>
                                <a:pt x="2523832" y="3113199"/>
                                <a:pt x="2475620" y="3161411"/>
                              </a:cubicBezTo>
                              <a:cubicBezTo>
                                <a:pt x="2427409" y="3209632"/>
                                <a:pt x="2400300" y="3275087"/>
                                <a:pt x="2400300" y="3343275"/>
                              </a:cubicBezTo>
                              <a:cubicBezTo>
                                <a:pt x="2400300" y="3411453"/>
                                <a:pt x="2427399" y="3476908"/>
                                <a:pt x="2475620" y="3525130"/>
                              </a:cubicBezTo>
                              <a:cubicBezTo>
                                <a:pt x="2523842" y="3573341"/>
                                <a:pt x="2589287" y="3600440"/>
                                <a:pt x="2657475" y="3600440"/>
                              </a:cubicBezTo>
                              <a:cubicBezTo>
                                <a:pt x="2725663" y="3600440"/>
                                <a:pt x="2791118" y="3573341"/>
                                <a:pt x="2839330" y="3525130"/>
                              </a:cubicBezTo>
                              <a:cubicBezTo>
                                <a:pt x="2887541" y="3476908"/>
                                <a:pt x="2914650" y="3411453"/>
                                <a:pt x="2914650" y="3343275"/>
                              </a:cubicBezTo>
                              <a:cubicBezTo>
                                <a:pt x="2914572" y="3275077"/>
                                <a:pt x="2887434" y="3209711"/>
                                <a:pt x="2839251" y="3161489"/>
                              </a:cubicBezTo>
                              <a:cubicBezTo>
                                <a:pt x="2791030" y="3113307"/>
                                <a:pt x="2725663" y="3086169"/>
                                <a:pt x="2657465" y="3086090"/>
                              </a:cubicBezTo>
                              <a:close/>
                              <a:moveTo>
                                <a:pt x="3600450" y="85725"/>
                              </a:moveTo>
                              <a:lnTo>
                                <a:pt x="3600450" y="4714875"/>
                              </a:lnTo>
                              <a:cubicBezTo>
                                <a:pt x="3600450" y="4737605"/>
                                <a:pt x="3591417" y="4759423"/>
                                <a:pt x="3575350" y="4775490"/>
                              </a:cubicBezTo>
                              <a:cubicBezTo>
                                <a:pt x="3559273" y="4791567"/>
                                <a:pt x="3537455" y="4800600"/>
                                <a:pt x="3514725" y="4800600"/>
                              </a:cubicBezTo>
                              <a:lnTo>
                                <a:pt x="857250" y="4800600"/>
                              </a:lnTo>
                              <a:lnTo>
                                <a:pt x="857250" y="4029075"/>
                              </a:lnTo>
                              <a:cubicBezTo>
                                <a:pt x="857250" y="4006346"/>
                                <a:pt x="848217" y="3984527"/>
                                <a:pt x="832150" y="3968450"/>
                              </a:cubicBezTo>
                              <a:cubicBezTo>
                                <a:pt x="816073" y="3952383"/>
                                <a:pt x="794254" y="3943350"/>
                                <a:pt x="771525" y="3943350"/>
                              </a:cubicBezTo>
                              <a:lnTo>
                                <a:pt x="0" y="3943350"/>
                              </a:lnTo>
                              <a:lnTo>
                                <a:pt x="0" y="85725"/>
                              </a:lnTo>
                              <a:cubicBezTo>
                                <a:pt x="0" y="38385"/>
                                <a:pt x="38385" y="0"/>
                                <a:pt x="85725" y="0"/>
                              </a:cubicBezTo>
                              <a:lnTo>
                                <a:pt x="3514725" y="0"/>
                              </a:lnTo>
                              <a:cubicBezTo>
                                <a:pt x="3537455" y="0"/>
                                <a:pt x="3559273" y="9032"/>
                                <a:pt x="3575350" y="25105"/>
                              </a:cubicBezTo>
                              <a:cubicBezTo>
                                <a:pt x="3591417" y="41178"/>
                                <a:pt x="3600450" y="62993"/>
                                <a:pt x="3600450" y="85725"/>
                              </a:cubicBezTo>
                              <a:close/>
                              <a:moveTo>
                                <a:pt x="514350" y="1285875"/>
                              </a:moveTo>
                              <a:cubicBezTo>
                                <a:pt x="514350" y="1399541"/>
                                <a:pt x="559505" y="1508564"/>
                                <a:pt x="639871" y="1588979"/>
                              </a:cubicBezTo>
                              <a:cubicBezTo>
                                <a:pt x="720276" y="1669345"/>
                                <a:pt x="829309" y="1714500"/>
                                <a:pt x="942975" y="1714500"/>
                              </a:cubicBezTo>
                              <a:cubicBezTo>
                                <a:pt x="1056642" y="1714500"/>
                                <a:pt x="1165664" y="1669345"/>
                                <a:pt x="1246079" y="1588979"/>
                              </a:cubicBezTo>
                              <a:cubicBezTo>
                                <a:pt x="1326445" y="1508574"/>
                                <a:pt x="1371600" y="1399541"/>
                                <a:pt x="1371600" y="1285875"/>
                              </a:cubicBezTo>
                              <a:cubicBezTo>
                                <a:pt x="1371600" y="1172209"/>
                                <a:pt x="1326445" y="1063186"/>
                                <a:pt x="1246079" y="982771"/>
                              </a:cubicBezTo>
                              <a:cubicBezTo>
                                <a:pt x="1165674" y="902405"/>
                                <a:pt x="1056642" y="857250"/>
                                <a:pt x="942975" y="857250"/>
                              </a:cubicBezTo>
                              <a:cubicBezTo>
                                <a:pt x="829348" y="857368"/>
                                <a:pt x="720394" y="902601"/>
                                <a:pt x="640028" y="982928"/>
                              </a:cubicBezTo>
                              <a:cubicBezTo>
                                <a:pt x="559701" y="1063294"/>
                                <a:pt x="514468" y="1172248"/>
                                <a:pt x="514350" y="1285875"/>
                              </a:cubicBezTo>
                              <a:close/>
                              <a:moveTo>
                                <a:pt x="2571750" y="1664290"/>
                              </a:moveTo>
                              <a:lnTo>
                                <a:pt x="2571750" y="1800225"/>
                              </a:lnTo>
                              <a:cubicBezTo>
                                <a:pt x="2571672" y="1868423"/>
                                <a:pt x="2544543" y="1933790"/>
                                <a:pt x="2496361" y="1982011"/>
                              </a:cubicBezTo>
                              <a:cubicBezTo>
                                <a:pt x="2448140" y="2030193"/>
                                <a:pt x="2382773" y="2057322"/>
                                <a:pt x="2314575" y="2057400"/>
                              </a:cubicBezTo>
                              <a:lnTo>
                                <a:pt x="1285875" y="2057400"/>
                              </a:lnTo>
                              <a:cubicBezTo>
                                <a:pt x="1172248" y="2057518"/>
                                <a:pt x="1063294" y="2102751"/>
                                <a:pt x="982928" y="2183078"/>
                              </a:cubicBezTo>
                              <a:cubicBezTo>
                                <a:pt x="902591" y="2263444"/>
                                <a:pt x="857368" y="2372398"/>
                                <a:pt x="857250" y="2486025"/>
                              </a:cubicBezTo>
                              <a:lnTo>
                                <a:pt x="857250" y="2657475"/>
                              </a:lnTo>
                              <a:cubicBezTo>
                                <a:pt x="857250" y="2704815"/>
                                <a:pt x="895635" y="2743200"/>
                                <a:pt x="942975" y="2743200"/>
                              </a:cubicBezTo>
                              <a:cubicBezTo>
                                <a:pt x="990315" y="2743200"/>
                                <a:pt x="1028700" y="2704815"/>
                                <a:pt x="1028700" y="2657475"/>
                              </a:cubicBezTo>
                              <a:lnTo>
                                <a:pt x="1028700" y="2486025"/>
                              </a:lnTo>
                              <a:cubicBezTo>
                                <a:pt x="1028778" y="2417827"/>
                                <a:pt x="1055907" y="2352461"/>
                                <a:pt x="1104089" y="2304239"/>
                              </a:cubicBezTo>
                              <a:cubicBezTo>
                                <a:pt x="1152311" y="2256057"/>
                                <a:pt x="1217677" y="2228928"/>
                                <a:pt x="1285875" y="2228850"/>
                              </a:cubicBezTo>
                              <a:lnTo>
                                <a:pt x="2314575" y="2228850"/>
                              </a:lnTo>
                              <a:cubicBezTo>
                                <a:pt x="2428202" y="2228733"/>
                                <a:pt x="2537156" y="2183499"/>
                                <a:pt x="2617522" y="2103172"/>
                              </a:cubicBezTo>
                              <a:cubicBezTo>
                                <a:pt x="2697849" y="2022806"/>
                                <a:pt x="2743083" y="1913852"/>
                                <a:pt x="2743200" y="1800225"/>
                              </a:cubicBezTo>
                              <a:lnTo>
                                <a:pt x="2743200" y="1664290"/>
                              </a:lnTo>
                              <a:lnTo>
                                <a:pt x="2839300" y="1760390"/>
                              </a:lnTo>
                              <a:cubicBezTo>
                                <a:pt x="2855289" y="1776800"/>
                                <a:pt x="2877225" y="1786107"/>
                                <a:pt x="2900150" y="1786254"/>
                              </a:cubicBezTo>
                              <a:cubicBezTo>
                                <a:pt x="2923066" y="1786411"/>
                                <a:pt x="2945070" y="1777378"/>
                                <a:pt x="2961304" y="1761154"/>
                              </a:cubicBezTo>
                              <a:cubicBezTo>
                                <a:pt x="2977528" y="1744920"/>
                                <a:pt x="2986561" y="1722916"/>
                                <a:pt x="2986404" y="1700000"/>
                              </a:cubicBezTo>
                              <a:cubicBezTo>
                                <a:pt x="2986257" y="1677075"/>
                                <a:pt x="2976950" y="1655139"/>
                                <a:pt x="2960540" y="1639150"/>
                              </a:cubicBezTo>
                              <a:lnTo>
                                <a:pt x="2718218" y="1396828"/>
                              </a:lnTo>
                              <a:cubicBezTo>
                                <a:pt x="2684652" y="1363370"/>
                                <a:pt x="2630308" y="1363370"/>
                                <a:pt x="2596752" y="1396828"/>
                              </a:cubicBezTo>
                              <a:lnTo>
                                <a:pt x="2354430" y="1639150"/>
                              </a:lnTo>
                              <a:cubicBezTo>
                                <a:pt x="2338010" y="1655139"/>
                                <a:pt x="2328712" y="1677075"/>
                                <a:pt x="2328556" y="1700000"/>
                              </a:cubicBezTo>
                              <a:cubicBezTo>
                                <a:pt x="2328399" y="1722916"/>
                                <a:pt x="2337432" y="1744920"/>
                                <a:pt x="2353666" y="1761154"/>
                              </a:cubicBezTo>
                              <a:cubicBezTo>
                                <a:pt x="2369890" y="1777378"/>
                                <a:pt x="2391894" y="1786411"/>
                                <a:pt x="2414819" y="1786254"/>
                              </a:cubicBezTo>
                              <a:cubicBezTo>
                                <a:pt x="2437745" y="1786107"/>
                                <a:pt x="2459671" y="1776800"/>
                                <a:pt x="2475669" y="1760390"/>
                              </a:cubicBezTo>
                              <a:close/>
                              <a:moveTo>
                                <a:pt x="1064166" y="3343324"/>
                              </a:moveTo>
                              <a:lnTo>
                                <a:pt x="1346441" y="3061049"/>
                              </a:lnTo>
                              <a:cubicBezTo>
                                <a:pt x="1378928" y="3027405"/>
                                <a:pt x="1378438" y="2973942"/>
                                <a:pt x="1345373" y="2940877"/>
                              </a:cubicBezTo>
                              <a:cubicBezTo>
                                <a:pt x="1312308" y="2907812"/>
                                <a:pt x="1258845" y="2907312"/>
                                <a:pt x="1225201" y="2939809"/>
                              </a:cubicBezTo>
                              <a:lnTo>
                                <a:pt x="942926" y="3222084"/>
                              </a:lnTo>
                              <a:lnTo>
                                <a:pt x="660651" y="2939809"/>
                              </a:lnTo>
                              <a:cubicBezTo>
                                <a:pt x="627007" y="2907312"/>
                                <a:pt x="573544" y="2907812"/>
                                <a:pt x="540479" y="2940877"/>
                              </a:cubicBezTo>
                              <a:cubicBezTo>
                                <a:pt x="507404" y="2973942"/>
                                <a:pt x="506914" y="3027405"/>
                                <a:pt x="539401" y="3061049"/>
                              </a:cubicBezTo>
                              <a:lnTo>
                                <a:pt x="821677" y="3343324"/>
                              </a:lnTo>
                              <a:lnTo>
                                <a:pt x="539401" y="3625599"/>
                              </a:lnTo>
                              <a:cubicBezTo>
                                <a:pt x="522873" y="3641598"/>
                                <a:pt x="513458" y="3663524"/>
                                <a:pt x="513263" y="3686528"/>
                              </a:cubicBezTo>
                              <a:cubicBezTo>
                                <a:pt x="513037" y="3709531"/>
                                <a:pt x="522109" y="3731644"/>
                                <a:pt x="538373" y="3747877"/>
                              </a:cubicBezTo>
                              <a:cubicBezTo>
                                <a:pt x="554597" y="3764141"/>
                                <a:pt x="576719" y="3773203"/>
                                <a:pt x="599713" y="3772978"/>
                              </a:cubicBezTo>
                              <a:cubicBezTo>
                                <a:pt x="622716" y="3772782"/>
                                <a:pt x="644642" y="3763377"/>
                                <a:pt x="660641" y="3746839"/>
                              </a:cubicBezTo>
                              <a:lnTo>
                                <a:pt x="942916" y="3464564"/>
                              </a:lnTo>
                              <a:lnTo>
                                <a:pt x="1225192" y="3746839"/>
                              </a:lnTo>
                              <a:cubicBezTo>
                                <a:pt x="1258835" y="3779326"/>
                                <a:pt x="1312298" y="3778836"/>
                                <a:pt x="1345363" y="3745771"/>
                              </a:cubicBezTo>
                              <a:cubicBezTo>
                                <a:pt x="1378438" y="3712706"/>
                                <a:pt x="1378928" y="3659243"/>
                                <a:pt x="1346441" y="3625599"/>
                              </a:cubicBezTo>
                              <a:close/>
                              <a:moveTo>
                                <a:pt x="3086100" y="3343324"/>
                              </a:moveTo>
                              <a:cubicBezTo>
                                <a:pt x="3086100" y="3229658"/>
                                <a:pt x="3040945" y="3120635"/>
                                <a:pt x="2960579" y="3040220"/>
                              </a:cubicBezTo>
                              <a:cubicBezTo>
                                <a:pt x="2880174" y="2959854"/>
                                <a:pt x="2771141" y="2914699"/>
                                <a:pt x="2657475" y="2914699"/>
                              </a:cubicBezTo>
                              <a:cubicBezTo>
                                <a:pt x="2543809" y="2914699"/>
                                <a:pt x="2434786" y="2959854"/>
                                <a:pt x="2354371" y="3040220"/>
                              </a:cubicBezTo>
                              <a:cubicBezTo>
                                <a:pt x="2274005" y="3120625"/>
                                <a:pt x="2228850" y="3229658"/>
                                <a:pt x="2228850" y="3343324"/>
                              </a:cubicBezTo>
                              <a:cubicBezTo>
                                <a:pt x="2228850" y="3456990"/>
                                <a:pt x="2274005" y="3566013"/>
                                <a:pt x="2354371" y="3646428"/>
                              </a:cubicBezTo>
                              <a:cubicBezTo>
                                <a:pt x="2434776" y="3726794"/>
                                <a:pt x="2543809" y="3771949"/>
                                <a:pt x="2657475" y="3771949"/>
                              </a:cubicBezTo>
                              <a:cubicBezTo>
                                <a:pt x="2771102" y="3771832"/>
                                <a:pt x="2880056" y="3726598"/>
                                <a:pt x="2960422" y="3646271"/>
                              </a:cubicBezTo>
                              <a:cubicBezTo>
                                <a:pt x="3040749" y="3565905"/>
                                <a:pt x="3085983" y="3456951"/>
                                <a:pt x="3086100" y="3343324"/>
                              </a:cubicBezTo>
                              <a:close/>
                              <a:moveTo>
                                <a:pt x="2778715" y="771574"/>
                              </a:moveTo>
                              <a:lnTo>
                                <a:pt x="3060990" y="489299"/>
                              </a:lnTo>
                              <a:cubicBezTo>
                                <a:pt x="3093477" y="455659"/>
                                <a:pt x="3092988" y="402196"/>
                                <a:pt x="3059922" y="369127"/>
                              </a:cubicBezTo>
                              <a:cubicBezTo>
                                <a:pt x="3026857" y="336058"/>
                                <a:pt x="2973394" y="335564"/>
                                <a:pt x="2939751" y="368055"/>
                              </a:cubicBezTo>
                              <a:lnTo>
                                <a:pt x="2657475" y="650334"/>
                              </a:lnTo>
                              <a:lnTo>
                                <a:pt x="2375200" y="368055"/>
                              </a:lnTo>
                              <a:cubicBezTo>
                                <a:pt x="2341556" y="335564"/>
                                <a:pt x="2288093" y="336062"/>
                                <a:pt x="2255028" y="369127"/>
                              </a:cubicBezTo>
                              <a:cubicBezTo>
                                <a:pt x="2221953" y="402192"/>
                                <a:pt x="2221463" y="455655"/>
                                <a:pt x="2253951" y="489299"/>
                              </a:cubicBezTo>
                              <a:lnTo>
                                <a:pt x="2536226" y="771574"/>
                              </a:lnTo>
                              <a:lnTo>
                                <a:pt x="2253951" y="1053849"/>
                              </a:lnTo>
                              <a:cubicBezTo>
                                <a:pt x="2237423" y="1069848"/>
                                <a:pt x="2228008" y="1091774"/>
                                <a:pt x="2227812" y="1114778"/>
                              </a:cubicBezTo>
                              <a:cubicBezTo>
                                <a:pt x="2227586" y="1137781"/>
                                <a:pt x="2236658" y="1159894"/>
                                <a:pt x="2252922" y="1176127"/>
                              </a:cubicBezTo>
                              <a:cubicBezTo>
                                <a:pt x="2269146" y="1192391"/>
                                <a:pt x="2291268" y="1201453"/>
                                <a:pt x="2314261" y="1201228"/>
                              </a:cubicBezTo>
                              <a:cubicBezTo>
                                <a:pt x="2337265" y="1201032"/>
                                <a:pt x="2359191" y="1191626"/>
                                <a:pt x="2375190" y="1175089"/>
                              </a:cubicBezTo>
                              <a:lnTo>
                                <a:pt x="2657465" y="892814"/>
                              </a:lnTo>
                              <a:lnTo>
                                <a:pt x="2939741" y="1175089"/>
                              </a:lnTo>
                              <a:cubicBezTo>
                                <a:pt x="2973384" y="1207576"/>
                                <a:pt x="3026847" y="1207086"/>
                                <a:pt x="3059912" y="1174021"/>
                              </a:cubicBezTo>
                              <a:cubicBezTo>
                                <a:pt x="3092988" y="1140956"/>
                                <a:pt x="3093477" y="1087493"/>
                                <a:pt x="3060990" y="1053849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0F4B67C-5327-7271-47A9-F84E44DFC7EB}"/>
                  </a:ext>
                </a:extLst>
              </p:cNvPr>
              <p:cNvGrpSpPr/>
              <p:nvPr/>
            </p:nvGrpSpPr>
            <p:grpSpPr>
              <a:xfrm>
                <a:off x="9552799" y="976788"/>
                <a:ext cx="2346312" cy="5598940"/>
                <a:chOff x="9741582" y="956765"/>
                <a:chExt cx="2346312" cy="5598940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33CB8441-1E67-5204-4C67-7FB7C04F10C5}"/>
                    </a:ext>
                  </a:extLst>
                </p:cNvPr>
                <p:cNvGrpSpPr/>
                <p:nvPr/>
              </p:nvGrpSpPr>
              <p:grpSpPr>
                <a:xfrm>
                  <a:off x="10914737" y="1883644"/>
                  <a:ext cx="2" cy="4262686"/>
                  <a:chOff x="10914737" y="1883644"/>
                  <a:chExt cx="2" cy="4262686"/>
                </a:xfrm>
              </p:grpSpPr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4EB2DC45-3A66-6FDE-8A14-4DDA0DB251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914738" y="5804622"/>
                    <a:ext cx="0" cy="341708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DB7EC2B0-4DB2-0CCF-2300-F945D63EB2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914737" y="1883644"/>
                    <a:ext cx="2" cy="187276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A130FBB3-65D0-9127-40FB-56DE5DA2906B}"/>
                    </a:ext>
                  </a:extLst>
                </p:cNvPr>
                <p:cNvGrpSpPr/>
                <p:nvPr/>
              </p:nvGrpSpPr>
              <p:grpSpPr>
                <a:xfrm>
                  <a:off x="9741582" y="956765"/>
                  <a:ext cx="2346312" cy="5598940"/>
                  <a:chOff x="9741582" y="939320"/>
                  <a:chExt cx="2346312" cy="559894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E7362821-D751-FCCA-5EE2-E73D296EEACC}"/>
                      </a:ext>
                    </a:extLst>
                  </p:cNvPr>
                  <p:cNvGrpSpPr/>
                  <p:nvPr/>
                </p:nvGrpSpPr>
                <p:grpSpPr>
                  <a:xfrm>
                    <a:off x="9861841" y="6104868"/>
                    <a:ext cx="2105795" cy="433392"/>
                    <a:chOff x="9730912" y="6154808"/>
                    <a:chExt cx="2105795" cy="433392"/>
                  </a:xfrm>
                </p:grpSpPr>
                <p:sp>
                  <p:nvSpPr>
                    <p:cNvPr id="161" name="Rectangle 160">
                      <a:extLst>
                        <a:ext uri="{FF2B5EF4-FFF2-40B4-BE49-F238E27FC236}">
                          <a16:creationId xmlns:a16="http://schemas.microsoft.com/office/drawing/2014/main" id="{5055CA09-49D2-49EE-3C78-801A7A173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30912" y="6175564"/>
                      <a:ext cx="2105795" cy="39188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Franklin Gothic Book" panose="020B0503020102020204" pitchFamily="34" charset="0"/>
                      </a:endParaRPr>
                    </a:p>
                  </p:txBody>
                </p:sp>
                <p:sp>
                  <p:nvSpPr>
                    <p:cNvPr id="162" name="TextBox 161">
                      <a:extLst>
                        <a:ext uri="{FF2B5EF4-FFF2-40B4-BE49-F238E27FC236}">
                          <a16:creationId xmlns:a16="http://schemas.microsoft.com/office/drawing/2014/main" id="{3BD6AB91-8D34-6D96-49FD-85B1598959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14604" y="6154808"/>
                      <a:ext cx="1938414" cy="433392"/>
                    </a:xfrm>
                    <a:prstGeom prst="rect">
                      <a:avLst/>
                    </a:prstGeom>
                    <a:solidFill>
                      <a:srgbClr val="B52372"/>
                    </a:solidFill>
                  </p:spPr>
                  <p:txBody>
                    <a:bodyPr wrap="square" anchor="ctr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rPr>
                        <a:t>Steps to Achieve Goal and Status</a:t>
                      </a:r>
                    </a:p>
                  </p:txBody>
                </p:sp>
              </p:grpSp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C067BA30-58F6-6DF1-62F0-FFE569976556}"/>
                      </a:ext>
                    </a:extLst>
                  </p:cNvPr>
                  <p:cNvGrpSpPr/>
                  <p:nvPr/>
                </p:nvGrpSpPr>
                <p:grpSpPr>
                  <a:xfrm>
                    <a:off x="9741582" y="2038949"/>
                    <a:ext cx="2346312" cy="3760783"/>
                    <a:chOff x="9741582" y="2038949"/>
                    <a:chExt cx="2346312" cy="3760783"/>
                  </a:xfrm>
                </p:grpSpPr>
                <p:grpSp>
                  <p:nvGrpSpPr>
                    <p:cNvPr id="134" name="Group 133">
                      <a:extLst>
                        <a:ext uri="{FF2B5EF4-FFF2-40B4-BE49-F238E27FC236}">
                          <a16:creationId xmlns:a16="http://schemas.microsoft.com/office/drawing/2014/main" id="{87E2B534-7C8B-29BC-3283-F025B699ED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5373078"/>
                      <a:ext cx="2105795" cy="426654"/>
                      <a:chOff x="9705391" y="5539302"/>
                      <a:chExt cx="2105795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9" name="Rectangle 158">
                        <a:extLst>
                          <a:ext uri="{FF2B5EF4-FFF2-40B4-BE49-F238E27FC236}">
                            <a16:creationId xmlns:a16="http://schemas.microsoft.com/office/drawing/2014/main" id="{693F6829-5E40-04FB-E01B-637ADE5BEC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5556687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60" name="TextBox 159">
                        <a:extLst>
                          <a:ext uri="{FF2B5EF4-FFF2-40B4-BE49-F238E27FC236}">
                            <a16:creationId xmlns:a16="http://schemas.microsoft.com/office/drawing/2014/main" id="{AC48C7E4-9791-214F-A26F-7923E3C7C5E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763531" y="5539302"/>
                        <a:ext cx="1989512" cy="426654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Process Innovation and Technology Development</a:t>
                        </a:r>
                      </a:p>
                    </p:txBody>
                  </p:sp>
                </p:grpSp>
                <p:grpSp>
                  <p:nvGrpSpPr>
                    <p:cNvPr id="135" name="Group 134">
                      <a:extLst>
                        <a:ext uri="{FF2B5EF4-FFF2-40B4-BE49-F238E27FC236}">
                          <a16:creationId xmlns:a16="http://schemas.microsoft.com/office/drawing/2014/main" id="{8EBB8484-6C0A-C417-C343-8366FC6F3C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4971130"/>
                      <a:ext cx="2105795" cy="391885"/>
                      <a:chOff x="9676813" y="5128477"/>
                      <a:chExt cx="2105795" cy="391885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7" name="Rectangle 156">
                        <a:extLst>
                          <a:ext uri="{FF2B5EF4-FFF2-40B4-BE49-F238E27FC236}">
                            <a16:creationId xmlns:a16="http://schemas.microsoft.com/office/drawing/2014/main" id="{21E13835-B11C-01D7-1D4F-D41A045810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76813" y="5128477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8" name="TextBox 157">
                        <a:extLst>
                          <a:ext uri="{FF2B5EF4-FFF2-40B4-BE49-F238E27FC236}">
                            <a16:creationId xmlns:a16="http://schemas.microsoft.com/office/drawing/2014/main" id="{18F81F4B-05F1-114A-CE5A-22AEA4B125C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74766" y="5182200"/>
                        <a:ext cx="1309884" cy="284436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Add Text Here</a:t>
                        </a:r>
                      </a:p>
                    </p:txBody>
                  </p:sp>
                </p:grpSp>
                <p:grpSp>
                  <p:nvGrpSpPr>
                    <p:cNvPr id="136" name="Group 135">
                      <a:extLst>
                        <a:ext uri="{FF2B5EF4-FFF2-40B4-BE49-F238E27FC236}">
                          <a16:creationId xmlns:a16="http://schemas.microsoft.com/office/drawing/2014/main" id="{7A698F9D-0F46-AA86-C4FF-7DA711B831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2038949"/>
                      <a:ext cx="2105795" cy="426654"/>
                      <a:chOff x="9705391" y="2096952"/>
                      <a:chExt cx="2105795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5" name="Rectangle 154">
                        <a:extLst>
                          <a:ext uri="{FF2B5EF4-FFF2-40B4-BE49-F238E27FC236}">
                            <a16:creationId xmlns:a16="http://schemas.microsoft.com/office/drawing/2014/main" id="{DEA605FF-F6BC-0C9F-65BD-0D739CB222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2114340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6" name="TextBox 155">
                        <a:extLst>
                          <a:ext uri="{FF2B5EF4-FFF2-40B4-BE49-F238E27FC236}">
                            <a16:creationId xmlns:a16="http://schemas.microsoft.com/office/drawing/2014/main" id="{669F3147-2EB2-A739-DE5B-CC9219769B9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19352" y="2096952"/>
                        <a:ext cx="1477872" cy="426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Products and Services</a:t>
                        </a:r>
                      </a:p>
                    </p:txBody>
                  </p:sp>
                </p:grpSp>
                <p:grpSp>
                  <p:nvGrpSpPr>
                    <p:cNvPr id="137" name="Group 136">
                      <a:extLst>
                        <a:ext uri="{FF2B5EF4-FFF2-40B4-BE49-F238E27FC236}">
                          <a16:creationId xmlns:a16="http://schemas.microsoft.com/office/drawing/2014/main" id="{1B7C2DE4-0C8B-D790-2AD7-B7AB64C173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2454174"/>
                      <a:ext cx="2105795" cy="426654"/>
                      <a:chOff x="9705391" y="2526732"/>
                      <a:chExt cx="2105795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3" name="Rectangle 152">
                        <a:extLst>
                          <a:ext uri="{FF2B5EF4-FFF2-40B4-BE49-F238E27FC236}">
                            <a16:creationId xmlns:a16="http://schemas.microsoft.com/office/drawing/2014/main" id="{93AEBC8D-77C2-DCFD-C448-99A662CAA2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2544119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4" name="TextBox 153">
                        <a:extLst>
                          <a:ext uri="{FF2B5EF4-FFF2-40B4-BE49-F238E27FC236}">
                            <a16:creationId xmlns:a16="http://schemas.microsoft.com/office/drawing/2014/main" id="{C83BC11C-9DD4-2BE0-E172-2219A7F5F1F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917403" y="2526732"/>
                        <a:ext cx="1681772" cy="426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Mergers and Acquisitions</a:t>
                        </a:r>
                      </a:p>
                    </p:txBody>
                  </p:sp>
                </p:grpSp>
                <p:grpSp>
                  <p:nvGrpSpPr>
                    <p:cNvPr id="138" name="Group 137">
                      <a:extLst>
                        <a:ext uri="{FF2B5EF4-FFF2-40B4-BE49-F238E27FC236}">
                          <a16:creationId xmlns:a16="http://schemas.microsoft.com/office/drawing/2014/main" id="{3AB2AEAC-78E2-6CFB-C222-1A91776AE7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2886785"/>
                      <a:ext cx="2105795" cy="391885"/>
                      <a:chOff x="9705391" y="2973898"/>
                      <a:chExt cx="2105795" cy="391885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51" name="Rectangle 150">
                        <a:extLst>
                          <a:ext uri="{FF2B5EF4-FFF2-40B4-BE49-F238E27FC236}">
                            <a16:creationId xmlns:a16="http://schemas.microsoft.com/office/drawing/2014/main" id="{80E0E5A2-75DB-D761-F8F4-CEEE0C989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2973898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2" name="TextBox 151">
                        <a:extLst>
                          <a:ext uri="{FF2B5EF4-FFF2-40B4-BE49-F238E27FC236}">
                            <a16:creationId xmlns:a16="http://schemas.microsoft.com/office/drawing/2014/main" id="{14373AF1-A4D2-590A-A9BD-DC16BB57A0B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862559" y="3027621"/>
                        <a:ext cx="1791458" cy="284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Information Technology</a:t>
                        </a:r>
                      </a:p>
                    </p:txBody>
                  </p:sp>
                </p:grpSp>
                <p:grpSp>
                  <p:nvGrpSpPr>
                    <p:cNvPr id="139" name="Group 138">
                      <a:extLst>
                        <a:ext uri="{FF2B5EF4-FFF2-40B4-BE49-F238E27FC236}">
                          <a16:creationId xmlns:a16="http://schemas.microsoft.com/office/drawing/2014/main" id="{A016CDBE-B7B5-8F9F-D944-D53CC8F4CE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40676" y="3288738"/>
                      <a:ext cx="2126960" cy="426654"/>
                      <a:chOff x="9684226" y="3386293"/>
                      <a:chExt cx="2126960" cy="426654"/>
                    </a:xfrm>
                    <a:solidFill>
                      <a:schemeClr val="bg2">
                        <a:lumMod val="95000"/>
                      </a:schemeClr>
                    </a:solidFill>
                    <a:effectLst/>
                  </p:grpSpPr>
                  <p:sp>
                    <p:nvSpPr>
                      <p:cNvPr id="149" name="Rectangle 148">
                        <a:extLst>
                          <a:ext uri="{FF2B5EF4-FFF2-40B4-BE49-F238E27FC236}">
                            <a16:creationId xmlns:a16="http://schemas.microsoft.com/office/drawing/2014/main" id="{3C2E37C8-295A-C385-966E-9D3C92206F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3403677"/>
                        <a:ext cx="2105795" cy="391885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50" name="TextBox 149">
                        <a:extLst>
                          <a:ext uri="{FF2B5EF4-FFF2-40B4-BE49-F238E27FC236}">
                            <a16:creationId xmlns:a16="http://schemas.microsoft.com/office/drawing/2014/main" id="{6558352D-7350-F0DB-BA5D-AF9CC4BE0EB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84226" y="3386293"/>
                        <a:ext cx="2125055" cy="4266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Integrated Customer </a:t>
                        </a:r>
                      </a:p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Relationship Management</a:t>
                        </a:r>
                      </a:p>
                    </p:txBody>
                  </p:sp>
                </p:grpSp>
                <p:grpSp>
                  <p:nvGrpSpPr>
                    <p:cNvPr id="140" name="Group 139">
                      <a:extLst>
                        <a:ext uri="{FF2B5EF4-FFF2-40B4-BE49-F238E27FC236}">
                          <a16:creationId xmlns:a16="http://schemas.microsoft.com/office/drawing/2014/main" id="{82E6FC1B-A9CF-D71F-42F6-109BD6FDB5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61841" y="3708073"/>
                      <a:ext cx="2105795" cy="426654"/>
                      <a:chOff x="9705391" y="3816071"/>
                      <a:chExt cx="2105795" cy="426654"/>
                    </a:xfrm>
                  </p:grpSpPr>
                  <p:sp>
                    <p:nvSpPr>
                      <p:cNvPr id="147" name="Rectangle 146">
                        <a:extLst>
                          <a:ext uri="{FF2B5EF4-FFF2-40B4-BE49-F238E27FC236}">
                            <a16:creationId xmlns:a16="http://schemas.microsoft.com/office/drawing/2014/main" id="{D534BF92-C2C1-D2E4-90F4-4BD5975221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3833456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48" name="TextBox 147">
                        <a:extLst>
                          <a:ext uri="{FF2B5EF4-FFF2-40B4-BE49-F238E27FC236}">
                            <a16:creationId xmlns:a16="http://schemas.microsoft.com/office/drawing/2014/main" id="{C979287A-4FEF-BB37-E43A-DE543F1380C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69403" y="3816071"/>
                        <a:ext cx="1377771" cy="4266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Yield Management</a:t>
                        </a:r>
                      </a:p>
                    </p:txBody>
                  </p:sp>
                </p:grpSp>
                <p:grpSp>
                  <p:nvGrpSpPr>
                    <p:cNvPr id="141" name="Group 140">
                      <a:extLst>
                        <a:ext uri="{FF2B5EF4-FFF2-40B4-BE49-F238E27FC236}">
                          <a16:creationId xmlns:a16="http://schemas.microsoft.com/office/drawing/2014/main" id="{3C9D6DB5-61D3-7A48-3366-7780F6DAC4A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741582" y="4140682"/>
                      <a:ext cx="2346312" cy="391885"/>
                      <a:chOff x="9585132" y="4263235"/>
                      <a:chExt cx="2346312" cy="391885"/>
                    </a:xfrm>
                  </p:grpSpPr>
                  <p:sp>
                    <p:nvSpPr>
                      <p:cNvPr id="145" name="Rectangle 144">
                        <a:extLst>
                          <a:ext uri="{FF2B5EF4-FFF2-40B4-BE49-F238E27FC236}">
                            <a16:creationId xmlns:a16="http://schemas.microsoft.com/office/drawing/2014/main" id="{4A26E778-17CD-F113-F04B-DD0DD54B35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4263235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46" name="TextBox 145">
                        <a:extLst>
                          <a:ext uri="{FF2B5EF4-FFF2-40B4-BE49-F238E27FC236}">
                            <a16:creationId xmlns:a16="http://schemas.microsoft.com/office/drawing/2014/main" id="{A3CD2A7C-B404-3D18-11D8-A08CEF71266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585132" y="4316958"/>
                        <a:ext cx="2346312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Profit Maximization/Cost Control</a:t>
                        </a:r>
                      </a:p>
                    </p:txBody>
                  </p:sp>
                </p:grpSp>
                <p:grpSp>
                  <p:nvGrpSpPr>
                    <p:cNvPr id="142" name="Group 141">
                      <a:extLst>
                        <a:ext uri="{FF2B5EF4-FFF2-40B4-BE49-F238E27FC236}">
                          <a16:creationId xmlns:a16="http://schemas.microsoft.com/office/drawing/2014/main" id="{E294A815-3473-FEAB-0AA3-C80054EE3E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811466" y="4555906"/>
                      <a:ext cx="2206542" cy="391885"/>
                      <a:chOff x="9655016" y="4693014"/>
                      <a:chExt cx="2206542" cy="391885"/>
                    </a:xfrm>
                  </p:grpSpPr>
                  <p:sp>
                    <p:nvSpPr>
                      <p:cNvPr id="143" name="Rectangle 142">
                        <a:extLst>
                          <a:ext uri="{FF2B5EF4-FFF2-40B4-BE49-F238E27FC236}">
                            <a16:creationId xmlns:a16="http://schemas.microsoft.com/office/drawing/2014/main" id="{E0920092-DB77-F8B5-4097-85B800E1C5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05391" y="4693014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144" name="TextBox 143">
                        <a:extLst>
                          <a:ext uri="{FF2B5EF4-FFF2-40B4-BE49-F238E27FC236}">
                            <a16:creationId xmlns:a16="http://schemas.microsoft.com/office/drawing/2014/main" id="{7B6297D9-6F89-9800-F9D6-D69AF73A31D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55016" y="4746737"/>
                        <a:ext cx="2206542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Quality, Security, Competency </a:t>
                        </a:r>
                      </a:p>
                    </p:txBody>
                  </p:sp>
                </p:grpSp>
              </p:grpSp>
              <p:grpSp>
                <p:nvGrpSpPr>
                  <p:cNvPr id="121" name="Group 120">
                    <a:extLst>
                      <a:ext uri="{FF2B5EF4-FFF2-40B4-BE49-F238E27FC236}">
                        <a16:creationId xmlns:a16="http://schemas.microsoft.com/office/drawing/2014/main" id="{13BAEB8F-07BB-9EE9-9EE8-482F6E3F81A0}"/>
                      </a:ext>
                    </a:extLst>
                  </p:cNvPr>
                  <p:cNvGrpSpPr/>
                  <p:nvPr/>
                </p:nvGrpSpPr>
                <p:grpSpPr>
                  <a:xfrm>
                    <a:off x="9840676" y="939320"/>
                    <a:ext cx="2148124" cy="1003263"/>
                    <a:chOff x="9603502" y="983255"/>
                    <a:chExt cx="2148124" cy="1003263"/>
                  </a:xfrm>
                </p:grpSpPr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39D7814E-D4C6-3B4B-17A3-7FA299901E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603502" y="1267148"/>
                      <a:ext cx="2148124" cy="719370"/>
                      <a:chOff x="9603502" y="1311598"/>
                      <a:chExt cx="2148124" cy="719370"/>
                    </a:xfrm>
                  </p:grpSpPr>
                  <p:sp>
                    <p:nvSpPr>
                      <p:cNvPr id="131" name="Google Shape;83409;p3921">
                        <a:extLst>
                          <a:ext uri="{FF2B5EF4-FFF2-40B4-BE49-F238E27FC236}">
                            <a16:creationId xmlns:a16="http://schemas.microsoft.com/office/drawing/2014/main" id="{780D6740-EFB2-F249-B9A3-D6F28F9005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24667" y="13115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32" name="Google Shape;83415;p3921">
                        <a:extLst>
                          <a:ext uri="{FF2B5EF4-FFF2-40B4-BE49-F238E27FC236}">
                            <a16:creationId xmlns:a16="http://schemas.microsoft.com/office/drawing/2014/main" id="{BF888065-A1E3-BA22-DE72-04ECCF59EE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03502" y="19616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33" name="TextBox 132">
                        <a:extLst>
                          <a:ext uri="{FF2B5EF4-FFF2-40B4-BE49-F238E27FC236}">
                            <a16:creationId xmlns:a16="http://schemas.microsoft.com/office/drawing/2014/main" id="{92AA3A43-3872-2D47-48C9-0C4EFB04045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27430" y="1530431"/>
                        <a:ext cx="1300267" cy="28170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rPr>
                          <a:t>Initiatives </a:t>
                        </a:r>
                      </a:p>
                    </p:txBody>
                  </p:sp>
                </p:grpSp>
                <p:grpSp>
                  <p:nvGrpSpPr>
                    <p:cNvPr id="123" name="Group 122">
                      <a:extLst>
                        <a:ext uri="{FF2B5EF4-FFF2-40B4-BE49-F238E27FC236}">
                          <a16:creationId xmlns:a16="http://schemas.microsoft.com/office/drawing/2014/main" id="{FA5452FF-1376-9D95-F5FB-98E3BDE90A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229485" y="983255"/>
                      <a:ext cx="896159" cy="372147"/>
                      <a:chOff x="10229485" y="983255"/>
                      <a:chExt cx="896159" cy="372147"/>
                    </a:xfrm>
                  </p:grpSpPr>
                  <p:grpSp>
                    <p:nvGrpSpPr>
                      <p:cNvPr id="124" name="Google Shape;83411;p3921">
                        <a:extLst>
                          <a:ext uri="{FF2B5EF4-FFF2-40B4-BE49-F238E27FC236}">
                            <a16:creationId xmlns:a16="http://schemas.microsoft.com/office/drawing/2014/main" id="{BC15B2F2-ADE7-05F0-2520-F9998EC46B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229485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128" name="Google Shape;83412;p3921">
                          <a:extLst>
                            <a:ext uri="{FF2B5EF4-FFF2-40B4-BE49-F238E27FC236}">
                              <a16:creationId xmlns:a16="http://schemas.microsoft.com/office/drawing/2014/main" id="{9FAC7C3F-F3C5-5CB9-B6E6-2CB98B2518F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1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rgbClr val="B5237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29" name="Google Shape;83413;p3921">
                          <a:extLst>
                            <a:ext uri="{FF2B5EF4-FFF2-40B4-BE49-F238E27FC236}">
                              <a16:creationId xmlns:a16="http://schemas.microsoft.com/office/drawing/2014/main" id="{CB565E5C-EEF5-92C6-108F-18D273269D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30" name="Google Shape;83414;p3921">
                          <a:extLst>
                            <a:ext uri="{FF2B5EF4-FFF2-40B4-BE49-F238E27FC236}">
                              <a16:creationId xmlns:a16="http://schemas.microsoft.com/office/drawing/2014/main" id="{5A3A5453-B45C-7EAB-D1E4-376EA7E2EF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25" name="Group 124">
                        <a:extLst>
                          <a:ext uri="{FF2B5EF4-FFF2-40B4-BE49-F238E27FC236}">
                            <a16:creationId xmlns:a16="http://schemas.microsoft.com/office/drawing/2014/main" id="{7F30EE26-1973-1DE8-146E-CC6CB61BA5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91491" y="983255"/>
                        <a:ext cx="372147" cy="372147"/>
                        <a:chOff x="10491491" y="983255"/>
                        <a:chExt cx="372147" cy="372147"/>
                      </a:xfrm>
                    </p:grpSpPr>
                    <p:sp>
                      <p:nvSpPr>
                        <p:cNvPr id="126" name="Google Shape;83463;p3921">
                          <a:extLst>
                            <a:ext uri="{FF2B5EF4-FFF2-40B4-BE49-F238E27FC236}">
                              <a16:creationId xmlns:a16="http://schemas.microsoft.com/office/drawing/2014/main" id="{A9C602BC-13E9-A8FC-3CEF-E754A271FE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91491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rgbClr val="B5237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27" name="Freeform: Shape 231">
                          <a:extLst>
                            <a:ext uri="{FF2B5EF4-FFF2-40B4-BE49-F238E27FC236}">
                              <a16:creationId xmlns:a16="http://schemas.microsoft.com/office/drawing/2014/main" id="{26A38CAA-377D-6DE5-B793-FDE3D364C9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79689" y="1068451"/>
                          <a:ext cx="195750" cy="201754"/>
                        </a:xfrm>
                        <a:custGeom>
                          <a:avLst/>
                          <a:gdLst>
                            <a:gd name="connsiteX0" fmla="*/ 1652288 w 4824064"/>
                            <a:gd name="connsiteY0" fmla="*/ 4286217 h 4972007"/>
                            <a:gd name="connsiteX1" fmla="*/ 1652288 w 4824064"/>
                            <a:gd name="connsiteY1" fmla="*/ 4457667 h 4972007"/>
                            <a:gd name="connsiteX2" fmla="*/ 1823738 w 4824064"/>
                            <a:gd name="connsiteY2" fmla="*/ 4457667 h 4972007"/>
                            <a:gd name="connsiteX3" fmla="*/ 1823738 w 4824064"/>
                            <a:gd name="connsiteY3" fmla="*/ 4286217 h 4972007"/>
                            <a:gd name="connsiteX4" fmla="*/ 1309388 w 4824064"/>
                            <a:gd name="connsiteY4" fmla="*/ 4286217 h 4972007"/>
                            <a:gd name="connsiteX5" fmla="*/ 1309388 w 4824064"/>
                            <a:gd name="connsiteY5" fmla="*/ 4457667 h 4972007"/>
                            <a:gd name="connsiteX6" fmla="*/ 1480838 w 4824064"/>
                            <a:gd name="connsiteY6" fmla="*/ 4457667 h 4972007"/>
                            <a:gd name="connsiteX7" fmla="*/ 1480838 w 4824064"/>
                            <a:gd name="connsiteY7" fmla="*/ 4286217 h 4972007"/>
                            <a:gd name="connsiteX8" fmla="*/ 966488 w 4824064"/>
                            <a:gd name="connsiteY8" fmla="*/ 4286217 h 4972007"/>
                            <a:gd name="connsiteX9" fmla="*/ 966488 w 4824064"/>
                            <a:gd name="connsiteY9" fmla="*/ 4457667 h 4972007"/>
                            <a:gd name="connsiteX10" fmla="*/ 1137938 w 4824064"/>
                            <a:gd name="connsiteY10" fmla="*/ 4457667 h 4972007"/>
                            <a:gd name="connsiteX11" fmla="*/ 1137938 w 4824064"/>
                            <a:gd name="connsiteY11" fmla="*/ 4286217 h 4972007"/>
                            <a:gd name="connsiteX12" fmla="*/ 1092970 w 4824064"/>
                            <a:gd name="connsiteY12" fmla="*/ 3943357 h 4972007"/>
                            <a:gd name="connsiteX13" fmla="*/ 1093002 w 4824064"/>
                            <a:gd name="connsiteY13" fmla="*/ 3943357 h 4972007"/>
                            <a:gd name="connsiteX14" fmla="*/ 1093009 w 4824064"/>
                            <a:gd name="connsiteY14" fmla="*/ 3943367 h 4972007"/>
                            <a:gd name="connsiteX15" fmla="*/ 452187 w 4824064"/>
                            <a:gd name="connsiteY15" fmla="*/ 3771867 h 4972007"/>
                            <a:gd name="connsiteX16" fmla="*/ 971357 w 4824064"/>
                            <a:gd name="connsiteY16" fmla="*/ 4071983 h 4972007"/>
                            <a:gd name="connsiteX17" fmla="*/ 996124 w 4824064"/>
                            <a:gd name="connsiteY17" fmla="*/ 4114767 h 4972007"/>
                            <a:gd name="connsiteX18" fmla="*/ 3165800 w 4824064"/>
                            <a:gd name="connsiteY18" fmla="*/ 4114767 h 4972007"/>
                            <a:gd name="connsiteX19" fmla="*/ 3190596 w 4824064"/>
                            <a:gd name="connsiteY19" fmla="*/ 4071983 h 4972007"/>
                            <a:gd name="connsiteX20" fmla="*/ 3709727 w 4824064"/>
                            <a:gd name="connsiteY20" fmla="*/ 3771867 h 4972007"/>
                            <a:gd name="connsiteX21" fmla="*/ 4161924 w 4824064"/>
                            <a:gd name="connsiteY21" fmla="*/ 3971180 h 4972007"/>
                            <a:gd name="connsiteX22" fmla="*/ 3829566 w 4824064"/>
                            <a:gd name="connsiteY22" fmla="*/ 4037683 h 4972007"/>
                            <a:gd name="connsiteX23" fmla="*/ 3606681 w 4824064"/>
                            <a:gd name="connsiteY23" fmla="*/ 4371932 h 4972007"/>
                            <a:gd name="connsiteX24" fmla="*/ 3829449 w 4824064"/>
                            <a:gd name="connsiteY24" fmla="*/ 4706260 h 4972007"/>
                            <a:gd name="connsiteX25" fmla="*/ 4161905 w 4824064"/>
                            <a:gd name="connsiteY25" fmla="*/ 4772694 h 4972007"/>
                            <a:gd name="connsiteX26" fmla="*/ 3709708 w 4824064"/>
                            <a:gd name="connsiteY26" fmla="*/ 4972007 h 4972007"/>
                            <a:gd name="connsiteX27" fmla="*/ 3190655 w 4824064"/>
                            <a:gd name="connsiteY27" fmla="*/ 4671891 h 4972007"/>
                            <a:gd name="connsiteX28" fmla="*/ 3165898 w 4824064"/>
                            <a:gd name="connsiteY28" fmla="*/ 4629107 h 4972007"/>
                            <a:gd name="connsiteX29" fmla="*/ 996124 w 4824064"/>
                            <a:gd name="connsiteY29" fmla="*/ 4629107 h 4972007"/>
                            <a:gd name="connsiteX30" fmla="*/ 971318 w 4824064"/>
                            <a:gd name="connsiteY30" fmla="*/ 4671891 h 4972007"/>
                            <a:gd name="connsiteX31" fmla="*/ 452187 w 4824064"/>
                            <a:gd name="connsiteY31" fmla="*/ 4972007 h 4972007"/>
                            <a:gd name="connsiteX32" fmla="*/ 0 w 4824064"/>
                            <a:gd name="connsiteY32" fmla="*/ 4772547 h 4972007"/>
                            <a:gd name="connsiteX33" fmla="*/ 332447 w 4824064"/>
                            <a:gd name="connsiteY33" fmla="*/ 4706113 h 4972007"/>
                            <a:gd name="connsiteX34" fmla="*/ 555332 w 4824064"/>
                            <a:gd name="connsiteY34" fmla="*/ 4371864 h 4972007"/>
                            <a:gd name="connsiteX35" fmla="*/ 332447 w 4824064"/>
                            <a:gd name="connsiteY35" fmla="*/ 4037615 h 4972007"/>
                            <a:gd name="connsiteX36" fmla="*/ 0 w 4824064"/>
                            <a:gd name="connsiteY36" fmla="*/ 3971180 h 4972007"/>
                            <a:gd name="connsiteX37" fmla="*/ 452187 w 4824064"/>
                            <a:gd name="connsiteY37" fmla="*/ 3771867 h 4972007"/>
                            <a:gd name="connsiteX38" fmla="*/ 3881149 w 4824064"/>
                            <a:gd name="connsiteY38" fmla="*/ 3000381 h 4972007"/>
                            <a:gd name="connsiteX39" fmla="*/ 3881158 w 4824064"/>
                            <a:gd name="connsiteY39" fmla="*/ 3000382 h 4972007"/>
                            <a:gd name="connsiteX40" fmla="*/ 3881139 w 4824064"/>
                            <a:gd name="connsiteY40" fmla="*/ 3000382 h 4972007"/>
                            <a:gd name="connsiteX41" fmla="*/ 1909463 w 4824064"/>
                            <a:gd name="connsiteY41" fmla="*/ 2914657 h 4972007"/>
                            <a:gd name="connsiteX42" fmla="*/ 1909463 w 4824064"/>
                            <a:gd name="connsiteY42" fmla="*/ 3086107 h 4972007"/>
                            <a:gd name="connsiteX43" fmla="*/ 2080913 w 4824064"/>
                            <a:gd name="connsiteY43" fmla="*/ 3086107 h 4972007"/>
                            <a:gd name="connsiteX44" fmla="*/ 2080913 w 4824064"/>
                            <a:gd name="connsiteY44" fmla="*/ 2914657 h 4972007"/>
                            <a:gd name="connsiteX45" fmla="*/ 1566563 w 4824064"/>
                            <a:gd name="connsiteY45" fmla="*/ 2914657 h 4972007"/>
                            <a:gd name="connsiteX46" fmla="*/ 1566563 w 4824064"/>
                            <a:gd name="connsiteY46" fmla="*/ 3086107 h 4972007"/>
                            <a:gd name="connsiteX47" fmla="*/ 1738013 w 4824064"/>
                            <a:gd name="connsiteY47" fmla="*/ 3086107 h 4972007"/>
                            <a:gd name="connsiteX48" fmla="*/ 1738013 w 4824064"/>
                            <a:gd name="connsiteY48" fmla="*/ 2914657 h 4972007"/>
                            <a:gd name="connsiteX49" fmla="*/ 1223663 w 4824064"/>
                            <a:gd name="connsiteY49" fmla="*/ 2914657 h 4972007"/>
                            <a:gd name="connsiteX50" fmla="*/ 1223663 w 4824064"/>
                            <a:gd name="connsiteY50" fmla="*/ 3086107 h 4972007"/>
                            <a:gd name="connsiteX51" fmla="*/ 1395113 w 4824064"/>
                            <a:gd name="connsiteY51" fmla="*/ 3086107 h 4972007"/>
                            <a:gd name="connsiteX52" fmla="*/ 1395113 w 4824064"/>
                            <a:gd name="connsiteY52" fmla="*/ 2914657 h 4972007"/>
                            <a:gd name="connsiteX53" fmla="*/ 880763 w 4824064"/>
                            <a:gd name="connsiteY53" fmla="*/ 2914657 h 4972007"/>
                            <a:gd name="connsiteX54" fmla="*/ 880763 w 4824064"/>
                            <a:gd name="connsiteY54" fmla="*/ 3086107 h 4972007"/>
                            <a:gd name="connsiteX55" fmla="*/ 1052213 w 4824064"/>
                            <a:gd name="connsiteY55" fmla="*/ 3086107 h 4972007"/>
                            <a:gd name="connsiteX56" fmla="*/ 1052213 w 4824064"/>
                            <a:gd name="connsiteY56" fmla="*/ 2914657 h 4972007"/>
                            <a:gd name="connsiteX57" fmla="*/ 3374538 w 4824064"/>
                            <a:gd name="connsiteY57" fmla="*/ 2571757 h 4972007"/>
                            <a:gd name="connsiteX58" fmla="*/ 4387759 w 4824064"/>
                            <a:gd name="connsiteY58" fmla="*/ 2571757 h 4972007"/>
                            <a:gd name="connsiteX59" fmla="*/ 3974248 w 4824064"/>
                            <a:gd name="connsiteY59" fmla="*/ 2991925 h 4972007"/>
                            <a:gd name="connsiteX60" fmla="*/ 3881149 w 4824064"/>
                            <a:gd name="connsiteY60" fmla="*/ 3000381 h 4972007"/>
                            <a:gd name="connsiteX61" fmla="*/ 3788049 w 4824064"/>
                            <a:gd name="connsiteY61" fmla="*/ 2991925 h 4972007"/>
                            <a:gd name="connsiteX62" fmla="*/ 3374538 w 4824064"/>
                            <a:gd name="connsiteY62" fmla="*/ 2571757 h 4972007"/>
                            <a:gd name="connsiteX63" fmla="*/ 3195338 w 4824064"/>
                            <a:gd name="connsiteY63" fmla="*/ 2228857 h 4972007"/>
                            <a:gd name="connsiteX64" fmla="*/ 4566938 w 4824064"/>
                            <a:gd name="connsiteY64" fmla="*/ 2228857 h 4972007"/>
                            <a:gd name="connsiteX65" fmla="*/ 4652663 w 4824064"/>
                            <a:gd name="connsiteY65" fmla="*/ 2314582 h 4972007"/>
                            <a:gd name="connsiteX66" fmla="*/ 4566938 w 4824064"/>
                            <a:gd name="connsiteY66" fmla="*/ 2400307 h 4972007"/>
                            <a:gd name="connsiteX67" fmla="*/ 3195338 w 4824064"/>
                            <a:gd name="connsiteY67" fmla="*/ 2400307 h 4972007"/>
                            <a:gd name="connsiteX68" fmla="*/ 3109613 w 4824064"/>
                            <a:gd name="connsiteY68" fmla="*/ 2314582 h 4972007"/>
                            <a:gd name="connsiteX69" fmla="*/ 3195338 w 4824064"/>
                            <a:gd name="connsiteY69" fmla="*/ 2228857 h 4972007"/>
                            <a:gd name="connsiteX70" fmla="*/ 709313 w 4824064"/>
                            <a:gd name="connsiteY70" fmla="*/ 2057407 h 4972007"/>
                            <a:gd name="connsiteX71" fmla="*/ 1395113 w 4824064"/>
                            <a:gd name="connsiteY71" fmla="*/ 2057407 h 4972007"/>
                            <a:gd name="connsiteX72" fmla="*/ 1395113 w 4824064"/>
                            <a:gd name="connsiteY72" fmla="*/ 2400307 h 4972007"/>
                            <a:gd name="connsiteX73" fmla="*/ 2252363 w 4824064"/>
                            <a:gd name="connsiteY73" fmla="*/ 2400307 h 4972007"/>
                            <a:gd name="connsiteX74" fmla="*/ 2252363 w 4824064"/>
                            <a:gd name="connsiteY74" fmla="*/ 3257557 h 4972007"/>
                            <a:gd name="connsiteX75" fmla="*/ 709313 w 4824064"/>
                            <a:gd name="connsiteY75" fmla="*/ 3257557 h 4972007"/>
                            <a:gd name="connsiteX76" fmla="*/ 2423814 w 4824064"/>
                            <a:gd name="connsiteY76" fmla="*/ 1200157 h 4972007"/>
                            <a:gd name="connsiteX77" fmla="*/ 2423814 w 4824064"/>
                            <a:gd name="connsiteY77" fmla="*/ 1371608 h 4972007"/>
                            <a:gd name="connsiteX78" fmla="*/ 2595264 w 4824064"/>
                            <a:gd name="connsiteY78" fmla="*/ 1371608 h 4972007"/>
                            <a:gd name="connsiteX79" fmla="*/ 2595264 w 4824064"/>
                            <a:gd name="connsiteY79" fmla="*/ 1200157 h 4972007"/>
                            <a:gd name="connsiteX80" fmla="*/ 2080914 w 4824064"/>
                            <a:gd name="connsiteY80" fmla="*/ 1200157 h 4972007"/>
                            <a:gd name="connsiteX81" fmla="*/ 2080914 w 4824064"/>
                            <a:gd name="connsiteY81" fmla="*/ 1371608 h 4972007"/>
                            <a:gd name="connsiteX82" fmla="*/ 2252364 w 4824064"/>
                            <a:gd name="connsiteY82" fmla="*/ 1371608 h 4972007"/>
                            <a:gd name="connsiteX83" fmla="*/ 2252364 w 4824064"/>
                            <a:gd name="connsiteY83" fmla="*/ 1200157 h 4972007"/>
                            <a:gd name="connsiteX84" fmla="*/ 1738014 w 4824064"/>
                            <a:gd name="connsiteY84" fmla="*/ 1200157 h 4972007"/>
                            <a:gd name="connsiteX85" fmla="*/ 1738014 w 4824064"/>
                            <a:gd name="connsiteY85" fmla="*/ 1371608 h 4972007"/>
                            <a:gd name="connsiteX86" fmla="*/ 1909464 w 4824064"/>
                            <a:gd name="connsiteY86" fmla="*/ 1371608 h 4972007"/>
                            <a:gd name="connsiteX87" fmla="*/ 1909464 w 4824064"/>
                            <a:gd name="connsiteY87" fmla="*/ 1200157 h 4972007"/>
                            <a:gd name="connsiteX88" fmla="*/ 3818153 w 4824064"/>
                            <a:gd name="connsiteY88" fmla="*/ 1114432 h 4972007"/>
                            <a:gd name="connsiteX89" fmla="*/ 3944134 w 4824064"/>
                            <a:gd name="connsiteY89" fmla="*/ 1114432 h 4972007"/>
                            <a:gd name="connsiteX90" fmla="*/ 3894502 w 4824064"/>
                            <a:gd name="connsiteY90" fmla="*/ 2057407 h 4972007"/>
                            <a:gd name="connsiteX91" fmla="*/ 3867785 w 4824064"/>
                            <a:gd name="connsiteY91" fmla="*/ 2057407 h 4972007"/>
                            <a:gd name="connsiteX92" fmla="*/ 1566554 w 4824064"/>
                            <a:gd name="connsiteY92" fmla="*/ 1028708 h 4972007"/>
                            <a:gd name="connsiteX93" fmla="*/ 2772190 w 4824064"/>
                            <a:gd name="connsiteY93" fmla="*/ 1028708 h 4972007"/>
                            <a:gd name="connsiteX94" fmla="*/ 2899661 w 4824064"/>
                            <a:gd name="connsiteY94" fmla="*/ 1468737 h 4972007"/>
                            <a:gd name="connsiteX95" fmla="*/ 3216354 w 4824064"/>
                            <a:gd name="connsiteY95" fmla="*/ 2057407 h 4972007"/>
                            <a:gd name="connsiteX96" fmla="*/ 3195339 w 4824064"/>
                            <a:gd name="connsiteY96" fmla="*/ 2057407 h 4972007"/>
                            <a:gd name="connsiteX97" fmla="*/ 2953918 w 4824064"/>
                            <a:gd name="connsiteY97" fmla="*/ 2228857 h 4972007"/>
                            <a:gd name="connsiteX98" fmla="*/ 1566554 w 4824064"/>
                            <a:gd name="connsiteY98" fmla="*/ 2228857 h 4972007"/>
                            <a:gd name="connsiteX99" fmla="*/ 4215201 w 4824064"/>
                            <a:gd name="connsiteY99" fmla="*/ 771532 h 4972007"/>
                            <a:gd name="connsiteX100" fmla="*/ 4224038 w 4824064"/>
                            <a:gd name="connsiteY100" fmla="*/ 771532 h 4972007"/>
                            <a:gd name="connsiteX101" fmla="*/ 4309763 w 4824064"/>
                            <a:gd name="connsiteY101" fmla="*/ 857257 h 4972007"/>
                            <a:gd name="connsiteX102" fmla="*/ 4224038 w 4824064"/>
                            <a:gd name="connsiteY102" fmla="*/ 942982 h 4972007"/>
                            <a:gd name="connsiteX103" fmla="*/ 4124960 w 4824064"/>
                            <a:gd name="connsiteY103" fmla="*/ 942982 h 4972007"/>
                            <a:gd name="connsiteX104" fmla="*/ 4129623 w 4824064"/>
                            <a:gd name="connsiteY104" fmla="*/ 852701 h 4972007"/>
                            <a:gd name="connsiteX105" fmla="*/ 4215201 w 4824064"/>
                            <a:gd name="connsiteY105" fmla="*/ 771532 h 4972007"/>
                            <a:gd name="connsiteX106" fmla="*/ 3538219 w 4824064"/>
                            <a:gd name="connsiteY106" fmla="*/ 771532 h 4972007"/>
                            <a:gd name="connsiteX107" fmla="*/ 3547056 w 4824064"/>
                            <a:gd name="connsiteY107" fmla="*/ 771532 h 4972007"/>
                            <a:gd name="connsiteX108" fmla="*/ 3632507 w 4824064"/>
                            <a:gd name="connsiteY108" fmla="*/ 852819 h 4972007"/>
                            <a:gd name="connsiteX109" fmla="*/ 3637298 w 4824064"/>
                            <a:gd name="connsiteY109" fmla="*/ 942982 h 4972007"/>
                            <a:gd name="connsiteX110" fmla="*/ 3538219 w 4824064"/>
                            <a:gd name="connsiteY110" fmla="*/ 942982 h 4972007"/>
                            <a:gd name="connsiteX111" fmla="*/ 3452494 w 4824064"/>
                            <a:gd name="connsiteY111" fmla="*/ 857257 h 4972007"/>
                            <a:gd name="connsiteX112" fmla="*/ 3538219 w 4824064"/>
                            <a:gd name="connsiteY112" fmla="*/ 771532 h 4972007"/>
                            <a:gd name="connsiteX113" fmla="*/ 1395153 w 4824064"/>
                            <a:gd name="connsiteY113" fmla="*/ 514358 h 4972007"/>
                            <a:gd name="connsiteX114" fmla="*/ 1395153 w 4824064"/>
                            <a:gd name="connsiteY114" fmla="*/ 685808 h 4972007"/>
                            <a:gd name="connsiteX115" fmla="*/ 2595303 w 4824064"/>
                            <a:gd name="connsiteY115" fmla="*/ 685808 h 4972007"/>
                            <a:gd name="connsiteX116" fmla="*/ 2595303 w 4824064"/>
                            <a:gd name="connsiteY116" fmla="*/ 514358 h 4972007"/>
                            <a:gd name="connsiteX117" fmla="*/ 1395153 w 4824064"/>
                            <a:gd name="connsiteY117" fmla="*/ 171458 h 4972007"/>
                            <a:gd name="connsiteX118" fmla="*/ 1395153 w 4824064"/>
                            <a:gd name="connsiteY118" fmla="*/ 342908 h 4972007"/>
                            <a:gd name="connsiteX119" fmla="*/ 2595303 w 4824064"/>
                            <a:gd name="connsiteY119" fmla="*/ 342908 h 4972007"/>
                            <a:gd name="connsiteX120" fmla="*/ 2595303 w 4824064"/>
                            <a:gd name="connsiteY120" fmla="*/ 171458 h 4972007"/>
                            <a:gd name="connsiteX121" fmla="*/ 1052214 w 4824064"/>
                            <a:gd name="connsiteY121" fmla="*/ 121208 h 4972007"/>
                            <a:gd name="connsiteX122" fmla="*/ 1052214 w 4824064"/>
                            <a:gd name="connsiteY122" fmla="*/ 685808 h 4972007"/>
                            <a:gd name="connsiteX123" fmla="*/ 487614 w 4824064"/>
                            <a:gd name="connsiteY123" fmla="*/ 685808 h 4972007"/>
                            <a:gd name="connsiteX124" fmla="*/ 3882897 w 4824064"/>
                            <a:gd name="connsiteY124" fmla="*/ 7 h 4972007"/>
                            <a:gd name="connsiteX125" fmla="*/ 3978973 w 4824064"/>
                            <a:gd name="connsiteY125" fmla="*/ 4875 h 4972007"/>
                            <a:gd name="connsiteX126" fmla="*/ 4824064 w 4824064"/>
                            <a:gd name="connsiteY126" fmla="*/ 941179 h 4972007"/>
                            <a:gd name="connsiteX127" fmla="*/ 4711593 w 4824064"/>
                            <a:gd name="connsiteY127" fmla="*/ 1387449 h 4972007"/>
                            <a:gd name="connsiteX128" fmla="*/ 4350862 w 4824064"/>
                            <a:gd name="connsiteY128" fmla="*/ 2057407 h 4972007"/>
                            <a:gd name="connsiteX129" fmla="*/ 4066245 w 4824064"/>
                            <a:gd name="connsiteY129" fmla="*/ 2057407 h 4972007"/>
                            <a:gd name="connsiteX130" fmla="*/ 4115809 w 4824064"/>
                            <a:gd name="connsiteY130" fmla="*/ 1114432 h 4972007"/>
                            <a:gd name="connsiteX131" fmla="*/ 4223999 w 4824064"/>
                            <a:gd name="connsiteY131" fmla="*/ 1114432 h 4972007"/>
                            <a:gd name="connsiteX132" fmla="*/ 4481174 w 4824064"/>
                            <a:gd name="connsiteY132" fmla="*/ 857257 h 4972007"/>
                            <a:gd name="connsiteX133" fmla="*/ 4223999 w 4824064"/>
                            <a:gd name="connsiteY133" fmla="*/ 600082 h 4972007"/>
                            <a:gd name="connsiteX134" fmla="*/ 4215152 w 4824064"/>
                            <a:gd name="connsiteY134" fmla="*/ 600082 h 4972007"/>
                            <a:gd name="connsiteX135" fmla="*/ 3958438 w 4824064"/>
                            <a:gd name="connsiteY135" fmla="*/ 843708 h 4972007"/>
                            <a:gd name="connsiteX136" fmla="*/ 3953196 w 4824064"/>
                            <a:gd name="connsiteY136" fmla="*/ 942982 h 4972007"/>
                            <a:gd name="connsiteX137" fmla="*/ 3808992 w 4824064"/>
                            <a:gd name="connsiteY137" fmla="*/ 942982 h 4972007"/>
                            <a:gd name="connsiteX138" fmla="*/ 3803868 w 4824064"/>
                            <a:gd name="connsiteY138" fmla="*/ 843786 h 4972007"/>
                            <a:gd name="connsiteX139" fmla="*/ 3547036 w 4824064"/>
                            <a:gd name="connsiteY139" fmla="*/ 600082 h 4972007"/>
                            <a:gd name="connsiteX140" fmla="*/ 3538189 w 4824064"/>
                            <a:gd name="connsiteY140" fmla="*/ 600082 h 4972007"/>
                            <a:gd name="connsiteX141" fmla="*/ 3281014 w 4824064"/>
                            <a:gd name="connsiteY141" fmla="*/ 857257 h 4972007"/>
                            <a:gd name="connsiteX142" fmla="*/ 3538189 w 4824064"/>
                            <a:gd name="connsiteY142" fmla="*/ 1114432 h 4972007"/>
                            <a:gd name="connsiteX143" fmla="*/ 3646379 w 4824064"/>
                            <a:gd name="connsiteY143" fmla="*/ 1114432 h 4972007"/>
                            <a:gd name="connsiteX144" fmla="*/ 3695943 w 4824064"/>
                            <a:gd name="connsiteY144" fmla="*/ 2057407 h 4972007"/>
                            <a:gd name="connsiteX145" fmla="*/ 3411404 w 4824064"/>
                            <a:gd name="connsiteY145" fmla="*/ 2057407 h 4972007"/>
                            <a:gd name="connsiteX146" fmla="*/ 3050595 w 4824064"/>
                            <a:gd name="connsiteY146" fmla="*/ 1387449 h 4972007"/>
                            <a:gd name="connsiteX147" fmla="*/ 2938124 w 4824064"/>
                            <a:gd name="connsiteY147" fmla="*/ 941179 h 4972007"/>
                            <a:gd name="connsiteX148" fmla="*/ 3786186 w 4824064"/>
                            <a:gd name="connsiteY148" fmla="*/ 4875 h 4972007"/>
                            <a:gd name="connsiteX149" fmla="*/ 3882892 w 4824064"/>
                            <a:gd name="connsiteY149" fmla="*/ 7 h 4972007"/>
                            <a:gd name="connsiteX150" fmla="*/ 3882902 w 4824064"/>
                            <a:gd name="connsiteY150" fmla="*/ 7 h 4972007"/>
                            <a:gd name="connsiteX151" fmla="*/ 3882897 w 4824064"/>
                            <a:gd name="connsiteY151" fmla="*/ 7 h 4972007"/>
                            <a:gd name="connsiteX152" fmla="*/ 1223742 w 4824064"/>
                            <a:gd name="connsiteY152" fmla="*/ 0 h 4972007"/>
                            <a:gd name="connsiteX153" fmla="*/ 3288784 w 4824064"/>
                            <a:gd name="connsiteY153" fmla="*/ 0 h 4972007"/>
                            <a:gd name="connsiteX154" fmla="*/ 2771103 w 4824064"/>
                            <a:gd name="connsiteY154" fmla="*/ 857248 h 4972007"/>
                            <a:gd name="connsiteX155" fmla="*/ 1395192 w 4824064"/>
                            <a:gd name="connsiteY155" fmla="*/ 857248 h 4972007"/>
                            <a:gd name="connsiteX156" fmla="*/ 1395192 w 4824064"/>
                            <a:gd name="connsiteY156" fmla="*/ 1885947 h 4972007"/>
                            <a:gd name="connsiteX157" fmla="*/ 537942 w 4824064"/>
                            <a:gd name="connsiteY157" fmla="*/ 1885947 h 4972007"/>
                            <a:gd name="connsiteX158" fmla="*/ 537942 w 4824064"/>
                            <a:gd name="connsiteY158" fmla="*/ 3428997 h 4972007"/>
                            <a:gd name="connsiteX159" fmla="*/ 2423892 w 4824064"/>
                            <a:gd name="connsiteY159" fmla="*/ 3428997 h 4972007"/>
                            <a:gd name="connsiteX160" fmla="*/ 2423892 w 4824064"/>
                            <a:gd name="connsiteY160" fmla="*/ 2400297 h 4972007"/>
                            <a:gd name="connsiteX161" fmla="*/ 2954006 w 4824064"/>
                            <a:gd name="connsiteY161" fmla="*/ 2400297 h 4972007"/>
                            <a:gd name="connsiteX162" fmla="*/ 3195417 w 4824064"/>
                            <a:gd name="connsiteY162" fmla="*/ 2571747 h 4972007"/>
                            <a:gd name="connsiteX163" fmla="*/ 3201423 w 4824064"/>
                            <a:gd name="connsiteY163" fmla="*/ 2571786 h 4972007"/>
                            <a:gd name="connsiteX164" fmla="*/ 3795570 w 4824064"/>
                            <a:gd name="connsiteY164" fmla="*/ 3165934 h 4972007"/>
                            <a:gd name="connsiteX165" fmla="*/ 3795570 w 4824064"/>
                            <a:gd name="connsiteY165" fmla="*/ 3606120 h 4972007"/>
                            <a:gd name="connsiteX166" fmla="*/ 3709845 w 4824064"/>
                            <a:gd name="connsiteY166" fmla="*/ 3600457 h 4972007"/>
                            <a:gd name="connsiteX167" fmla="*/ 3069053 w 4824064"/>
                            <a:gd name="connsiteY167" fmla="*/ 3943357 h 4972007"/>
                            <a:gd name="connsiteX168" fmla="*/ 1093002 w 4824064"/>
                            <a:gd name="connsiteY168" fmla="*/ 3943357 h 4972007"/>
                            <a:gd name="connsiteX169" fmla="*/ 1035091 w 4824064"/>
                            <a:gd name="connsiteY169" fmla="*/ 3867574 h 4972007"/>
                            <a:gd name="connsiteX170" fmla="*/ 452217 w 4824064"/>
                            <a:gd name="connsiteY170" fmla="*/ 3600467 h 4972007"/>
                            <a:gd name="connsiteX171" fmla="*/ 366492 w 4824064"/>
                            <a:gd name="connsiteY171" fmla="*/ 3606130 h 4972007"/>
                            <a:gd name="connsiteX172" fmla="*/ 366492 w 4824064"/>
                            <a:gd name="connsiteY172" fmla="*/ 857248 h 4972007"/>
                            <a:gd name="connsiteX173" fmla="*/ 1223742 w 4824064"/>
                            <a:gd name="connsiteY173" fmla="*/ 857248 h 497200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  <a:cxn ang="0">
                              <a:pos x="connsiteX43" y="connsiteY43"/>
                            </a:cxn>
                            <a:cxn ang="0">
                              <a:pos x="connsiteX44" y="connsiteY44"/>
                            </a:cxn>
                            <a:cxn ang="0">
                              <a:pos x="connsiteX45" y="connsiteY45"/>
                            </a:cxn>
                            <a:cxn ang="0">
                              <a:pos x="connsiteX46" y="connsiteY46"/>
                            </a:cxn>
                            <a:cxn ang="0">
                              <a:pos x="connsiteX47" y="connsiteY47"/>
                            </a:cxn>
                            <a:cxn ang="0">
                              <a:pos x="connsiteX48" y="connsiteY48"/>
                            </a:cxn>
                            <a:cxn ang="0">
                              <a:pos x="connsiteX49" y="connsiteY49"/>
                            </a:cxn>
                            <a:cxn ang="0">
                              <a:pos x="connsiteX50" y="connsiteY50"/>
                            </a:cxn>
                            <a:cxn ang="0">
                              <a:pos x="connsiteX51" y="connsiteY51"/>
                            </a:cxn>
                            <a:cxn ang="0">
                              <a:pos x="connsiteX52" y="connsiteY52"/>
                            </a:cxn>
                            <a:cxn ang="0">
                              <a:pos x="connsiteX53" y="connsiteY53"/>
                            </a:cxn>
                            <a:cxn ang="0">
                              <a:pos x="connsiteX54" y="connsiteY54"/>
                            </a:cxn>
                            <a:cxn ang="0">
                              <a:pos x="connsiteX55" y="connsiteY55"/>
                            </a:cxn>
                            <a:cxn ang="0">
                              <a:pos x="connsiteX56" y="connsiteY56"/>
                            </a:cxn>
                            <a:cxn ang="0">
                              <a:pos x="connsiteX57" y="connsiteY57"/>
                            </a:cxn>
                            <a:cxn ang="0">
                              <a:pos x="connsiteX58" y="connsiteY58"/>
                            </a:cxn>
                            <a:cxn ang="0">
                              <a:pos x="connsiteX59" y="connsiteY59"/>
                            </a:cxn>
                            <a:cxn ang="0">
                              <a:pos x="connsiteX60" y="connsiteY60"/>
                            </a:cxn>
                            <a:cxn ang="0">
                              <a:pos x="connsiteX61" y="connsiteY61"/>
                            </a:cxn>
                            <a:cxn ang="0">
                              <a:pos x="connsiteX62" y="connsiteY62"/>
                            </a:cxn>
                            <a:cxn ang="0">
                              <a:pos x="connsiteX63" y="connsiteY63"/>
                            </a:cxn>
                            <a:cxn ang="0">
                              <a:pos x="connsiteX64" y="connsiteY64"/>
                            </a:cxn>
                            <a:cxn ang="0">
                              <a:pos x="connsiteX65" y="connsiteY65"/>
                            </a:cxn>
                            <a:cxn ang="0">
                              <a:pos x="connsiteX66" y="connsiteY66"/>
                            </a:cxn>
                            <a:cxn ang="0">
                              <a:pos x="connsiteX67" y="connsiteY67"/>
                            </a:cxn>
                            <a:cxn ang="0">
                              <a:pos x="connsiteX68" y="connsiteY68"/>
                            </a:cxn>
                            <a:cxn ang="0">
                              <a:pos x="connsiteX69" y="connsiteY69"/>
                            </a:cxn>
                            <a:cxn ang="0">
                              <a:pos x="connsiteX70" y="connsiteY70"/>
                            </a:cxn>
                            <a:cxn ang="0">
                              <a:pos x="connsiteX71" y="connsiteY71"/>
                            </a:cxn>
                            <a:cxn ang="0">
                              <a:pos x="connsiteX72" y="connsiteY72"/>
                            </a:cxn>
                            <a:cxn ang="0">
                              <a:pos x="connsiteX73" y="connsiteY73"/>
                            </a:cxn>
                            <a:cxn ang="0">
                              <a:pos x="connsiteX74" y="connsiteY74"/>
                            </a:cxn>
                            <a:cxn ang="0">
                              <a:pos x="connsiteX75" y="connsiteY75"/>
                            </a:cxn>
                            <a:cxn ang="0">
                              <a:pos x="connsiteX76" y="connsiteY76"/>
                            </a:cxn>
                            <a:cxn ang="0">
                              <a:pos x="connsiteX77" y="connsiteY77"/>
                            </a:cxn>
                            <a:cxn ang="0">
                              <a:pos x="connsiteX78" y="connsiteY78"/>
                            </a:cxn>
                            <a:cxn ang="0">
                              <a:pos x="connsiteX79" y="connsiteY79"/>
                            </a:cxn>
                            <a:cxn ang="0">
                              <a:pos x="connsiteX80" y="connsiteY80"/>
                            </a:cxn>
                            <a:cxn ang="0">
                              <a:pos x="connsiteX81" y="connsiteY81"/>
                            </a:cxn>
                            <a:cxn ang="0">
                              <a:pos x="connsiteX82" y="connsiteY82"/>
                            </a:cxn>
                            <a:cxn ang="0">
                              <a:pos x="connsiteX83" y="connsiteY83"/>
                            </a:cxn>
                            <a:cxn ang="0">
                              <a:pos x="connsiteX84" y="connsiteY84"/>
                            </a:cxn>
                            <a:cxn ang="0">
                              <a:pos x="connsiteX85" y="connsiteY85"/>
                            </a:cxn>
                            <a:cxn ang="0">
                              <a:pos x="connsiteX86" y="connsiteY86"/>
                            </a:cxn>
                            <a:cxn ang="0">
                              <a:pos x="connsiteX87" y="connsiteY87"/>
                            </a:cxn>
                            <a:cxn ang="0">
                              <a:pos x="connsiteX88" y="connsiteY88"/>
                            </a:cxn>
                            <a:cxn ang="0">
                              <a:pos x="connsiteX89" y="connsiteY89"/>
                            </a:cxn>
                            <a:cxn ang="0">
                              <a:pos x="connsiteX90" y="connsiteY90"/>
                            </a:cxn>
                            <a:cxn ang="0">
                              <a:pos x="connsiteX91" y="connsiteY91"/>
                            </a:cxn>
                            <a:cxn ang="0">
                              <a:pos x="connsiteX92" y="connsiteY92"/>
                            </a:cxn>
                            <a:cxn ang="0">
                              <a:pos x="connsiteX93" y="connsiteY93"/>
                            </a:cxn>
                            <a:cxn ang="0">
                              <a:pos x="connsiteX94" y="connsiteY94"/>
                            </a:cxn>
                            <a:cxn ang="0">
                              <a:pos x="connsiteX95" y="connsiteY95"/>
                            </a:cxn>
                            <a:cxn ang="0">
                              <a:pos x="connsiteX96" y="connsiteY96"/>
                            </a:cxn>
                            <a:cxn ang="0">
                              <a:pos x="connsiteX97" y="connsiteY97"/>
                            </a:cxn>
                            <a:cxn ang="0">
                              <a:pos x="connsiteX98" y="connsiteY98"/>
                            </a:cxn>
                            <a:cxn ang="0">
                              <a:pos x="connsiteX99" y="connsiteY99"/>
                            </a:cxn>
                            <a:cxn ang="0">
                              <a:pos x="connsiteX100" y="connsiteY100"/>
                            </a:cxn>
                            <a:cxn ang="0">
                              <a:pos x="connsiteX101" y="connsiteY101"/>
                            </a:cxn>
                            <a:cxn ang="0">
                              <a:pos x="connsiteX102" y="connsiteY102"/>
                            </a:cxn>
                            <a:cxn ang="0">
                              <a:pos x="connsiteX103" y="connsiteY103"/>
                            </a:cxn>
                            <a:cxn ang="0">
                              <a:pos x="connsiteX104" y="connsiteY104"/>
                            </a:cxn>
                            <a:cxn ang="0">
                              <a:pos x="connsiteX105" y="connsiteY105"/>
                            </a:cxn>
                            <a:cxn ang="0">
                              <a:pos x="connsiteX106" y="connsiteY106"/>
                            </a:cxn>
                            <a:cxn ang="0">
                              <a:pos x="connsiteX107" y="connsiteY107"/>
                            </a:cxn>
                            <a:cxn ang="0">
                              <a:pos x="connsiteX108" y="connsiteY108"/>
                            </a:cxn>
                            <a:cxn ang="0">
                              <a:pos x="connsiteX109" y="connsiteY109"/>
                            </a:cxn>
                            <a:cxn ang="0">
                              <a:pos x="connsiteX110" y="connsiteY110"/>
                            </a:cxn>
                            <a:cxn ang="0">
                              <a:pos x="connsiteX111" y="connsiteY111"/>
                            </a:cxn>
                            <a:cxn ang="0">
                              <a:pos x="connsiteX112" y="connsiteY112"/>
                            </a:cxn>
                            <a:cxn ang="0">
                              <a:pos x="connsiteX113" y="connsiteY113"/>
                            </a:cxn>
                            <a:cxn ang="0">
                              <a:pos x="connsiteX114" y="connsiteY114"/>
                            </a:cxn>
                            <a:cxn ang="0">
                              <a:pos x="connsiteX115" y="connsiteY115"/>
                            </a:cxn>
                            <a:cxn ang="0">
                              <a:pos x="connsiteX116" y="connsiteY116"/>
                            </a:cxn>
                            <a:cxn ang="0">
                              <a:pos x="connsiteX117" y="connsiteY117"/>
                            </a:cxn>
                            <a:cxn ang="0">
                              <a:pos x="connsiteX118" y="connsiteY118"/>
                            </a:cxn>
                            <a:cxn ang="0">
                              <a:pos x="connsiteX119" y="connsiteY119"/>
                            </a:cxn>
                            <a:cxn ang="0">
                              <a:pos x="connsiteX120" y="connsiteY120"/>
                            </a:cxn>
                            <a:cxn ang="0">
                              <a:pos x="connsiteX121" y="connsiteY121"/>
                            </a:cxn>
                            <a:cxn ang="0">
                              <a:pos x="connsiteX122" y="connsiteY122"/>
                            </a:cxn>
                            <a:cxn ang="0">
                              <a:pos x="connsiteX123" y="connsiteY123"/>
                            </a:cxn>
                            <a:cxn ang="0">
                              <a:pos x="connsiteX124" y="connsiteY124"/>
                            </a:cxn>
                            <a:cxn ang="0">
                              <a:pos x="connsiteX125" y="connsiteY125"/>
                            </a:cxn>
                            <a:cxn ang="0">
                              <a:pos x="connsiteX126" y="connsiteY126"/>
                            </a:cxn>
                            <a:cxn ang="0">
                              <a:pos x="connsiteX127" y="connsiteY127"/>
                            </a:cxn>
                            <a:cxn ang="0">
                              <a:pos x="connsiteX128" y="connsiteY128"/>
                            </a:cxn>
                            <a:cxn ang="0">
                              <a:pos x="connsiteX129" y="connsiteY129"/>
                            </a:cxn>
                            <a:cxn ang="0">
                              <a:pos x="connsiteX130" y="connsiteY130"/>
                            </a:cxn>
                            <a:cxn ang="0">
                              <a:pos x="connsiteX131" y="connsiteY131"/>
                            </a:cxn>
                            <a:cxn ang="0">
                              <a:pos x="connsiteX132" y="connsiteY132"/>
                            </a:cxn>
                            <a:cxn ang="0">
                              <a:pos x="connsiteX133" y="connsiteY133"/>
                            </a:cxn>
                            <a:cxn ang="0">
                              <a:pos x="connsiteX134" y="connsiteY134"/>
                            </a:cxn>
                            <a:cxn ang="0">
                              <a:pos x="connsiteX135" y="connsiteY135"/>
                            </a:cxn>
                            <a:cxn ang="0">
                              <a:pos x="connsiteX136" y="connsiteY136"/>
                            </a:cxn>
                            <a:cxn ang="0">
                              <a:pos x="connsiteX137" y="connsiteY137"/>
                            </a:cxn>
                            <a:cxn ang="0">
                              <a:pos x="connsiteX138" y="connsiteY138"/>
                            </a:cxn>
                            <a:cxn ang="0">
                              <a:pos x="connsiteX139" y="connsiteY139"/>
                            </a:cxn>
                            <a:cxn ang="0">
                              <a:pos x="connsiteX140" y="connsiteY140"/>
                            </a:cxn>
                            <a:cxn ang="0">
                              <a:pos x="connsiteX141" y="connsiteY141"/>
                            </a:cxn>
                            <a:cxn ang="0">
                              <a:pos x="connsiteX142" y="connsiteY142"/>
                            </a:cxn>
                            <a:cxn ang="0">
                              <a:pos x="connsiteX143" y="connsiteY143"/>
                            </a:cxn>
                            <a:cxn ang="0">
                              <a:pos x="connsiteX144" y="connsiteY144"/>
                            </a:cxn>
                            <a:cxn ang="0">
                              <a:pos x="connsiteX145" y="connsiteY145"/>
                            </a:cxn>
                            <a:cxn ang="0">
                              <a:pos x="connsiteX146" y="connsiteY146"/>
                            </a:cxn>
                            <a:cxn ang="0">
                              <a:pos x="connsiteX147" y="connsiteY147"/>
                            </a:cxn>
                            <a:cxn ang="0">
                              <a:pos x="connsiteX148" y="connsiteY148"/>
                            </a:cxn>
                            <a:cxn ang="0">
                              <a:pos x="connsiteX149" y="connsiteY149"/>
                            </a:cxn>
                            <a:cxn ang="0">
                              <a:pos x="connsiteX150" y="connsiteY150"/>
                            </a:cxn>
                            <a:cxn ang="0">
                              <a:pos x="connsiteX151" y="connsiteY151"/>
                            </a:cxn>
                            <a:cxn ang="0">
                              <a:pos x="connsiteX152" y="connsiteY152"/>
                            </a:cxn>
                            <a:cxn ang="0">
                              <a:pos x="connsiteX153" y="connsiteY153"/>
                            </a:cxn>
                            <a:cxn ang="0">
                              <a:pos x="connsiteX154" y="connsiteY154"/>
                            </a:cxn>
                            <a:cxn ang="0">
                              <a:pos x="connsiteX155" y="connsiteY155"/>
                            </a:cxn>
                            <a:cxn ang="0">
                              <a:pos x="connsiteX156" y="connsiteY156"/>
                            </a:cxn>
                            <a:cxn ang="0">
                              <a:pos x="connsiteX157" y="connsiteY157"/>
                            </a:cxn>
                            <a:cxn ang="0">
                              <a:pos x="connsiteX158" y="connsiteY158"/>
                            </a:cxn>
                            <a:cxn ang="0">
                              <a:pos x="connsiteX159" y="connsiteY159"/>
                            </a:cxn>
                            <a:cxn ang="0">
                              <a:pos x="connsiteX160" y="connsiteY160"/>
                            </a:cxn>
                            <a:cxn ang="0">
                              <a:pos x="connsiteX161" y="connsiteY161"/>
                            </a:cxn>
                            <a:cxn ang="0">
                              <a:pos x="connsiteX162" y="connsiteY162"/>
                            </a:cxn>
                            <a:cxn ang="0">
                              <a:pos x="connsiteX163" y="connsiteY163"/>
                            </a:cxn>
                            <a:cxn ang="0">
                              <a:pos x="connsiteX164" y="connsiteY164"/>
                            </a:cxn>
                            <a:cxn ang="0">
                              <a:pos x="connsiteX165" y="connsiteY165"/>
                            </a:cxn>
                            <a:cxn ang="0">
                              <a:pos x="connsiteX166" y="connsiteY166"/>
                            </a:cxn>
                            <a:cxn ang="0">
                              <a:pos x="connsiteX167" y="connsiteY167"/>
                            </a:cxn>
                            <a:cxn ang="0">
                              <a:pos x="connsiteX168" y="connsiteY168"/>
                            </a:cxn>
                            <a:cxn ang="0">
                              <a:pos x="connsiteX169" y="connsiteY169"/>
                            </a:cxn>
                            <a:cxn ang="0">
                              <a:pos x="connsiteX170" y="connsiteY170"/>
                            </a:cxn>
                            <a:cxn ang="0">
                              <a:pos x="connsiteX171" y="connsiteY171"/>
                            </a:cxn>
                            <a:cxn ang="0">
                              <a:pos x="connsiteX172" y="connsiteY172"/>
                            </a:cxn>
                            <a:cxn ang="0">
                              <a:pos x="connsiteX173" y="connsiteY173"/>
                            </a:cxn>
                          </a:cxnLst>
                          <a:rect l="l" t="t" r="r" b="b"/>
                          <a:pathLst>
                            <a:path w="4824064" h="4972007">
                              <a:moveTo>
                                <a:pt x="1652288" y="4286217"/>
                              </a:moveTo>
                              <a:lnTo>
                                <a:pt x="1652288" y="4457667"/>
                              </a:lnTo>
                              <a:lnTo>
                                <a:pt x="1823738" y="4457667"/>
                              </a:lnTo>
                              <a:lnTo>
                                <a:pt x="1823738" y="4286217"/>
                              </a:lnTo>
                              <a:close/>
                              <a:moveTo>
                                <a:pt x="1309388" y="4286217"/>
                              </a:moveTo>
                              <a:lnTo>
                                <a:pt x="1309388" y="4457667"/>
                              </a:lnTo>
                              <a:lnTo>
                                <a:pt x="1480838" y="4457667"/>
                              </a:lnTo>
                              <a:lnTo>
                                <a:pt x="1480838" y="4286217"/>
                              </a:lnTo>
                              <a:close/>
                              <a:moveTo>
                                <a:pt x="966488" y="4286217"/>
                              </a:moveTo>
                              <a:lnTo>
                                <a:pt x="966488" y="4457667"/>
                              </a:lnTo>
                              <a:lnTo>
                                <a:pt x="1137938" y="4457667"/>
                              </a:lnTo>
                              <a:lnTo>
                                <a:pt x="1137938" y="4286217"/>
                              </a:lnTo>
                              <a:close/>
                              <a:moveTo>
                                <a:pt x="1092970" y="3943357"/>
                              </a:moveTo>
                              <a:lnTo>
                                <a:pt x="1093002" y="3943357"/>
                              </a:lnTo>
                              <a:lnTo>
                                <a:pt x="1093009" y="3943367"/>
                              </a:lnTo>
                              <a:close/>
                              <a:moveTo>
                                <a:pt x="452187" y="3771867"/>
                              </a:moveTo>
                              <a:cubicBezTo>
                                <a:pt x="665128" y="3771867"/>
                                <a:pt x="864088" y="3886905"/>
                                <a:pt x="971357" y="4071983"/>
                              </a:cubicBezTo>
                              <a:lnTo>
                                <a:pt x="996124" y="4114767"/>
                              </a:lnTo>
                              <a:lnTo>
                                <a:pt x="3165800" y="4114767"/>
                              </a:lnTo>
                              <a:lnTo>
                                <a:pt x="3190596" y="4071983"/>
                              </a:lnTo>
                              <a:cubicBezTo>
                                <a:pt x="3297826" y="3886905"/>
                                <a:pt x="3496796" y="3771867"/>
                                <a:pt x="3709727" y="3771867"/>
                              </a:cubicBezTo>
                              <a:cubicBezTo>
                                <a:pt x="3884087" y="3771867"/>
                                <a:pt x="4048414" y="3846110"/>
                                <a:pt x="4161924" y="3971180"/>
                              </a:cubicBezTo>
                              <a:lnTo>
                                <a:pt x="3829566" y="4037683"/>
                              </a:lnTo>
                              <a:lnTo>
                                <a:pt x="3606681" y="4371932"/>
                              </a:lnTo>
                              <a:lnTo>
                                <a:pt x="3829449" y="4706260"/>
                              </a:lnTo>
                              <a:lnTo>
                                <a:pt x="4161905" y="4772694"/>
                              </a:lnTo>
                              <a:cubicBezTo>
                                <a:pt x="4048395" y="4897764"/>
                                <a:pt x="3884068" y="4972007"/>
                                <a:pt x="3709708" y="4972007"/>
                              </a:cubicBezTo>
                              <a:cubicBezTo>
                                <a:pt x="3496777" y="4972007"/>
                                <a:pt x="3297816" y="4856969"/>
                                <a:pt x="3190655" y="4671891"/>
                              </a:cubicBezTo>
                              <a:lnTo>
                                <a:pt x="3165898" y="4629107"/>
                              </a:lnTo>
                              <a:lnTo>
                                <a:pt x="996124" y="4629107"/>
                              </a:lnTo>
                              <a:lnTo>
                                <a:pt x="971318" y="4671891"/>
                              </a:lnTo>
                              <a:cubicBezTo>
                                <a:pt x="864088" y="4856969"/>
                                <a:pt x="665128" y="4972007"/>
                                <a:pt x="452187" y="4972007"/>
                              </a:cubicBezTo>
                              <a:cubicBezTo>
                                <a:pt x="277827" y="4972007"/>
                                <a:pt x="113510" y="4897764"/>
                                <a:pt x="0" y="4772547"/>
                              </a:cubicBezTo>
                              <a:lnTo>
                                <a:pt x="332447" y="4706113"/>
                              </a:lnTo>
                              <a:lnTo>
                                <a:pt x="555332" y="4371864"/>
                              </a:lnTo>
                              <a:lnTo>
                                <a:pt x="332447" y="4037615"/>
                              </a:lnTo>
                              <a:lnTo>
                                <a:pt x="0" y="3971180"/>
                              </a:lnTo>
                              <a:cubicBezTo>
                                <a:pt x="113510" y="3846110"/>
                                <a:pt x="277827" y="3771867"/>
                                <a:pt x="452187" y="3771867"/>
                              </a:cubicBezTo>
                              <a:close/>
                              <a:moveTo>
                                <a:pt x="3881149" y="3000381"/>
                              </a:moveTo>
                              <a:lnTo>
                                <a:pt x="3881158" y="3000382"/>
                              </a:lnTo>
                              <a:lnTo>
                                <a:pt x="3881139" y="3000382"/>
                              </a:lnTo>
                              <a:close/>
                              <a:moveTo>
                                <a:pt x="1909463" y="2914657"/>
                              </a:moveTo>
                              <a:lnTo>
                                <a:pt x="1909463" y="3086107"/>
                              </a:lnTo>
                              <a:lnTo>
                                <a:pt x="2080913" y="3086107"/>
                              </a:lnTo>
                              <a:lnTo>
                                <a:pt x="2080913" y="2914657"/>
                              </a:lnTo>
                              <a:close/>
                              <a:moveTo>
                                <a:pt x="1566563" y="2914657"/>
                              </a:moveTo>
                              <a:lnTo>
                                <a:pt x="1566563" y="3086107"/>
                              </a:lnTo>
                              <a:lnTo>
                                <a:pt x="1738013" y="3086107"/>
                              </a:lnTo>
                              <a:lnTo>
                                <a:pt x="1738013" y="2914657"/>
                              </a:lnTo>
                              <a:close/>
                              <a:moveTo>
                                <a:pt x="1223663" y="2914657"/>
                              </a:moveTo>
                              <a:lnTo>
                                <a:pt x="1223663" y="3086107"/>
                              </a:lnTo>
                              <a:lnTo>
                                <a:pt x="1395113" y="3086107"/>
                              </a:lnTo>
                              <a:lnTo>
                                <a:pt x="1395113" y="2914657"/>
                              </a:lnTo>
                              <a:close/>
                              <a:moveTo>
                                <a:pt x="880763" y="2914657"/>
                              </a:moveTo>
                              <a:lnTo>
                                <a:pt x="880763" y="3086107"/>
                              </a:lnTo>
                              <a:lnTo>
                                <a:pt x="1052213" y="3086107"/>
                              </a:lnTo>
                              <a:lnTo>
                                <a:pt x="1052213" y="2914657"/>
                              </a:lnTo>
                              <a:close/>
                              <a:moveTo>
                                <a:pt x="3374538" y="2571757"/>
                              </a:moveTo>
                              <a:lnTo>
                                <a:pt x="4387759" y="2571757"/>
                              </a:lnTo>
                              <a:cubicBezTo>
                                <a:pt x="4351832" y="2784260"/>
                                <a:pt x="4185628" y="2953049"/>
                                <a:pt x="3974248" y="2991925"/>
                              </a:cubicBezTo>
                              <a:lnTo>
                                <a:pt x="3881149" y="3000381"/>
                              </a:lnTo>
                              <a:lnTo>
                                <a:pt x="3788049" y="2991925"/>
                              </a:lnTo>
                              <a:cubicBezTo>
                                <a:pt x="3576669" y="2953049"/>
                                <a:pt x="3410466" y="2784260"/>
                                <a:pt x="3374538" y="2571757"/>
                              </a:cubicBezTo>
                              <a:close/>
                              <a:moveTo>
                                <a:pt x="3195338" y="2228857"/>
                              </a:moveTo>
                              <a:lnTo>
                                <a:pt x="4566938" y="2228857"/>
                              </a:lnTo>
                              <a:cubicBezTo>
                                <a:pt x="4614239" y="2228857"/>
                                <a:pt x="4652663" y="2267360"/>
                                <a:pt x="4652663" y="2314582"/>
                              </a:cubicBezTo>
                              <a:cubicBezTo>
                                <a:pt x="4652663" y="2361804"/>
                                <a:pt x="4614239" y="2400307"/>
                                <a:pt x="4566938" y="2400307"/>
                              </a:cubicBezTo>
                              <a:lnTo>
                                <a:pt x="3195338" y="2400307"/>
                              </a:lnTo>
                              <a:cubicBezTo>
                                <a:pt x="3148037" y="2400307"/>
                                <a:pt x="3109613" y="2361804"/>
                                <a:pt x="3109613" y="2314582"/>
                              </a:cubicBezTo>
                              <a:cubicBezTo>
                                <a:pt x="3109613" y="2267360"/>
                                <a:pt x="3148037" y="2228857"/>
                                <a:pt x="3195338" y="2228857"/>
                              </a:cubicBezTo>
                              <a:close/>
                              <a:moveTo>
                                <a:pt x="709313" y="2057407"/>
                              </a:moveTo>
                              <a:lnTo>
                                <a:pt x="1395113" y="2057407"/>
                              </a:lnTo>
                              <a:lnTo>
                                <a:pt x="1395113" y="2400307"/>
                              </a:lnTo>
                              <a:lnTo>
                                <a:pt x="2252363" y="2400307"/>
                              </a:lnTo>
                              <a:lnTo>
                                <a:pt x="2252363" y="3257557"/>
                              </a:lnTo>
                              <a:lnTo>
                                <a:pt x="709313" y="3257557"/>
                              </a:lnTo>
                              <a:close/>
                              <a:moveTo>
                                <a:pt x="2423814" y="1200157"/>
                              </a:moveTo>
                              <a:lnTo>
                                <a:pt x="2423814" y="1371608"/>
                              </a:lnTo>
                              <a:lnTo>
                                <a:pt x="2595264" y="1371608"/>
                              </a:lnTo>
                              <a:lnTo>
                                <a:pt x="2595264" y="1200157"/>
                              </a:lnTo>
                              <a:close/>
                              <a:moveTo>
                                <a:pt x="2080914" y="1200157"/>
                              </a:moveTo>
                              <a:lnTo>
                                <a:pt x="2080914" y="1371608"/>
                              </a:lnTo>
                              <a:lnTo>
                                <a:pt x="2252364" y="1371608"/>
                              </a:lnTo>
                              <a:lnTo>
                                <a:pt x="2252364" y="1200157"/>
                              </a:lnTo>
                              <a:close/>
                              <a:moveTo>
                                <a:pt x="1738014" y="1200157"/>
                              </a:moveTo>
                              <a:lnTo>
                                <a:pt x="1738014" y="1371608"/>
                              </a:lnTo>
                              <a:lnTo>
                                <a:pt x="1909464" y="1371608"/>
                              </a:lnTo>
                              <a:lnTo>
                                <a:pt x="1909464" y="1200157"/>
                              </a:lnTo>
                              <a:close/>
                              <a:moveTo>
                                <a:pt x="3818153" y="1114432"/>
                              </a:moveTo>
                              <a:lnTo>
                                <a:pt x="3944134" y="1114432"/>
                              </a:lnTo>
                              <a:lnTo>
                                <a:pt x="3894502" y="2057407"/>
                              </a:lnTo>
                              <a:lnTo>
                                <a:pt x="3867785" y="2057407"/>
                              </a:lnTo>
                              <a:close/>
                              <a:moveTo>
                                <a:pt x="1566554" y="1028708"/>
                              </a:moveTo>
                              <a:lnTo>
                                <a:pt x="2772190" y="1028708"/>
                              </a:lnTo>
                              <a:cubicBezTo>
                                <a:pt x="2784359" y="1182169"/>
                                <a:pt x="2826535" y="1332880"/>
                                <a:pt x="2899661" y="1468737"/>
                              </a:cubicBezTo>
                              <a:lnTo>
                                <a:pt x="3216354" y="2057407"/>
                              </a:lnTo>
                              <a:lnTo>
                                <a:pt x="3195339" y="2057407"/>
                              </a:lnTo>
                              <a:cubicBezTo>
                                <a:pt x="3083730" y="2057407"/>
                                <a:pt x="2989432" y="2129318"/>
                                <a:pt x="2953918" y="2228857"/>
                              </a:cubicBezTo>
                              <a:lnTo>
                                <a:pt x="1566554" y="2228857"/>
                              </a:lnTo>
                              <a:close/>
                              <a:moveTo>
                                <a:pt x="4215201" y="771532"/>
                              </a:moveTo>
                              <a:lnTo>
                                <a:pt x="4224038" y="771532"/>
                              </a:lnTo>
                              <a:cubicBezTo>
                                <a:pt x="4271339" y="771532"/>
                                <a:pt x="4309763" y="810035"/>
                                <a:pt x="4309763" y="857257"/>
                              </a:cubicBezTo>
                              <a:cubicBezTo>
                                <a:pt x="4309763" y="904479"/>
                                <a:pt x="4271339" y="942982"/>
                                <a:pt x="4224038" y="942982"/>
                              </a:cubicBezTo>
                              <a:lnTo>
                                <a:pt x="4124960" y="942982"/>
                              </a:lnTo>
                              <a:lnTo>
                                <a:pt x="4129623" y="852701"/>
                              </a:lnTo>
                              <a:cubicBezTo>
                                <a:pt x="4131965" y="807203"/>
                                <a:pt x="4169576" y="771532"/>
                                <a:pt x="4215201" y="771532"/>
                              </a:cubicBezTo>
                              <a:close/>
                              <a:moveTo>
                                <a:pt x="3538219" y="771532"/>
                              </a:moveTo>
                              <a:lnTo>
                                <a:pt x="3547056" y="771532"/>
                              </a:lnTo>
                              <a:cubicBezTo>
                                <a:pt x="3592632" y="771532"/>
                                <a:pt x="3630214" y="807203"/>
                                <a:pt x="3632507" y="852819"/>
                              </a:cubicBezTo>
                              <a:lnTo>
                                <a:pt x="3637298" y="942982"/>
                              </a:lnTo>
                              <a:lnTo>
                                <a:pt x="3538219" y="942982"/>
                              </a:lnTo>
                              <a:cubicBezTo>
                                <a:pt x="3490919" y="942982"/>
                                <a:pt x="3452494" y="904479"/>
                                <a:pt x="3452494" y="857257"/>
                              </a:cubicBezTo>
                              <a:cubicBezTo>
                                <a:pt x="3452494" y="810035"/>
                                <a:pt x="3490919" y="771532"/>
                                <a:pt x="3538219" y="771532"/>
                              </a:cubicBezTo>
                              <a:close/>
                              <a:moveTo>
                                <a:pt x="1395153" y="514358"/>
                              </a:moveTo>
                              <a:lnTo>
                                <a:pt x="1395153" y="685808"/>
                              </a:lnTo>
                              <a:lnTo>
                                <a:pt x="2595303" y="685808"/>
                              </a:lnTo>
                              <a:lnTo>
                                <a:pt x="2595303" y="514358"/>
                              </a:lnTo>
                              <a:close/>
                              <a:moveTo>
                                <a:pt x="1395153" y="171458"/>
                              </a:moveTo>
                              <a:lnTo>
                                <a:pt x="1395153" y="342908"/>
                              </a:lnTo>
                              <a:lnTo>
                                <a:pt x="2595303" y="342908"/>
                              </a:lnTo>
                              <a:lnTo>
                                <a:pt x="2595303" y="171458"/>
                              </a:lnTo>
                              <a:close/>
                              <a:moveTo>
                                <a:pt x="1052214" y="121208"/>
                              </a:moveTo>
                              <a:lnTo>
                                <a:pt x="1052214" y="685808"/>
                              </a:lnTo>
                              <a:lnTo>
                                <a:pt x="487614" y="685808"/>
                              </a:lnTo>
                              <a:close/>
                              <a:moveTo>
                                <a:pt x="3882897" y="7"/>
                              </a:moveTo>
                              <a:lnTo>
                                <a:pt x="3978973" y="4875"/>
                              </a:lnTo>
                              <a:cubicBezTo>
                                <a:pt x="4452923" y="53159"/>
                                <a:pt x="4824064" y="454632"/>
                                <a:pt x="4824064" y="941179"/>
                              </a:cubicBezTo>
                              <a:cubicBezTo>
                                <a:pt x="4824064" y="1096445"/>
                                <a:pt x="4785150" y="1250750"/>
                                <a:pt x="4711593" y="1387449"/>
                              </a:cubicBezTo>
                              <a:lnTo>
                                <a:pt x="4350862" y="2057407"/>
                              </a:lnTo>
                              <a:lnTo>
                                <a:pt x="4066245" y="2057407"/>
                              </a:lnTo>
                              <a:lnTo>
                                <a:pt x="4115809" y="1114432"/>
                              </a:lnTo>
                              <a:lnTo>
                                <a:pt x="4223999" y="1114432"/>
                              </a:lnTo>
                              <a:cubicBezTo>
                                <a:pt x="4365793" y="1114432"/>
                                <a:pt x="4481174" y="999051"/>
                                <a:pt x="4481174" y="857257"/>
                              </a:cubicBezTo>
                              <a:cubicBezTo>
                                <a:pt x="4481174" y="715463"/>
                                <a:pt x="4365793" y="600082"/>
                                <a:pt x="4223999" y="600082"/>
                              </a:cubicBezTo>
                              <a:lnTo>
                                <a:pt x="4215152" y="600082"/>
                              </a:lnTo>
                              <a:cubicBezTo>
                                <a:pt x="4078335" y="600082"/>
                                <a:pt x="3965521" y="707155"/>
                                <a:pt x="3958438" y="843708"/>
                              </a:cubicBezTo>
                              <a:lnTo>
                                <a:pt x="3953196" y="942982"/>
                              </a:lnTo>
                              <a:lnTo>
                                <a:pt x="3808992" y="942982"/>
                              </a:lnTo>
                              <a:lnTo>
                                <a:pt x="3803868" y="843786"/>
                              </a:lnTo>
                              <a:cubicBezTo>
                                <a:pt x="3796667" y="707165"/>
                                <a:pt x="3683932" y="600082"/>
                                <a:pt x="3547036" y="600082"/>
                              </a:cubicBezTo>
                              <a:lnTo>
                                <a:pt x="3538189" y="600082"/>
                              </a:lnTo>
                              <a:cubicBezTo>
                                <a:pt x="3396395" y="600082"/>
                                <a:pt x="3281014" y="715463"/>
                                <a:pt x="3281014" y="857257"/>
                              </a:cubicBezTo>
                              <a:cubicBezTo>
                                <a:pt x="3281014" y="999051"/>
                                <a:pt x="3396395" y="1114432"/>
                                <a:pt x="3538189" y="1114432"/>
                              </a:cubicBezTo>
                              <a:lnTo>
                                <a:pt x="3646379" y="1114432"/>
                              </a:lnTo>
                              <a:lnTo>
                                <a:pt x="3695943" y="2057407"/>
                              </a:lnTo>
                              <a:lnTo>
                                <a:pt x="3411404" y="2057407"/>
                              </a:lnTo>
                              <a:lnTo>
                                <a:pt x="3050595" y="1387449"/>
                              </a:lnTo>
                              <a:cubicBezTo>
                                <a:pt x="2977048" y="1250750"/>
                                <a:pt x="2938124" y="1096445"/>
                                <a:pt x="2938124" y="941179"/>
                              </a:cubicBezTo>
                              <a:cubicBezTo>
                                <a:pt x="2938124" y="454641"/>
                                <a:pt x="3309265" y="53160"/>
                                <a:pt x="3786186" y="4875"/>
                              </a:cubicBezTo>
                              <a:close/>
                              <a:moveTo>
                                <a:pt x="3882892" y="7"/>
                              </a:moveTo>
                              <a:lnTo>
                                <a:pt x="3882902" y="7"/>
                              </a:lnTo>
                              <a:lnTo>
                                <a:pt x="3882897" y="7"/>
                              </a:lnTo>
                              <a:close/>
                              <a:moveTo>
                                <a:pt x="1223742" y="0"/>
                              </a:moveTo>
                              <a:lnTo>
                                <a:pt x="3288784" y="0"/>
                              </a:lnTo>
                              <a:cubicBezTo>
                                <a:pt x="2998201" y="183011"/>
                                <a:pt x="2798270" y="496020"/>
                                <a:pt x="2771103" y="857248"/>
                              </a:cubicBezTo>
                              <a:lnTo>
                                <a:pt x="1395192" y="857248"/>
                              </a:lnTo>
                              <a:lnTo>
                                <a:pt x="1395192" y="1885947"/>
                              </a:lnTo>
                              <a:lnTo>
                                <a:pt x="537942" y="1885947"/>
                              </a:lnTo>
                              <a:lnTo>
                                <a:pt x="537942" y="3428997"/>
                              </a:lnTo>
                              <a:lnTo>
                                <a:pt x="2423892" y="3428997"/>
                              </a:lnTo>
                              <a:lnTo>
                                <a:pt x="2423892" y="2400297"/>
                              </a:lnTo>
                              <a:lnTo>
                                <a:pt x="2954006" y="2400297"/>
                              </a:lnTo>
                              <a:cubicBezTo>
                                <a:pt x="2989520" y="2499836"/>
                                <a:pt x="3083818" y="2571747"/>
                                <a:pt x="3195417" y="2571747"/>
                              </a:cubicBezTo>
                              <a:lnTo>
                                <a:pt x="3201423" y="2571786"/>
                              </a:lnTo>
                              <a:cubicBezTo>
                                <a:pt x="3240347" y="2881396"/>
                                <a:pt x="3485932" y="3127089"/>
                                <a:pt x="3795570" y="3165934"/>
                              </a:cubicBezTo>
                              <a:lnTo>
                                <a:pt x="3795570" y="3606120"/>
                              </a:lnTo>
                              <a:cubicBezTo>
                                <a:pt x="3767208" y="3603024"/>
                                <a:pt x="3738737" y="3600457"/>
                                <a:pt x="3709845" y="3600457"/>
                              </a:cubicBezTo>
                              <a:cubicBezTo>
                                <a:pt x="3452749" y="3600457"/>
                                <a:pt x="3211534" y="3730690"/>
                                <a:pt x="3069053" y="3943357"/>
                              </a:cubicBezTo>
                              <a:lnTo>
                                <a:pt x="1093002" y="3943357"/>
                              </a:lnTo>
                              <a:lnTo>
                                <a:pt x="1035091" y="3867574"/>
                              </a:lnTo>
                              <a:cubicBezTo>
                                <a:pt x="889918" y="3700176"/>
                                <a:pt x="677177" y="3600467"/>
                                <a:pt x="452217" y="3600467"/>
                              </a:cubicBezTo>
                              <a:cubicBezTo>
                                <a:pt x="423325" y="3600467"/>
                                <a:pt x="394845" y="3603034"/>
                                <a:pt x="366492" y="3606130"/>
                              </a:cubicBezTo>
                              <a:lnTo>
                                <a:pt x="366492" y="857248"/>
                              </a:lnTo>
                              <a:lnTo>
                                <a:pt x="1223742" y="85724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B52372"/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4EF55AE-CE09-30D2-8FD2-30696B9408FC}"/>
                  </a:ext>
                </a:extLst>
              </p:cNvPr>
              <p:cNvGrpSpPr/>
              <p:nvPr/>
            </p:nvGrpSpPr>
            <p:grpSpPr>
              <a:xfrm>
                <a:off x="5014294" y="959343"/>
                <a:ext cx="2223697" cy="5636719"/>
                <a:chOff x="5014294" y="959343"/>
                <a:chExt cx="2223697" cy="5636719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8809FE4E-F566-4AE5-6773-BDF3A0A5FE29}"/>
                    </a:ext>
                  </a:extLst>
                </p:cNvPr>
                <p:cNvGrpSpPr/>
                <p:nvPr/>
              </p:nvGrpSpPr>
              <p:grpSpPr>
                <a:xfrm>
                  <a:off x="5859756" y="1922690"/>
                  <a:ext cx="481126" cy="4386903"/>
                  <a:chOff x="6048539" y="1902667"/>
                  <a:chExt cx="481126" cy="4386903"/>
                </a:xfrm>
              </p:grpSpPr>
              <p:cxnSp>
                <p:nvCxnSpPr>
                  <p:cNvPr id="111" name="Straight Connector 110">
                    <a:extLst>
                      <a:ext uri="{FF2B5EF4-FFF2-40B4-BE49-F238E27FC236}">
                        <a16:creationId xmlns:a16="http://schemas.microsoft.com/office/drawing/2014/main" id="{4CF87159-D86C-87C0-01E6-73F3FDF33E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6044441" y="6038922"/>
                    <a:ext cx="501296" cy="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15673775-3F41-696C-3BBC-630CC6A2D566}"/>
                      </a:ext>
                    </a:extLst>
                  </p:cNvPr>
                  <p:cNvGrpSpPr/>
                  <p:nvPr/>
                </p:nvGrpSpPr>
                <p:grpSpPr>
                  <a:xfrm>
                    <a:off x="6048539" y="4431522"/>
                    <a:ext cx="481126" cy="752996"/>
                    <a:chOff x="5786581" y="4614264"/>
                    <a:chExt cx="481126" cy="542232"/>
                  </a:xfrm>
                </p:grpSpPr>
                <p:cxnSp>
                  <p:nvCxnSpPr>
                    <p:cNvPr id="115" name="Straight Connector 114">
                      <a:extLst>
                        <a:ext uri="{FF2B5EF4-FFF2-40B4-BE49-F238E27FC236}">
                          <a16:creationId xmlns:a16="http://schemas.microsoft.com/office/drawing/2014/main" id="{7BA82AEE-DFAA-B423-4DA8-386CCACABD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86581" y="4623735"/>
                      <a:ext cx="0" cy="532761"/>
                    </a:xfrm>
                    <a:prstGeom prst="line">
                      <a:avLst/>
                    </a:prstGeom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Straight Connector 115">
                      <a:extLst>
                        <a:ext uri="{FF2B5EF4-FFF2-40B4-BE49-F238E27FC236}">
                          <a16:creationId xmlns:a16="http://schemas.microsoft.com/office/drawing/2014/main" id="{3A13B9B3-6A93-C279-8D37-29BFBAAB735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267703" y="4614264"/>
                      <a:ext cx="4" cy="538635"/>
                    </a:xfrm>
                    <a:prstGeom prst="line">
                      <a:avLst/>
                    </a:prstGeom>
                    <a:ln w="63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0A0CBA3C-EA38-7F3D-4ED1-5D8FE58A97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295090" y="2437078"/>
                    <a:ext cx="1" cy="477388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863C2CBA-F278-BE1F-33AC-7D564F7172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95090" y="1902667"/>
                    <a:ext cx="0" cy="15367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A660E953-BF73-4A14-04EA-3E189C0580C8}"/>
                    </a:ext>
                  </a:extLst>
                </p:cNvPr>
                <p:cNvGrpSpPr/>
                <p:nvPr/>
              </p:nvGrpSpPr>
              <p:grpSpPr>
                <a:xfrm>
                  <a:off x="5014294" y="959343"/>
                  <a:ext cx="2223697" cy="5636719"/>
                  <a:chOff x="5014294" y="959343"/>
                  <a:chExt cx="2223697" cy="5636719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B7F06927-C779-8397-EC5D-DCD4F5748966}"/>
                      </a:ext>
                    </a:extLst>
                  </p:cNvPr>
                  <p:cNvGrpSpPr/>
                  <p:nvPr/>
                </p:nvGrpSpPr>
                <p:grpSpPr>
                  <a:xfrm>
                    <a:off x="5032244" y="959343"/>
                    <a:ext cx="2148124" cy="1003263"/>
                    <a:chOff x="5030439" y="983255"/>
                    <a:chExt cx="2148124" cy="1003263"/>
                  </a:xfrm>
                </p:grpSpPr>
                <p:grpSp>
                  <p:nvGrpSpPr>
                    <p:cNvPr id="93" name="Group 92">
                      <a:extLst>
                        <a:ext uri="{FF2B5EF4-FFF2-40B4-BE49-F238E27FC236}">
                          <a16:creationId xmlns:a16="http://schemas.microsoft.com/office/drawing/2014/main" id="{A81A6CA4-0230-F534-8AB5-0ABCD28394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30439" y="1267148"/>
                      <a:ext cx="2148124" cy="719370"/>
                      <a:chOff x="4958932" y="1324298"/>
                      <a:chExt cx="2148124" cy="719370"/>
                    </a:xfrm>
                  </p:grpSpPr>
                  <p:sp>
                    <p:nvSpPr>
                      <p:cNvPr id="108" name="Google Shape;83409;p3921">
                        <a:extLst>
                          <a:ext uri="{FF2B5EF4-FFF2-40B4-BE49-F238E27FC236}">
                            <a16:creationId xmlns:a16="http://schemas.microsoft.com/office/drawing/2014/main" id="{4A03882F-8DC7-720B-E775-A728B610D3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80097" y="1324298"/>
                        <a:ext cx="2105795" cy="719370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09" name="Google Shape;83415;p3921">
                        <a:extLst>
                          <a:ext uri="{FF2B5EF4-FFF2-40B4-BE49-F238E27FC236}">
                            <a16:creationId xmlns:a16="http://schemas.microsoft.com/office/drawing/2014/main" id="{EA81C8B7-DD5F-1D80-9583-71976C00BA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58932" y="1974335"/>
                        <a:ext cx="2148124" cy="41064"/>
                      </a:xfrm>
                      <a:prstGeom prst="roundRect">
                        <a:avLst>
                          <a:gd name="adj" fmla="val 0"/>
                        </a:avLst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400"/>
                          <a:buFont typeface="Calibri"/>
                          <a:buNone/>
                          <a:tabLst/>
                          <a:defRPr/>
                        </a:pPr>
                        <a:endParaRPr kumimoji="0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10" name="TextBox 109">
                        <a:extLst>
                          <a:ext uri="{FF2B5EF4-FFF2-40B4-BE49-F238E27FC236}">
                            <a16:creationId xmlns:a16="http://schemas.microsoft.com/office/drawing/2014/main" id="{0AC28ADB-7AC7-7BE8-91F4-1BA52FBA11B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07536" y="1467286"/>
                        <a:ext cx="2050914" cy="4333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rPr>
                          <a:t>End Goal in Customer Value Terms</a:t>
                        </a:r>
                      </a:p>
                    </p:txBody>
                  </p:sp>
                </p:grpSp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id="{4130CC31-F78D-7936-B000-E187B47E7B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56422" y="983255"/>
                      <a:ext cx="896159" cy="372147"/>
                      <a:chOff x="5656422" y="983255"/>
                      <a:chExt cx="896159" cy="372147"/>
                    </a:xfrm>
                  </p:grpSpPr>
                  <p:grpSp>
                    <p:nvGrpSpPr>
                      <p:cNvPr id="96" name="Google Shape;83411;p3921">
                        <a:extLst>
                          <a:ext uri="{FF2B5EF4-FFF2-40B4-BE49-F238E27FC236}">
                            <a16:creationId xmlns:a16="http://schemas.microsoft.com/office/drawing/2014/main" id="{E6C662B9-F394-E111-EC46-69612338B91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6422" y="1214313"/>
                        <a:ext cx="896159" cy="35903"/>
                        <a:chOff x="863283" y="2322123"/>
                        <a:chExt cx="1194878" cy="47871"/>
                      </a:xfrm>
                    </p:grpSpPr>
                    <p:sp>
                      <p:nvSpPr>
                        <p:cNvPr id="105" name="Google Shape;83412;p3921">
                          <a:extLst>
                            <a:ext uri="{FF2B5EF4-FFF2-40B4-BE49-F238E27FC236}">
                              <a16:creationId xmlns:a16="http://schemas.microsoft.com/office/drawing/2014/main" id="{818B2CA5-7C72-5583-2004-C9CAC0AADB5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1176" y="2328812"/>
                          <a:ext cx="1039091" cy="34480"/>
                        </a:xfrm>
                        <a:prstGeom prst="roundRect">
                          <a:avLst>
                            <a:gd name="adj" fmla="val 0"/>
                          </a:avLst>
                        </a:prstGeom>
                        <a:solidFill>
                          <a:srgbClr val="B52372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6" name="Google Shape;83413;p3921">
                          <a:extLst>
                            <a:ext uri="{FF2B5EF4-FFF2-40B4-BE49-F238E27FC236}">
                              <a16:creationId xmlns:a16="http://schemas.microsoft.com/office/drawing/2014/main" id="{7010D282-79B1-2DB4-9784-51FA0190A0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63283" y="2322123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7" name="Google Shape;83414;p3921">
                          <a:extLst>
                            <a:ext uri="{FF2B5EF4-FFF2-40B4-BE49-F238E27FC236}">
                              <a16:creationId xmlns:a16="http://schemas.microsoft.com/office/drawing/2014/main" id="{487A78C4-89B3-7D88-0C95-FCC561F8C3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10298" y="2322131"/>
                          <a:ext cx="47863" cy="4786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9525" cap="flat" cmpd="sng">
                          <a:noFill/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97" name="Group 96">
                        <a:extLst>
                          <a:ext uri="{FF2B5EF4-FFF2-40B4-BE49-F238E27FC236}">
                            <a16:creationId xmlns:a16="http://schemas.microsoft.com/office/drawing/2014/main" id="{D53168B8-1393-33B3-939C-E83DA84DF3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18428" y="983255"/>
                        <a:ext cx="372147" cy="372147"/>
                        <a:chOff x="5918428" y="983255"/>
                        <a:chExt cx="372147" cy="372147"/>
                      </a:xfrm>
                    </p:grpSpPr>
                    <p:sp>
                      <p:nvSpPr>
                        <p:cNvPr id="103" name="Google Shape;83463;p3921">
                          <a:extLst>
                            <a:ext uri="{FF2B5EF4-FFF2-40B4-BE49-F238E27FC236}">
                              <a16:creationId xmlns:a16="http://schemas.microsoft.com/office/drawing/2014/main" id="{93861B16-5280-E6D1-BCF3-47B8AD26D9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18428" y="983255"/>
                          <a:ext cx="372147" cy="372147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 w="9525" cap="flat" cmpd="sng">
                          <a:solidFill>
                            <a:srgbClr val="B52372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68575" tIns="34275" rIns="68575" bIns="34275" anchor="ctr" anchorCtr="0">
                          <a:noAutofit/>
                        </a:bodyPr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1400"/>
                            <a:buFont typeface="Calibri"/>
                            <a:buNone/>
                            <a:tabLst/>
                            <a:defRPr/>
                          </a:pPr>
                          <a:endParaRPr kumimoji="0" sz="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4" name="Freeform: Shape 209">
                          <a:extLst>
                            <a:ext uri="{FF2B5EF4-FFF2-40B4-BE49-F238E27FC236}">
                              <a16:creationId xmlns:a16="http://schemas.microsoft.com/office/drawing/2014/main" id="{BCD0CD5F-8C77-5B68-3C06-9C0F018505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99648" y="1056674"/>
                          <a:ext cx="225228" cy="225308"/>
                        </a:xfrm>
                        <a:custGeom>
                          <a:avLst/>
                          <a:gdLst>
                            <a:gd name="connsiteX0" fmla="*/ 4210812 w 4827070"/>
                            <a:gd name="connsiteY0" fmla="*/ 735 h 4828767"/>
                            <a:gd name="connsiteX1" fmla="*/ 4150805 w 4827070"/>
                            <a:gd name="connsiteY1" fmla="*/ 28175 h 4828767"/>
                            <a:gd name="connsiteX2" fmla="*/ 3657048 w 4827070"/>
                            <a:gd name="connsiteY2" fmla="*/ 467097 h 4828767"/>
                            <a:gd name="connsiteX3" fmla="*/ 3621034 w 4827070"/>
                            <a:gd name="connsiteY3" fmla="*/ 549377 h 4828767"/>
                            <a:gd name="connsiteX4" fmla="*/ 3621034 w 4827070"/>
                            <a:gd name="connsiteY4" fmla="*/ 1051704 h 4828767"/>
                            <a:gd name="connsiteX5" fmla="*/ 1843048 w 4827070"/>
                            <a:gd name="connsiteY5" fmla="*/ 2829690 h 4828767"/>
                            <a:gd name="connsiteX6" fmla="*/ 1840560 w 4827070"/>
                            <a:gd name="connsiteY6" fmla="*/ 2986444 h 4828767"/>
                            <a:gd name="connsiteX7" fmla="*/ 1997314 w 4827070"/>
                            <a:gd name="connsiteY7" fmla="*/ 2985719 h 4828767"/>
                            <a:gd name="connsiteX8" fmla="*/ 3775300 w 4827070"/>
                            <a:gd name="connsiteY8" fmla="*/ 1207734 h 4828767"/>
                            <a:gd name="connsiteX9" fmla="*/ 4279353 w 4827070"/>
                            <a:gd name="connsiteY9" fmla="*/ 1207734 h 4828767"/>
                            <a:gd name="connsiteX10" fmla="*/ 4361639 w 4827070"/>
                            <a:gd name="connsiteY10" fmla="*/ 1169995 h 4828767"/>
                            <a:gd name="connsiteX11" fmla="*/ 4800561 w 4827070"/>
                            <a:gd name="connsiteY11" fmla="*/ 676239 h 4828767"/>
                            <a:gd name="connsiteX12" fmla="*/ 4817706 w 4827070"/>
                            <a:gd name="connsiteY12" fmla="*/ 558981 h 4828767"/>
                            <a:gd name="connsiteX13" fmla="*/ 4718246 w 4827070"/>
                            <a:gd name="connsiteY13" fmla="*/ 494496 h 4828767"/>
                            <a:gd name="connsiteX14" fmla="*/ 4334207 w 4827070"/>
                            <a:gd name="connsiteY14" fmla="*/ 494496 h 4828767"/>
                            <a:gd name="connsiteX15" fmla="*/ 4334207 w 4827070"/>
                            <a:gd name="connsiteY15" fmla="*/ 110458 h 4828767"/>
                            <a:gd name="connsiteX16" fmla="*/ 4210744 w 4827070"/>
                            <a:gd name="connsiteY16" fmla="*/ 739 h 4828767"/>
                            <a:gd name="connsiteX17" fmla="*/ 1920240 w 4827070"/>
                            <a:gd name="connsiteY17" fmla="*/ 988287 h 4828767"/>
                            <a:gd name="connsiteX18" fmla="*/ 0 w 4827070"/>
                            <a:gd name="connsiteY18" fmla="*/ 2908528 h 4828767"/>
                            <a:gd name="connsiteX19" fmla="*/ 1920240 w 4827070"/>
                            <a:gd name="connsiteY19" fmla="*/ 4828768 h 4828767"/>
                            <a:gd name="connsiteX20" fmla="*/ 3840480 w 4827070"/>
                            <a:gd name="connsiteY20" fmla="*/ 2908528 h 4828767"/>
                            <a:gd name="connsiteX21" fmla="*/ 3387862 w 4827070"/>
                            <a:gd name="connsiteY21" fmla="*/ 1672324 h 4828767"/>
                            <a:gd name="connsiteX22" fmla="*/ 2919823 w 4827070"/>
                            <a:gd name="connsiteY22" fmla="*/ 2140363 h 4828767"/>
                            <a:gd name="connsiteX23" fmla="*/ 3182122 w 4827070"/>
                            <a:gd name="connsiteY23" fmla="*/ 2908439 h 4828767"/>
                            <a:gd name="connsiteX24" fmla="*/ 1920250 w 4827070"/>
                            <a:gd name="connsiteY24" fmla="*/ 4170311 h 4828767"/>
                            <a:gd name="connsiteX25" fmla="*/ 658378 w 4827070"/>
                            <a:gd name="connsiteY25" fmla="*/ 2908439 h 4828767"/>
                            <a:gd name="connsiteX26" fmla="*/ 1920250 w 4827070"/>
                            <a:gd name="connsiteY26" fmla="*/ 1646567 h 4828767"/>
                            <a:gd name="connsiteX27" fmla="*/ 2688326 w 4827070"/>
                            <a:gd name="connsiteY27" fmla="*/ 1907191 h 4828767"/>
                            <a:gd name="connsiteX28" fmla="*/ 3154690 w 4827070"/>
                            <a:gd name="connsiteY28" fmla="*/ 1439152 h 4828767"/>
                            <a:gd name="connsiteX29" fmla="*/ 1920250 w 4827070"/>
                            <a:gd name="connsiteY29" fmla="*/ 988258 h 4828767"/>
                            <a:gd name="connsiteX30" fmla="*/ 1920240 w 4827070"/>
                            <a:gd name="connsiteY30" fmla="*/ 1866131 h 4828767"/>
                            <a:gd name="connsiteX31" fmla="*/ 877824 w 4827070"/>
                            <a:gd name="connsiteY31" fmla="*/ 2908547 h 4828767"/>
                            <a:gd name="connsiteX32" fmla="*/ 1920240 w 4827070"/>
                            <a:gd name="connsiteY32" fmla="*/ 3950963 h 4828767"/>
                            <a:gd name="connsiteX33" fmla="*/ 2962656 w 4827070"/>
                            <a:gd name="connsiteY33" fmla="*/ 2908547 h 4828767"/>
                            <a:gd name="connsiteX34" fmla="*/ 2763764 w 4827070"/>
                            <a:gd name="connsiteY34" fmla="*/ 2296451 h 4828767"/>
                            <a:gd name="connsiteX35" fmla="*/ 2324842 w 4827070"/>
                            <a:gd name="connsiteY35" fmla="*/ 2737097 h 4828767"/>
                            <a:gd name="connsiteX36" fmla="*/ 2359132 w 4827070"/>
                            <a:gd name="connsiteY36" fmla="*/ 2908547 h 4828767"/>
                            <a:gd name="connsiteX37" fmla="*/ 1920211 w 4827070"/>
                            <a:gd name="connsiteY37" fmla="*/ 3347469 h 4828767"/>
                            <a:gd name="connsiteX38" fmla="*/ 1481289 w 4827070"/>
                            <a:gd name="connsiteY38" fmla="*/ 2908547 h 4828767"/>
                            <a:gd name="connsiteX39" fmla="*/ 1920211 w 4827070"/>
                            <a:gd name="connsiteY39" fmla="*/ 2469625 h 4828767"/>
                            <a:gd name="connsiteX40" fmla="*/ 2089936 w 4827070"/>
                            <a:gd name="connsiteY40" fmla="*/ 2503915 h 4828767"/>
                            <a:gd name="connsiteX41" fmla="*/ 2530582 w 4827070"/>
                            <a:gd name="connsiteY41" fmla="*/ 2064994 h 4828767"/>
                            <a:gd name="connsiteX42" fmla="*/ 1920211 w 4827070"/>
                            <a:gd name="connsiteY42" fmla="*/ 1866102 h 48287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  <a:cxn ang="0">
                              <a:pos x="connsiteX17" y="connsiteY17"/>
                            </a:cxn>
                            <a:cxn ang="0">
                              <a:pos x="connsiteX18" y="connsiteY18"/>
                            </a:cxn>
                            <a:cxn ang="0">
                              <a:pos x="connsiteX19" y="connsiteY19"/>
                            </a:cxn>
                            <a:cxn ang="0">
                              <a:pos x="connsiteX20" y="connsiteY20"/>
                            </a:cxn>
                            <a:cxn ang="0">
                              <a:pos x="connsiteX21" y="connsiteY21"/>
                            </a:cxn>
                            <a:cxn ang="0">
                              <a:pos x="connsiteX22" y="connsiteY22"/>
                            </a:cxn>
                            <a:cxn ang="0">
                              <a:pos x="connsiteX23" y="connsiteY23"/>
                            </a:cxn>
                            <a:cxn ang="0">
                              <a:pos x="connsiteX24" y="connsiteY24"/>
                            </a:cxn>
                            <a:cxn ang="0">
                              <a:pos x="connsiteX25" y="connsiteY25"/>
                            </a:cxn>
                            <a:cxn ang="0">
                              <a:pos x="connsiteX26" y="connsiteY26"/>
                            </a:cxn>
                            <a:cxn ang="0">
                              <a:pos x="connsiteX27" y="connsiteY27"/>
                            </a:cxn>
                            <a:cxn ang="0">
                              <a:pos x="connsiteX28" y="connsiteY28"/>
                            </a:cxn>
                            <a:cxn ang="0">
                              <a:pos x="connsiteX29" y="connsiteY29"/>
                            </a:cxn>
                            <a:cxn ang="0">
                              <a:pos x="connsiteX30" y="connsiteY30"/>
                            </a:cxn>
                            <a:cxn ang="0">
                              <a:pos x="connsiteX31" y="connsiteY31"/>
                            </a:cxn>
                            <a:cxn ang="0">
                              <a:pos x="connsiteX32" y="connsiteY32"/>
                            </a:cxn>
                            <a:cxn ang="0">
                              <a:pos x="connsiteX33" y="connsiteY33"/>
                            </a:cxn>
                            <a:cxn ang="0">
                              <a:pos x="connsiteX34" y="connsiteY34"/>
                            </a:cxn>
                            <a:cxn ang="0">
                              <a:pos x="connsiteX35" y="connsiteY35"/>
                            </a:cxn>
                            <a:cxn ang="0">
                              <a:pos x="connsiteX36" y="connsiteY36"/>
                            </a:cxn>
                            <a:cxn ang="0">
                              <a:pos x="connsiteX37" y="connsiteY37"/>
                            </a:cxn>
                            <a:cxn ang="0">
                              <a:pos x="connsiteX38" y="connsiteY38"/>
                            </a:cxn>
                            <a:cxn ang="0">
                              <a:pos x="connsiteX39" y="connsiteY39"/>
                            </a:cxn>
                            <a:cxn ang="0">
                              <a:pos x="connsiteX40" y="connsiteY40"/>
                            </a:cxn>
                            <a:cxn ang="0">
                              <a:pos x="connsiteX41" y="connsiteY41"/>
                            </a:cxn>
                            <a:cxn ang="0">
                              <a:pos x="connsiteX42" y="connsiteY42"/>
                            </a:cxn>
                          </a:cxnLst>
                          <a:rect l="l" t="t" r="r" b="b"/>
                          <a:pathLst>
                            <a:path w="4827070" h="4828767">
                              <a:moveTo>
                                <a:pt x="4210812" y="735"/>
                              </a:moveTo>
                              <a:cubicBezTo>
                                <a:pt x="4188651" y="3491"/>
                                <a:pt x="4167371" y="13211"/>
                                <a:pt x="4150805" y="28175"/>
                              </a:cubicBezTo>
                              <a:lnTo>
                                <a:pt x="3657048" y="467097"/>
                              </a:lnTo>
                              <a:cubicBezTo>
                                <a:pt x="3634201" y="487840"/>
                                <a:pt x="3620769" y="518532"/>
                                <a:pt x="3621034" y="549377"/>
                              </a:cubicBezTo>
                              <a:lnTo>
                                <a:pt x="3621034" y="1051704"/>
                              </a:lnTo>
                              <a:lnTo>
                                <a:pt x="1843048" y="2829690"/>
                              </a:lnTo>
                              <a:cubicBezTo>
                                <a:pt x="1800842" y="2869760"/>
                                <a:pt x="1799647" y="2945071"/>
                                <a:pt x="1840560" y="2986444"/>
                              </a:cubicBezTo>
                              <a:cubicBezTo>
                                <a:pt x="1881473" y="3027818"/>
                                <a:pt x="1956783" y="3027475"/>
                                <a:pt x="1997314" y="2985719"/>
                              </a:cubicBezTo>
                              <a:lnTo>
                                <a:pt x="3775300" y="1207734"/>
                              </a:lnTo>
                              <a:lnTo>
                                <a:pt x="4279353" y="1207734"/>
                              </a:lnTo>
                              <a:cubicBezTo>
                                <a:pt x="4310469" y="1207577"/>
                                <a:pt x="4341242" y="1193498"/>
                                <a:pt x="4361639" y="1169995"/>
                              </a:cubicBezTo>
                              <a:lnTo>
                                <a:pt x="4800561" y="676239"/>
                              </a:lnTo>
                              <a:cubicBezTo>
                                <a:pt x="4827925" y="644747"/>
                                <a:pt x="4834929" y="596986"/>
                                <a:pt x="4817706" y="558981"/>
                              </a:cubicBezTo>
                              <a:cubicBezTo>
                                <a:pt x="4800483" y="520978"/>
                                <a:pt x="4759991" y="494725"/>
                                <a:pt x="4718246" y="494496"/>
                              </a:cubicBezTo>
                              <a:lnTo>
                                <a:pt x="4334207" y="494496"/>
                              </a:lnTo>
                              <a:lnTo>
                                <a:pt x="4334207" y="110458"/>
                              </a:lnTo>
                              <a:cubicBezTo>
                                <a:pt x="4334736" y="48154"/>
                                <a:pt x="4272593" y="-7069"/>
                                <a:pt x="4210744" y="739"/>
                              </a:cubicBezTo>
                              <a:close/>
                              <a:moveTo>
                                <a:pt x="1920240" y="988287"/>
                              </a:moveTo>
                              <a:cubicBezTo>
                                <a:pt x="859699" y="988287"/>
                                <a:pt x="0" y="1848026"/>
                                <a:pt x="0" y="2908528"/>
                              </a:cubicBezTo>
                              <a:cubicBezTo>
                                <a:pt x="0" y="3969029"/>
                                <a:pt x="859739" y="4828768"/>
                                <a:pt x="1920240" y="4828768"/>
                              </a:cubicBezTo>
                              <a:cubicBezTo>
                                <a:pt x="2980781" y="4828768"/>
                                <a:pt x="3840480" y="3969029"/>
                                <a:pt x="3840480" y="2908528"/>
                              </a:cubicBezTo>
                              <a:cubicBezTo>
                                <a:pt x="3840480" y="2437158"/>
                                <a:pt x="3669677" y="2006544"/>
                                <a:pt x="3387862" y="1672324"/>
                              </a:cubicBezTo>
                              <a:lnTo>
                                <a:pt x="2919823" y="2140363"/>
                              </a:lnTo>
                              <a:cubicBezTo>
                                <a:pt x="3084043" y="2353412"/>
                                <a:pt x="3182122" y="2619394"/>
                                <a:pt x="3182122" y="2908439"/>
                              </a:cubicBezTo>
                              <a:cubicBezTo>
                                <a:pt x="3182122" y="3604037"/>
                                <a:pt x="2615876" y="4170311"/>
                                <a:pt x="1920250" y="4170311"/>
                              </a:cubicBezTo>
                              <a:cubicBezTo>
                                <a:pt x="1224653" y="4170311"/>
                                <a:pt x="658378" y="3604027"/>
                                <a:pt x="658378" y="2908439"/>
                              </a:cubicBezTo>
                              <a:cubicBezTo>
                                <a:pt x="658378" y="2212803"/>
                                <a:pt x="1224623" y="1646567"/>
                                <a:pt x="1920250" y="1646567"/>
                              </a:cubicBezTo>
                              <a:cubicBezTo>
                                <a:pt x="2208962" y="1646567"/>
                                <a:pt x="2475434" y="1743353"/>
                                <a:pt x="2688326" y="1907191"/>
                              </a:cubicBezTo>
                              <a:lnTo>
                                <a:pt x="3154690" y="1439152"/>
                              </a:lnTo>
                              <a:cubicBezTo>
                                <a:pt x="2820784" y="1158248"/>
                                <a:pt x="2390738" y="988258"/>
                                <a:pt x="1920250" y="988258"/>
                              </a:cubicBezTo>
                              <a:close/>
                              <a:moveTo>
                                <a:pt x="1920240" y="1866131"/>
                              </a:moveTo>
                              <a:cubicBezTo>
                                <a:pt x="1343237" y="1866131"/>
                                <a:pt x="877824" y="2331535"/>
                                <a:pt x="877824" y="2908547"/>
                              </a:cubicBezTo>
                              <a:cubicBezTo>
                                <a:pt x="877824" y="3485560"/>
                                <a:pt x="1343228" y="3950963"/>
                                <a:pt x="1920240" y="3950963"/>
                              </a:cubicBezTo>
                              <a:cubicBezTo>
                                <a:pt x="2497253" y="3950963"/>
                                <a:pt x="2962656" y="3485560"/>
                                <a:pt x="2962656" y="2908547"/>
                              </a:cubicBezTo>
                              <a:cubicBezTo>
                                <a:pt x="2962656" y="2679343"/>
                                <a:pt x="2888453" y="2468283"/>
                                <a:pt x="2763764" y="2296451"/>
                              </a:cubicBezTo>
                              <a:cubicBezTo>
                                <a:pt x="2618453" y="2443830"/>
                                <a:pt x="2467704" y="2588837"/>
                                <a:pt x="2324842" y="2737097"/>
                              </a:cubicBezTo>
                              <a:cubicBezTo>
                                <a:pt x="2347043" y="2789600"/>
                                <a:pt x="2359132" y="2847922"/>
                                <a:pt x="2359132" y="2908547"/>
                              </a:cubicBezTo>
                              <a:cubicBezTo>
                                <a:pt x="2359132" y="3150948"/>
                                <a:pt x="2162612" y="3347469"/>
                                <a:pt x="1920211" y="3347469"/>
                              </a:cubicBezTo>
                              <a:cubicBezTo>
                                <a:pt x="1677810" y="3347469"/>
                                <a:pt x="1481289" y="3150948"/>
                                <a:pt x="1481289" y="2908547"/>
                              </a:cubicBezTo>
                              <a:cubicBezTo>
                                <a:pt x="1481289" y="2666146"/>
                                <a:pt x="1677810" y="2469625"/>
                                <a:pt x="1920211" y="2469625"/>
                              </a:cubicBezTo>
                              <a:cubicBezTo>
                                <a:pt x="1980257" y="2469625"/>
                                <a:pt x="2037816" y="2482097"/>
                                <a:pt x="2089936" y="2503915"/>
                              </a:cubicBezTo>
                              <a:cubicBezTo>
                                <a:pt x="2237237" y="2360093"/>
                                <a:pt x="2384194" y="2211382"/>
                                <a:pt x="2530582" y="2064994"/>
                              </a:cubicBezTo>
                              <a:cubicBezTo>
                                <a:pt x="2358976" y="1940805"/>
                                <a:pt x="2148915" y="1866102"/>
                                <a:pt x="1920211" y="186610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52372"/>
                        </a:solidFill>
                        <a:ln w="979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en-US" sz="1000" dirty="0">
                            <a:latin typeface="Franklin Gothic Book" panose="020B0503020102020204" pitchFamily="34" charset="0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C957DEC1-B13B-B274-5E7D-49A172B45431}"/>
                      </a:ext>
                    </a:extLst>
                  </p:cNvPr>
                  <p:cNvGrpSpPr/>
                  <p:nvPr/>
                </p:nvGrpSpPr>
                <p:grpSpPr>
                  <a:xfrm>
                    <a:off x="5014294" y="2076360"/>
                    <a:ext cx="2223697" cy="4519702"/>
                    <a:chOff x="5014294" y="2076360"/>
                    <a:chExt cx="2223697" cy="4519702"/>
                  </a:xfrm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24F86541-5AA6-A762-CAAC-559DF9AA60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53409" y="2076360"/>
                      <a:ext cx="2105795" cy="391885"/>
                      <a:chOff x="4982298" y="2148220"/>
                      <a:chExt cx="2105795" cy="391885"/>
                    </a:xfrm>
                  </p:grpSpPr>
                  <p:sp>
                    <p:nvSpPr>
                      <p:cNvPr id="89" name="Rectangle 88">
                        <a:extLst>
                          <a:ext uri="{FF2B5EF4-FFF2-40B4-BE49-F238E27FC236}">
                            <a16:creationId xmlns:a16="http://schemas.microsoft.com/office/drawing/2014/main" id="{5E182D28-B130-6314-916D-3738E01DDF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82298" y="2148220"/>
                        <a:ext cx="2105795" cy="39188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91" name="TextBox 90">
                        <a:extLst>
                          <a:ext uri="{FF2B5EF4-FFF2-40B4-BE49-F238E27FC236}">
                            <a16:creationId xmlns:a16="http://schemas.microsoft.com/office/drawing/2014/main" id="{7C4B91CA-7AFE-3056-9FA9-EF773577EB4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89926" y="2201943"/>
                        <a:ext cx="1890543" cy="2844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Future Customer Centric </a:t>
                        </a:r>
                      </a:p>
                    </p:txBody>
                  </p:sp>
                </p:grpSp>
                <p:grpSp>
                  <p:nvGrpSpPr>
                    <p:cNvPr id="44" name="Group 43">
                      <a:extLst>
                        <a:ext uri="{FF2B5EF4-FFF2-40B4-BE49-F238E27FC236}">
                          <a16:creationId xmlns:a16="http://schemas.microsoft.com/office/drawing/2014/main" id="{5F052501-021A-25B9-4074-8D5B82B1A5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14294" y="5207449"/>
                      <a:ext cx="2144910" cy="599034"/>
                      <a:chOff x="5012489" y="5109173"/>
                      <a:chExt cx="2144910" cy="599034"/>
                    </a:xfrm>
                  </p:grpSpPr>
                  <p:sp>
                    <p:nvSpPr>
                      <p:cNvPr id="81" name="Rectangle 80">
                        <a:extLst>
                          <a:ext uri="{FF2B5EF4-FFF2-40B4-BE49-F238E27FC236}">
                            <a16:creationId xmlns:a16="http://schemas.microsoft.com/office/drawing/2014/main" id="{93107617-FDC1-5CD5-BA6D-6509E17006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51604" y="5135951"/>
                        <a:ext cx="2105795" cy="572256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83" name="TextBox 82">
                        <a:extLst>
                          <a:ext uri="{FF2B5EF4-FFF2-40B4-BE49-F238E27FC236}">
                            <a16:creationId xmlns:a16="http://schemas.microsoft.com/office/drawing/2014/main" id="{3A2A8F25-1191-095E-E571-BB02377E85D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12489" y="5109173"/>
                        <a:ext cx="2143492" cy="56887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anchor="ctr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Organizational Vision, Strategy, and operational constraints</a:t>
                        </a:r>
                        <a:endParaRPr kumimoji="0" lang="en-US" sz="6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45" name="Group 44">
                      <a:extLst>
                        <a:ext uri="{FF2B5EF4-FFF2-40B4-BE49-F238E27FC236}">
                          <a16:creationId xmlns:a16="http://schemas.microsoft.com/office/drawing/2014/main" id="{EFE2EE95-870E-13C3-94F4-73A8955F5C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53409" y="6122002"/>
                      <a:ext cx="2116162" cy="474060"/>
                      <a:chOff x="5113749" y="6145914"/>
                      <a:chExt cx="2116162" cy="474060"/>
                    </a:xfrm>
                  </p:grpSpPr>
                  <p:sp>
                    <p:nvSpPr>
                      <p:cNvPr id="75" name="Rectangle 74">
                        <a:extLst>
                          <a:ext uri="{FF2B5EF4-FFF2-40B4-BE49-F238E27FC236}">
                            <a16:creationId xmlns:a16="http://schemas.microsoft.com/office/drawing/2014/main" id="{BAB39F01-8F34-2794-3891-3CF8FED56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13749" y="6169559"/>
                        <a:ext cx="2105795" cy="391885"/>
                      </a:xfrm>
                      <a:prstGeom prst="rect">
                        <a:avLst/>
                      </a:prstGeom>
                      <a:solidFill>
                        <a:srgbClr val="B52372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77" name="TextBox 76">
                        <a:extLst>
                          <a:ext uri="{FF2B5EF4-FFF2-40B4-BE49-F238E27FC236}">
                            <a16:creationId xmlns:a16="http://schemas.microsoft.com/office/drawing/2014/main" id="{D9AD1ADF-9B98-D005-38E6-699C6F59A59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173785" y="6145914"/>
                        <a:ext cx="2056126" cy="4740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7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LnTx/>
                            <a:uFillTx/>
                            <a:latin typeface="Franklin Gothic Book" panose="020B0503020102020204" pitchFamily="34" charset="0"/>
                          </a:rPr>
                          <a:t>Strategic Overview Vetting</a:t>
                        </a:r>
                      </a:p>
                    </p:txBody>
                  </p:sp>
                </p:grpSp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8AEAC859-30D5-FEEB-2EFD-633F777198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34486" y="2938191"/>
                      <a:ext cx="2203505" cy="1502860"/>
                      <a:chOff x="5034486" y="2938191"/>
                      <a:chExt cx="2203505" cy="1502860"/>
                    </a:xfrm>
                  </p:grpSpPr>
                  <p:sp>
                    <p:nvSpPr>
                      <p:cNvPr id="57" name="Rectangle 56">
                        <a:extLst>
                          <a:ext uri="{FF2B5EF4-FFF2-40B4-BE49-F238E27FC236}">
                            <a16:creationId xmlns:a16="http://schemas.microsoft.com/office/drawing/2014/main" id="{23D53318-E721-DEE0-F4C1-E309DE84D5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53408" y="2938191"/>
                        <a:ext cx="2105795" cy="150286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</a:endParaRPr>
                      </a:p>
                    </p:txBody>
                  </p:sp>
                  <p:sp>
                    <p:nvSpPr>
                      <p:cNvPr id="60" name="TextBox 59">
                        <a:extLst>
                          <a:ext uri="{FF2B5EF4-FFF2-40B4-BE49-F238E27FC236}">
                            <a16:creationId xmlns:a16="http://schemas.microsoft.com/office/drawing/2014/main" id="{DC1E4435-EF08-8C06-3BC2-67FB5F6B6BF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34486" y="3194057"/>
                        <a:ext cx="2203505" cy="71109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ctr">
                        <a:spAutoFit/>
                      </a:bodyPr>
                      <a:lstStyle/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Goals, Objectives, and Metrics</a:t>
                        </a:r>
                      </a:p>
                      <a:p>
                        <a:pPr algn="ctr"/>
                        <a:endParaRPr lang="en-US" sz="600" dirty="0">
                          <a:solidFill>
                            <a:schemeClr val="tx2">
                              <a:lumMod val="65000"/>
                              <a:lumOff val="35000"/>
                            </a:schemeClr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 </a:t>
                        </a:r>
                      </a:p>
                      <a:p>
                        <a:pPr algn="ctr"/>
                        <a:r>
                          <a:rPr lang="en-US" sz="600" dirty="0">
                            <a:solidFill>
                              <a:schemeClr val="tx2">
                                <a:lumMod val="65000"/>
                                <a:lumOff val="35000"/>
                              </a:schemeClr>
                            </a:solidFill>
                            <a:latin typeface="Franklin Gothic Book" panose="020B0503020102020204" pitchFamily="34" charset="0"/>
                            <a:cs typeface="Arial" panose="020B0604020202020204" pitchFamily="34" charset="0"/>
                          </a:rPr>
                          <a:t>(Quantitative and Qualitative)</a:t>
                        </a:r>
                      </a:p>
                    </p:txBody>
                  </p:sp>
                </p:grpSp>
              </p:grpSp>
            </p:grpSp>
          </p:grpSp>
        </p:grpSp>
      </p:grpSp>
      <p:sp>
        <p:nvSpPr>
          <p:cNvPr id="279" name="TextBox 278">
            <a:extLst>
              <a:ext uri="{FF2B5EF4-FFF2-40B4-BE49-F238E27FC236}">
                <a16:creationId xmlns:a16="http://schemas.microsoft.com/office/drawing/2014/main" id="{CCF998F1-5D71-4E68-0013-D77F70DFF0B0}"/>
              </a:ext>
            </a:extLst>
          </p:cNvPr>
          <p:cNvSpPr txBox="1"/>
          <p:nvPr/>
        </p:nvSpPr>
        <p:spPr>
          <a:xfrm>
            <a:off x="2490572" y="518516"/>
            <a:ext cx="6784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Franklin Gothic Book" panose="020B0503020102020204" pitchFamily="34" charset="0"/>
              </a:rPr>
              <a:t>Vision-to-Value Roadmap is a design outcome of the discovery phase</a:t>
            </a:r>
            <a:endParaRPr lang="en-US" i="1" dirty="0">
              <a:latin typeface="Franklin Gothic Book" panose="020B0503020102020204" pitchFamily="34" charset="0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40FE701D-2B2A-AA48-D8F5-B571BFFD6FE2}"/>
              </a:ext>
            </a:extLst>
          </p:cNvPr>
          <p:cNvSpPr txBox="1"/>
          <p:nvPr/>
        </p:nvSpPr>
        <p:spPr>
          <a:xfrm>
            <a:off x="6880393" y="50304"/>
            <a:ext cx="1979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Franklin Gothic Book" panose="020B0503020102020204" pitchFamily="34" charset="0"/>
              </a:rPr>
              <a:t>(Illustrative</a:t>
            </a:r>
            <a:r>
              <a:rPr lang="en-US" sz="14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1819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558FC-1E1E-3445-B627-B6AE46E889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53888"/>
          </a:xfrm>
        </p:spPr>
        <p:txBody>
          <a:bodyPr/>
          <a:lstStyle/>
          <a:p>
            <a:fld id="{B6F15528-21DE-4FAA-801E-634DDDAF4B2B}" type="slidenum">
              <a:rPr lang="en-US" sz="1000" smtClean="0">
                <a:latin typeface="Franklin Gothic Book" panose="020B0503020102020204" pitchFamily="34" charset="0"/>
              </a:rPr>
              <a:t>29</a:t>
            </a:fld>
            <a:endParaRPr lang="en-US" sz="10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7C12-D442-E74D-86E2-2FC4CD33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84" y="0"/>
            <a:ext cx="8712831" cy="32316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Install, Enhance, and Elevate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ED04A-D1B1-7D4F-925B-56B554ED403C}"/>
              </a:ext>
            </a:extLst>
          </p:cNvPr>
          <p:cNvSpPr/>
          <p:nvPr/>
        </p:nvSpPr>
        <p:spPr>
          <a:xfrm>
            <a:off x="537430" y="2383520"/>
            <a:ext cx="1827245" cy="1104097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7CA32FF-EABB-244D-B51E-03E627718C53}"/>
              </a:ext>
            </a:extLst>
          </p:cNvPr>
          <p:cNvSpPr txBox="1">
            <a:spLocks/>
          </p:cNvSpPr>
          <p:nvPr/>
        </p:nvSpPr>
        <p:spPr>
          <a:xfrm>
            <a:off x="581870" y="2428274"/>
            <a:ext cx="1421188" cy="955390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Implementation Plan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B52372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Supporting Documents, programs, systems, support throughout customer-facing disciplines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959DC-CD3F-DA4A-BD84-A53C39E2C725}"/>
              </a:ext>
            </a:extLst>
          </p:cNvPr>
          <p:cNvSpPr txBox="1"/>
          <p:nvPr/>
        </p:nvSpPr>
        <p:spPr>
          <a:xfrm rot="16200000">
            <a:off x="-235865" y="2782885"/>
            <a:ext cx="1104098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What You Get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7DF4F-323C-3049-B0AF-AF5245F82986}"/>
              </a:ext>
            </a:extLst>
          </p:cNvPr>
          <p:cNvSpPr/>
          <p:nvPr/>
        </p:nvSpPr>
        <p:spPr>
          <a:xfrm>
            <a:off x="535698" y="3635109"/>
            <a:ext cx="1827245" cy="1233845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EA88D6-40CA-4B4E-AC3E-9B5068601B21}"/>
              </a:ext>
            </a:extLst>
          </p:cNvPr>
          <p:cNvSpPr txBox="1"/>
          <p:nvPr/>
        </p:nvSpPr>
        <p:spPr>
          <a:xfrm rot="16200000">
            <a:off x="-289892" y="4113531"/>
            <a:ext cx="1233846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So You Can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0FDB204-7C28-AE4F-B2D3-5A51655213EB}"/>
              </a:ext>
            </a:extLst>
          </p:cNvPr>
          <p:cNvSpPr txBox="1">
            <a:spLocks/>
          </p:cNvSpPr>
          <p:nvPr/>
        </p:nvSpPr>
        <p:spPr>
          <a:xfrm>
            <a:off x="581869" y="3680066"/>
            <a:ext cx="1722211" cy="906658"/>
          </a:xfrm>
          <a:prstGeom prst="rect">
            <a:avLst/>
          </a:prstGeom>
        </p:spPr>
        <p:txBody>
          <a:bodyPr vert="horz" wrap="square" lIns="34290" tIns="17145" rIns="34290" bIns="17145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Have a proprietary program that is customized to KeppelLand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Make the uncommon habit</a:t>
            </a:r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Creating the new way to work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9F7CD0-B3C6-19BB-A570-EA29E122737C}"/>
              </a:ext>
            </a:extLst>
          </p:cNvPr>
          <p:cNvSpPr txBox="1"/>
          <p:nvPr/>
        </p:nvSpPr>
        <p:spPr>
          <a:xfrm>
            <a:off x="6362463" y="2183078"/>
            <a:ext cx="103586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Market Analysis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504E2A1-B0C0-5837-C967-68F7F613FEC0}"/>
              </a:ext>
            </a:extLst>
          </p:cNvPr>
          <p:cNvSpPr txBox="1"/>
          <p:nvPr/>
        </p:nvSpPr>
        <p:spPr>
          <a:xfrm>
            <a:off x="4326028" y="2102088"/>
            <a:ext cx="107753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Internal Strategy</a:t>
            </a:r>
          </a:p>
          <a:p>
            <a:pPr algn="r"/>
            <a:r>
              <a:rPr lang="en-US" sz="10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 and alignment</a:t>
            </a: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300B157C-56CC-C3B8-C862-98F33749E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352" y="595805"/>
            <a:ext cx="868680" cy="868680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2449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4158DD-331A-A3E5-7CDD-82C40F7B6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56" y="817150"/>
            <a:ext cx="441671" cy="4362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4634B4-9004-726D-8825-255278E9BC0B}"/>
              </a:ext>
            </a:extLst>
          </p:cNvPr>
          <p:cNvSpPr txBox="1"/>
          <p:nvPr/>
        </p:nvSpPr>
        <p:spPr>
          <a:xfrm>
            <a:off x="454684" y="1659858"/>
            <a:ext cx="1598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A40AB54C-86E3-26D4-A076-2170000DE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943" y="754251"/>
            <a:ext cx="6781057" cy="374495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326D37E-468C-8A00-051A-5CF515284635}"/>
              </a:ext>
            </a:extLst>
          </p:cNvPr>
          <p:cNvSpPr txBox="1"/>
          <p:nvPr/>
        </p:nvSpPr>
        <p:spPr>
          <a:xfrm>
            <a:off x="6880393" y="50304"/>
            <a:ext cx="1979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Franklin Gothic Book" panose="020B0503020102020204" pitchFamily="34" charset="0"/>
              </a:rPr>
              <a:t>(Illustrative</a:t>
            </a:r>
            <a:r>
              <a:rPr lang="en-US" sz="14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1409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AF62-66C9-0403-764E-006D340903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2109" y="119547"/>
            <a:ext cx="8712200" cy="344487"/>
          </a:xfrm>
        </p:spPr>
        <p:txBody>
          <a:bodyPr wrap="square">
            <a:normAutofit/>
          </a:bodyPr>
          <a:lstStyle/>
          <a:p>
            <a:r>
              <a:rPr lang="en-US" dirty="0"/>
              <a:t>Time Zones and Logistics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EBA9A8E-CF9F-0EDE-EDE5-4B963042E8D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716234" y="359823"/>
            <a:ext cx="3699306" cy="4032250"/>
          </a:xfrm>
        </p:spPr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We have the ability to connect for meetings every day from 8 am to 12 pm Singapore Standard time.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That represents over approximately 80 hours per month available to us for face-to-face time.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Production time and behind the scenes work can be done at any point and any time zone. 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endParaRPr lang="en-US" dirty="0">
              <a:latin typeface="Franklin Gothic Book" panose="020B0503020102020204" pitchFamily="34" charset="0"/>
            </a:endParaRP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sz="2000" i="1" dirty="0">
                <a:solidFill>
                  <a:srgbClr val="B52372"/>
                </a:solidFill>
                <a:latin typeface="Franklin Gothic Book" panose="020B0503020102020204" pitchFamily="34" charset="0"/>
              </a:rPr>
              <a:t>If our methodology, experience, and  align to your vision and goals, we don’t want logistics to get in the way of the impact you are seeking.</a:t>
            </a:r>
          </a:p>
          <a:p>
            <a:endParaRPr lang="en-US" i="1" dirty="0">
              <a:latin typeface="Franklin Gothic Book" panose="020B0503020102020204" pitchFamily="34" charset="0"/>
            </a:endParaRPr>
          </a:p>
          <a:p>
            <a:endParaRPr lang="en-US" i="1" dirty="0">
              <a:latin typeface="Franklin Gothic Book" panose="020B0503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4EF6EA-BBF7-6BB1-A351-29E2B3560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19" y="836908"/>
            <a:ext cx="3766380" cy="3766380"/>
          </a:xfrm>
          <a:prstGeom prst="rect">
            <a:avLst/>
          </a:prstGeom>
          <a:noFill/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A101A2D-C6EB-7E20-C08C-AE9AB12AA87A}"/>
              </a:ext>
            </a:extLst>
          </p:cNvPr>
          <p:cNvCxnSpPr>
            <a:cxnSpLocks/>
          </p:cNvCxnSpPr>
          <p:nvPr/>
        </p:nvCxnSpPr>
        <p:spPr>
          <a:xfrm flipH="1">
            <a:off x="1178016" y="2720098"/>
            <a:ext cx="1087593" cy="6276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CC5904-84CF-A7D9-6295-9F6F56C49A5B}"/>
              </a:ext>
            </a:extLst>
          </p:cNvPr>
          <p:cNvCxnSpPr>
            <a:cxnSpLocks/>
          </p:cNvCxnSpPr>
          <p:nvPr/>
        </p:nvCxnSpPr>
        <p:spPr>
          <a:xfrm flipV="1">
            <a:off x="2275797" y="1291525"/>
            <a:ext cx="0" cy="1412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B182994-E083-2D8D-9438-EAC16ED362BE}"/>
              </a:ext>
            </a:extLst>
          </p:cNvPr>
          <p:cNvSpPr txBox="1"/>
          <p:nvPr/>
        </p:nvSpPr>
        <p:spPr>
          <a:xfrm>
            <a:off x="1076049" y="1775784"/>
            <a:ext cx="1291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B52372"/>
                </a:solidFill>
                <a:latin typeface="Franklin Gothic Book" panose="020B0503020102020204" pitchFamily="34" charset="0"/>
              </a:rPr>
              <a:t>Keppel Land Connection Time</a:t>
            </a:r>
          </a:p>
        </p:txBody>
      </p:sp>
    </p:spTree>
    <p:extLst>
      <p:ext uri="{BB962C8B-B14F-4D97-AF65-F5344CB8AC3E}">
        <p14:creationId xmlns:p14="http://schemas.microsoft.com/office/powerpoint/2010/main" val="1149667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90600" y="2190750"/>
            <a:ext cx="2827338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250" spc="-6134" baseline="-11728" dirty="0">
                <a:solidFill>
                  <a:srgbClr val="D9D9D9"/>
                </a:solidFill>
              </a:rPr>
              <a:t>&amp;</a:t>
            </a:r>
            <a:r>
              <a:rPr sz="3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Who we are</a:t>
            </a:r>
            <a:endParaRPr sz="3200" dirty="0">
              <a:latin typeface="Franklin Gothic Book" panose="020B05030201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8D3389-671F-C040-A885-F9CA1AF705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53200" y="4781550"/>
            <a:ext cx="2103437" cy="161583"/>
          </a:xfrm>
        </p:spPr>
        <p:txBody>
          <a:bodyPr/>
          <a:lstStyle/>
          <a:p>
            <a:fld id="{B6F15528-21DE-4FAA-801E-634DDDAF4B2B}" type="slidenum">
              <a:rPr lang="en-US" sz="1050" smtClean="0">
                <a:latin typeface="Franklin Gothic Book" panose="020B0503020102020204" pitchFamily="34" charset="0"/>
              </a:rPr>
              <a:pPr/>
              <a:t>31</a:t>
            </a:fld>
            <a:endParaRPr lang="en-US" sz="14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819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150" y="-195004"/>
            <a:ext cx="115570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200" dirty="0">
                <a:solidFill>
                  <a:srgbClr val="D9D9D9"/>
                </a:solidFill>
                <a:latin typeface="Arial"/>
                <a:cs typeface="Arial"/>
              </a:rPr>
              <a:t>&amp;</a:t>
            </a:r>
            <a:endParaRPr sz="112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00800" y="3529501"/>
            <a:ext cx="2563133" cy="1447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1B37BB-87DB-4531-8149-019B917896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04800" y="4783455"/>
            <a:ext cx="2103120" cy="276999"/>
          </a:xfrm>
        </p:spPr>
        <p:txBody>
          <a:bodyPr/>
          <a:lstStyle/>
          <a:p>
            <a:pPr algn="l"/>
            <a:fld id="{B6F15528-21DE-4FAA-801E-634DDDAF4B2B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 algn="l"/>
              <a:t>32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775355" y="366865"/>
            <a:ext cx="5254625" cy="5064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Franklin Gothic Book" panose="020B0503020102020204" pitchFamily="34" charset="0"/>
              </a:rPr>
              <a:t>Experience is at the core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" y="786269"/>
            <a:ext cx="8287405" cy="408829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188595">
              <a:lnSpc>
                <a:spcPct val="95000"/>
              </a:lnSpc>
              <a:spcBef>
                <a:spcPts val="180"/>
              </a:spcBef>
            </a:pPr>
            <a:r>
              <a:rPr sz="1400" dirty="0">
                <a:latin typeface="Franklin Gothic Book" panose="020B0503020102020204" pitchFamily="34" charset="0"/>
                <a:cs typeface="Arial"/>
              </a:rPr>
              <a:t>Kate brings 28+ years’ experience leading teams f</a:t>
            </a:r>
            <a:r>
              <a:rPr lang="en-US" sz="1400" dirty="0">
                <a:latin typeface="Franklin Gothic Book" panose="020B0503020102020204" pitchFamily="34" charset="0"/>
                <a:cs typeface="Arial"/>
              </a:rPr>
              <a:t>rom </a:t>
            </a:r>
            <a:r>
              <a:rPr sz="1400" dirty="0">
                <a:latin typeface="Franklin Gothic Book" panose="020B0503020102020204" pitchFamily="34" charset="0"/>
                <a:cs typeface="Arial"/>
              </a:rPr>
              <a:t>national and multi-national companies in the Hospitality, REIT, Commercial and Multi/Single- Owner Residential properties. Notable accomplishments:</a:t>
            </a:r>
            <a:endParaRPr lang="en-US" sz="1400" dirty="0">
              <a:latin typeface="Franklin Gothic Book" panose="020B0503020102020204" pitchFamily="34" charset="0"/>
              <a:cs typeface="Arial"/>
            </a:endParaRPr>
          </a:p>
          <a:p>
            <a:pPr marL="12700" marR="188595">
              <a:lnSpc>
                <a:spcPct val="95000"/>
              </a:lnSpc>
              <a:spcBef>
                <a:spcPts val="180"/>
              </a:spcBef>
            </a:pPr>
            <a:endParaRPr sz="200" dirty="0">
              <a:latin typeface="Franklin Gothic Book" panose="020B0503020102020204" pitchFamily="34" charset="0"/>
              <a:cs typeface="Arial"/>
            </a:endParaRPr>
          </a:p>
          <a:p>
            <a:pPr marL="317500" marR="100330" indent="-213995">
              <a:lnSpc>
                <a:spcPts val="1300"/>
              </a:lnSpc>
              <a:spcBef>
                <a:spcPts val="38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Experience leading transformation, design, and delivery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from branding, to revenue performance. 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7500" marR="190500" indent="-213995">
              <a:lnSpc>
                <a:spcPts val="1300"/>
              </a:lnSpc>
              <a:spcBef>
                <a:spcPts val="59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Increased revenue for Full-Service, Select, Extended Stay, Brand and Franchise hotel properties including Marriott, Loew’s,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Goldman Sachs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, IHG, Hyatt and Starwood, CSM, American Residential Properties and more.</a:t>
            </a:r>
            <a:endParaRPr lang="en-US" sz="1200" dirty="0">
              <a:latin typeface="Franklin Gothic Book" panose="020B0503020102020204" pitchFamily="34" charset="0"/>
              <a:cs typeface="Arial"/>
            </a:endParaRPr>
          </a:p>
          <a:p>
            <a:pPr marL="317500" marR="190500" indent="-213995">
              <a:lnSpc>
                <a:spcPts val="1300"/>
              </a:lnSpc>
              <a:spcBef>
                <a:spcPts val="595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Lead revenue transformation within B2B companies, such as; Ricoh, Boehringer Ingelheim, Medtronic, Johnson &amp; Johnson, and Indeed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45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Headed long-running strategies with start-ups, growth acquisition, market shifts, downturns and disposition</a:t>
            </a:r>
          </a:p>
          <a:p>
            <a:pPr marL="318135" indent="-214629">
              <a:lnSpc>
                <a:spcPct val="100000"/>
              </a:lnSpc>
              <a:spcBef>
                <a:spcPts val="55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Developed marketing programs to infuse emerging markets and media into sales opportunities</a:t>
            </a:r>
          </a:p>
          <a:p>
            <a:pPr marL="318135" indent="-214629">
              <a:lnSpc>
                <a:spcPct val="100000"/>
              </a:lnSpc>
              <a:spcBef>
                <a:spcPts val="455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Led acquisitions revenue through the full lifecycle: due diligence to exit sale disposition</a:t>
            </a:r>
          </a:p>
          <a:p>
            <a:pPr marL="317500" marR="3100705" indent="-213995">
              <a:lnSpc>
                <a:spcPts val="1300"/>
              </a:lnSpc>
              <a:spcBef>
                <a:spcPts val="83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Professor at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Fairleigh Dickenson 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for Revenue Management and Distribution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Systems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, Global Marketing, and Digital Marketing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530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Board member at Boutique and Lifestyle Lodging Association (BLLA),                                                                                   Member and Vendor with Strategic Account Management Association (SAMA)</a:t>
            </a:r>
          </a:p>
          <a:p>
            <a:pPr marL="318135" indent="-214629">
              <a:lnSpc>
                <a:spcPct val="100000"/>
              </a:lnSpc>
              <a:spcBef>
                <a:spcPts val="55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An active member of Women Owned Businesses (WBENC)</a:t>
            </a:r>
            <a:endParaRPr lang="en-US" sz="1200" dirty="0">
              <a:latin typeface="Franklin Gothic Book" panose="020B0503020102020204" pitchFamily="34" charset="0"/>
              <a:cs typeface="Arial"/>
            </a:endParaRPr>
          </a:p>
          <a:p>
            <a:pPr marL="318135" indent="-214629">
              <a:lnSpc>
                <a:spcPct val="100000"/>
              </a:lnSpc>
              <a:spcBef>
                <a:spcPts val="550"/>
              </a:spcBef>
              <a:buChar char="-"/>
              <a:tabLst>
                <a:tab pos="317500" algn="l"/>
                <a:tab pos="318135" algn="l"/>
              </a:tabLst>
            </a:pPr>
            <a:r>
              <a:rPr lang="en-US" sz="1200" dirty="0">
                <a:latin typeface="Franklin Gothic Book" panose="020B0503020102020204" pitchFamily="34" charset="0"/>
                <a:cs typeface="Arial"/>
              </a:rPr>
              <a:t>Active member at ISHC, Marketing Committee Member</a:t>
            </a:r>
            <a:endParaRPr sz="1200" dirty="0">
              <a:latin typeface="Franklin Gothic Book" panose="020B0503020102020204" pitchFamily="34" charset="0"/>
              <a:cs typeface="Arial"/>
            </a:endParaRPr>
          </a:p>
          <a:p>
            <a:pPr marL="317500" marR="2568575" indent="-213995">
              <a:lnSpc>
                <a:spcPts val="1300"/>
              </a:lnSpc>
              <a:spcBef>
                <a:spcPts val="640"/>
              </a:spcBef>
              <a:buChar char="-"/>
              <a:tabLst>
                <a:tab pos="317500" algn="l"/>
                <a:tab pos="318135" algn="l"/>
              </a:tabLst>
            </a:pPr>
            <a:r>
              <a:rPr sz="1200" dirty="0">
                <a:latin typeface="Franklin Gothic Book" panose="020B0503020102020204" pitchFamily="34" charset="0"/>
                <a:cs typeface="Arial"/>
              </a:rPr>
              <a:t>Is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fanatical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about bringing clarity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 to build their future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and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build 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connection to  </a:t>
            </a:r>
            <a:r>
              <a:rPr lang="en-US" sz="1200" dirty="0">
                <a:latin typeface="Franklin Gothic Book" panose="020B0503020102020204" pitchFamily="34" charset="0"/>
                <a:cs typeface="Arial"/>
              </a:rPr>
              <a:t>customers</a:t>
            </a:r>
            <a:r>
              <a:rPr sz="1200" dirty="0">
                <a:latin typeface="Franklin Gothic Book" panose="020B0503020102020204" pitchFamily="34" charset="0"/>
                <a:cs typeface="Arial"/>
              </a:rPr>
              <a:t> to be better than they were before.</a:t>
            </a:r>
            <a:endParaRPr sz="1400" dirty="0">
              <a:latin typeface="Franklin Gothic Book" panose="020B05030201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87061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09600" y="1962150"/>
            <a:ext cx="4102100" cy="20907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250" spc="-7050" baseline="-5349" dirty="0">
                <a:solidFill>
                  <a:srgbClr val="D9D9D9"/>
                </a:solidFill>
                <a:latin typeface="Franklin Gothic Book" panose="020B0503020102020204" pitchFamily="34" charset="0"/>
              </a:rPr>
              <a:t>&amp;</a:t>
            </a:r>
            <a:r>
              <a:rPr sz="3200" dirty="0">
                <a:solidFill>
                  <a:schemeClr val="tx1"/>
                </a:solidFill>
                <a:latin typeface="Franklin Gothic Book" panose="020B0503020102020204" pitchFamily="34" charset="0"/>
              </a:rPr>
              <a:t>In good company</a:t>
            </a:r>
          </a:p>
        </p:txBody>
      </p:sp>
    </p:spTree>
    <p:extLst>
      <p:ext uri="{BB962C8B-B14F-4D97-AF65-F5344CB8AC3E}">
        <p14:creationId xmlns:p14="http://schemas.microsoft.com/office/powerpoint/2010/main" val="39552956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A screenshot of a cell phone&#10;&#10;Description automatically generated">
            <a:extLst>
              <a:ext uri="{FF2B5EF4-FFF2-40B4-BE49-F238E27FC236}">
                <a16:creationId xmlns:a16="http://schemas.microsoft.com/office/drawing/2014/main" id="{0E16D0EB-242A-FB45-B280-CA22B0CF2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1931" y="2198722"/>
            <a:ext cx="987374" cy="987374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"/>
            <a:ext cx="9143997" cy="4952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520667" y="45238"/>
            <a:ext cx="61026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Franklin Gothic Book" panose="020B0503020102020204" pitchFamily="34" charset="0"/>
                <a:cs typeface="Arial"/>
              </a:rPr>
              <a:t>Companies that have taken this journey...</a:t>
            </a:r>
          </a:p>
        </p:txBody>
      </p:sp>
      <p:sp>
        <p:nvSpPr>
          <p:cNvPr id="4" name="object 4"/>
          <p:cNvSpPr/>
          <p:nvPr/>
        </p:nvSpPr>
        <p:spPr>
          <a:xfrm>
            <a:off x="4211931" y="1788726"/>
            <a:ext cx="987374" cy="5261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4271580" y="3781369"/>
            <a:ext cx="868076" cy="346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7840084" y="3103716"/>
            <a:ext cx="884568" cy="1896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6117131" y="2690368"/>
            <a:ext cx="922100" cy="3556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5921033" y="1544456"/>
            <a:ext cx="1278271" cy="5224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2499723" y="1560775"/>
            <a:ext cx="978720" cy="30288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7782964" y="1485736"/>
            <a:ext cx="1056114" cy="34158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7840084" y="2181785"/>
            <a:ext cx="941873" cy="3796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4221703" y="1241764"/>
            <a:ext cx="967830" cy="30842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688351" y="1114729"/>
            <a:ext cx="928935" cy="92543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4286642" y="550322"/>
            <a:ext cx="77152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41605" marR="5080" indent="-129539" algn="ctr">
              <a:lnSpc>
                <a:spcPts val="1300"/>
              </a:lnSpc>
              <a:spcBef>
                <a:spcPts val="160"/>
              </a:spcBef>
            </a:pPr>
            <a:r>
              <a:rPr sz="1100" spc="-25" dirty="0">
                <a:latin typeface="Franklin Gothic Book" panose="020B0503020102020204" pitchFamily="34" charset="0"/>
                <a:cs typeface="Arial"/>
              </a:rPr>
              <a:t>Hospitality</a:t>
            </a:r>
            <a:r>
              <a:rPr sz="1100" spc="-85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5" dirty="0">
                <a:latin typeface="Franklin Gothic Book" panose="020B0503020102020204" pitchFamily="34" charset="0"/>
                <a:cs typeface="Arial"/>
              </a:rPr>
              <a:t>&amp;  </a:t>
            </a:r>
            <a:r>
              <a:rPr sz="1100" spc="-40" dirty="0">
                <a:latin typeface="Franklin Gothic Book" panose="020B0503020102020204" pitchFamily="34" charset="0"/>
                <a:cs typeface="Arial"/>
              </a:rPr>
              <a:t>Tourism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62120" y="539008"/>
            <a:ext cx="1231141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100" spc="-20" dirty="0">
                <a:latin typeface="Franklin Gothic Book" panose="020B0503020102020204" pitchFamily="34" charset="0"/>
                <a:cs typeface="Arial"/>
              </a:rPr>
              <a:t>Commercial, Real Estate, Single Family / Multi Family</a:t>
            </a:r>
            <a:endParaRPr lang="en-US" sz="1100" spc="-5" dirty="0">
              <a:latin typeface="Franklin Gothic Book" panose="020B0503020102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3668" y="550322"/>
            <a:ext cx="1420613" cy="5206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6830" marR="5080" indent="-24765" algn="ctr">
              <a:lnSpc>
                <a:spcPts val="1300"/>
              </a:lnSpc>
              <a:spcBef>
                <a:spcPts val="160"/>
              </a:spcBef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Financial Services &amp;  Asset Management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- Hospitality Investment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8189" y="550322"/>
            <a:ext cx="80454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3175">
              <a:lnSpc>
                <a:spcPts val="1300"/>
              </a:lnSpc>
              <a:spcBef>
                <a:spcPts val="160"/>
              </a:spcBef>
            </a:pPr>
            <a:r>
              <a:rPr sz="1100" spc="-25" dirty="0">
                <a:latin typeface="Franklin Gothic Book" panose="020B0503020102020204" pitchFamily="34" charset="0"/>
                <a:cs typeface="Arial"/>
              </a:rPr>
              <a:t>Healthcare</a:t>
            </a:r>
            <a:r>
              <a:rPr sz="1100" spc="-11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5" dirty="0">
                <a:latin typeface="Franklin Gothic Book" panose="020B0503020102020204" pitchFamily="34" charset="0"/>
                <a:cs typeface="Arial"/>
              </a:rPr>
              <a:t>&amp;  </a:t>
            </a:r>
            <a:r>
              <a:rPr sz="1100" spc="-25" dirty="0">
                <a:latin typeface="Franklin Gothic Book" panose="020B0503020102020204" pitchFamily="34" charset="0"/>
                <a:cs typeface="Arial"/>
              </a:rPr>
              <a:t>Life</a:t>
            </a:r>
            <a:r>
              <a:rPr sz="1100" spc="-110" dirty="0">
                <a:latin typeface="Franklin Gothic Book" panose="020B0503020102020204" pitchFamily="34" charset="0"/>
                <a:cs typeface="Arial"/>
              </a:rPr>
              <a:t> </a:t>
            </a:r>
            <a:r>
              <a:rPr sz="1100" spc="-40" dirty="0">
                <a:latin typeface="Franklin Gothic Book" panose="020B0503020102020204" pitchFamily="34" charset="0"/>
                <a:cs typeface="Arial"/>
              </a:rPr>
              <a:t>Sciences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6999" y="550322"/>
            <a:ext cx="888365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10"/>
              </a:lnSpc>
              <a:spcBef>
                <a:spcPts val="100"/>
              </a:spcBef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CPG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,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  <a:p>
            <a:pPr algn="ctr">
              <a:lnSpc>
                <a:spcPts val="1310"/>
              </a:lnSpc>
            </a:pPr>
            <a:r>
              <a:rPr sz="1100" dirty="0">
                <a:latin typeface="Franklin Gothic Book" panose="020B0503020102020204" pitchFamily="34" charset="0"/>
                <a:cs typeface="Arial"/>
              </a:rPr>
              <a:t>Manufacturi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n</a:t>
            </a:r>
            <a:r>
              <a:rPr sz="1100" dirty="0">
                <a:latin typeface="Franklin Gothic Book" panose="020B0503020102020204" pitchFamily="34" charset="0"/>
                <a:cs typeface="Arial"/>
              </a:rPr>
              <a:t>g</a:t>
            </a:r>
            <a:r>
              <a:rPr lang="en-US" sz="1100" dirty="0">
                <a:latin typeface="Franklin Gothic Book" panose="020B0503020102020204" pitchFamily="34" charset="0"/>
                <a:cs typeface="Arial"/>
              </a:rPr>
              <a:t>, </a:t>
            </a:r>
            <a:endParaRPr sz="11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19889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4">
                <a:moveTo>
                  <a:pt x="0" y="0"/>
                </a:moveTo>
                <a:lnTo>
                  <a:pt x="969627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/>
          <p:nvPr/>
        </p:nvSpPr>
        <p:spPr>
          <a:xfrm>
            <a:off x="7885075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5">
                <a:moveTo>
                  <a:pt x="0" y="0"/>
                </a:moveTo>
                <a:lnTo>
                  <a:pt x="969626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/>
          <p:nvPr/>
        </p:nvSpPr>
        <p:spPr>
          <a:xfrm>
            <a:off x="6027041" y="1109597"/>
            <a:ext cx="1012190" cy="12065"/>
          </a:xfrm>
          <a:custGeom>
            <a:avLst/>
            <a:gdLst/>
            <a:ahLst/>
            <a:cxnLst/>
            <a:rect l="l" t="t" r="r" b="b"/>
            <a:pathLst>
              <a:path w="1012190" h="12065">
                <a:moveTo>
                  <a:pt x="0" y="11572"/>
                </a:moveTo>
                <a:lnTo>
                  <a:pt x="1011961" y="0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/>
          <p:cNvSpPr/>
          <p:nvPr/>
        </p:nvSpPr>
        <p:spPr>
          <a:xfrm>
            <a:off x="2499723" y="1121662"/>
            <a:ext cx="969644" cy="0"/>
          </a:xfrm>
          <a:custGeom>
            <a:avLst/>
            <a:gdLst/>
            <a:ahLst/>
            <a:cxnLst/>
            <a:rect l="l" t="t" r="r" b="b"/>
            <a:pathLst>
              <a:path w="969644">
                <a:moveTo>
                  <a:pt x="0" y="0"/>
                </a:moveTo>
                <a:lnTo>
                  <a:pt x="969627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/>
          <p:cNvSpPr/>
          <p:nvPr/>
        </p:nvSpPr>
        <p:spPr>
          <a:xfrm>
            <a:off x="361594" y="1075943"/>
            <a:ext cx="1420613" cy="45719"/>
          </a:xfrm>
          <a:custGeom>
            <a:avLst/>
            <a:gdLst/>
            <a:ahLst/>
            <a:cxnLst/>
            <a:rect l="l" t="t" r="r" b="b"/>
            <a:pathLst>
              <a:path w="1273175">
                <a:moveTo>
                  <a:pt x="0" y="0"/>
                </a:moveTo>
                <a:lnTo>
                  <a:pt x="1273041" y="1"/>
                </a:lnTo>
              </a:path>
            </a:pathLst>
          </a:custGeom>
          <a:ln w="25400">
            <a:solidFill>
              <a:srgbClr val="A5335D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/>
          <p:cNvSpPr/>
          <p:nvPr/>
        </p:nvSpPr>
        <p:spPr>
          <a:xfrm>
            <a:off x="580881" y="2328216"/>
            <a:ext cx="1143875" cy="2709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2539254" y="2051817"/>
            <a:ext cx="1065363" cy="92875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/>
          <p:cNvSpPr/>
          <p:nvPr/>
        </p:nvSpPr>
        <p:spPr>
          <a:xfrm>
            <a:off x="2401380" y="3073535"/>
            <a:ext cx="1060418" cy="7999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021C6BF-F540-0E47-B44C-4560351E52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792" y="3073535"/>
            <a:ext cx="986373" cy="655182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D6265F1-49EC-AC4E-A18C-F088C10E7FE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631" y="4370366"/>
            <a:ext cx="1027975" cy="268644"/>
          </a:xfrm>
          <a:prstGeom prst="rect">
            <a:avLst/>
          </a:prstGeom>
        </p:spPr>
      </p:pic>
      <p:sp>
        <p:nvSpPr>
          <p:cNvPr id="18" name="Slide Number Placeholder 12">
            <a:extLst>
              <a:ext uri="{FF2B5EF4-FFF2-40B4-BE49-F238E27FC236}">
                <a16:creationId xmlns:a16="http://schemas.microsoft.com/office/drawing/2014/main" id="{FFFB407B-855F-4C3F-9BE9-59E9C77617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92824" y="4733151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/>
              <a:t>34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64E1A-D212-7D45-85A7-9E1B47C8E8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29368" y="3047095"/>
            <a:ext cx="952500" cy="5270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482E45E-2BAC-8E40-A3BD-4A079316C99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69007" y="3401126"/>
            <a:ext cx="1143000" cy="1143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F10A30F-A654-AB4B-AE42-2B597F65BBA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668" y="3830414"/>
            <a:ext cx="1638300" cy="1231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E76186A-43CE-7340-ACC9-C6EB27A1E8F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98224" y="3768353"/>
            <a:ext cx="697720" cy="9041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44CD02B-E3DC-9A45-B598-E17486CD648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28898" y="3781369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444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7CC3-E8E8-4C45-AF12-E869FADFF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492443"/>
          </a:xfrm>
          <a:pattFill prst="pct20">
            <a:fgClr>
              <a:schemeClr val="bg2">
                <a:lumMod val="75000"/>
              </a:schemeClr>
            </a:fgClr>
            <a:bgClr>
              <a:schemeClr val="bg1"/>
            </a:bgClr>
          </a:patt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</a:rPr>
              <a:t>Where we serve    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BE494FD-0782-D145-A578-ED810C05A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2287" y="1557069"/>
            <a:ext cx="2759426" cy="1195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EBE929-38CA-E14B-B744-0A8F40771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12" y="2571749"/>
            <a:ext cx="2679551" cy="1648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D14088-C8BB-F84A-A05E-302BB9F17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362" y="2595125"/>
            <a:ext cx="1554666" cy="1320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5CBD83-4AFE-E943-99C3-A99AF4A07773}"/>
              </a:ext>
            </a:extLst>
          </p:cNvPr>
          <p:cNvSpPr txBox="1"/>
          <p:nvPr/>
        </p:nvSpPr>
        <p:spPr>
          <a:xfrm>
            <a:off x="6477145" y="3915925"/>
            <a:ext cx="24401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Strategic Account Management Association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40A999-516B-5440-B7A3-6E1E4D81FD8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212" r="24852"/>
          <a:stretch/>
        </p:blipFill>
        <p:spPr>
          <a:xfrm>
            <a:off x="753719" y="472910"/>
            <a:ext cx="1892300" cy="1084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35B46C-D515-854F-987F-98A3C20BF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5486" y="3446025"/>
            <a:ext cx="2133600" cy="939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0D115F-9DD5-814F-B7E8-9FEE67CAFB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145" y="757675"/>
            <a:ext cx="21971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86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22CC13-FD25-07F1-A884-7AB41150C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A0BC4-5A6F-FCC3-1169-17EA1105FABB}"/>
              </a:ext>
            </a:extLst>
          </p:cNvPr>
          <p:cNvSpPr txBox="1"/>
          <p:nvPr/>
        </p:nvSpPr>
        <p:spPr>
          <a:xfrm>
            <a:off x="3444815" y="1886309"/>
            <a:ext cx="5037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Vision to Value Roadmap</a:t>
            </a:r>
          </a:p>
          <a:p>
            <a:r>
              <a:rPr lang="en-US" dirty="0"/>
              <a:t>Competency and Agility Heatmap</a:t>
            </a:r>
          </a:p>
        </p:txBody>
      </p:sp>
    </p:spTree>
    <p:extLst>
      <p:ext uri="{BB962C8B-B14F-4D97-AF65-F5344CB8AC3E}">
        <p14:creationId xmlns:p14="http://schemas.microsoft.com/office/powerpoint/2010/main" val="2253846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89" y="110489"/>
            <a:ext cx="8425003" cy="484748"/>
          </a:xfrm>
        </p:spPr>
        <p:txBody>
          <a:bodyPr/>
          <a:lstStyle/>
          <a:p>
            <a:r>
              <a:rPr lang="en-US" sz="1800" dirty="0"/>
              <a:t>Customer Engagement Learning Roadmap </a:t>
            </a:r>
            <a:r>
              <a:rPr lang="en-US" sz="1350" dirty="0"/>
              <a:t>Learning Journey Draft for Review</a:t>
            </a:r>
            <a:endParaRPr 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F0B4E-CE60-AB48-9D7E-4434414A7C38}" type="slidenum">
              <a:rPr lang="en-US" smtClean="0"/>
              <a:pPr/>
              <a:t>37</a:t>
            </a:fld>
            <a:endParaRPr lang="en-US" dirty="0"/>
          </a:p>
        </p:txBody>
      </p:sp>
      <p:cxnSp>
        <p:nvCxnSpPr>
          <p:cNvPr id="66" name="Straight Connector 65"/>
          <p:cNvCxnSpPr/>
          <p:nvPr/>
        </p:nvCxnSpPr>
        <p:spPr>
          <a:xfrm>
            <a:off x="1780783" y="883885"/>
            <a:ext cx="1" cy="3702110"/>
          </a:xfrm>
          <a:prstGeom prst="lin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2983494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388916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7405042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186206" y="883885"/>
            <a:ext cx="1" cy="370211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528973" y="883885"/>
            <a:ext cx="1251810" cy="3702110"/>
          </a:xfrm>
          <a:prstGeom prst="rect">
            <a:avLst/>
          </a:prstGeom>
          <a:solidFill>
            <a:schemeClr val="bg1">
              <a:lumMod val="75000"/>
              <a:alpha val="25098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5" name="Rectangle 84"/>
          <p:cNvSpPr/>
          <p:nvPr/>
        </p:nvSpPr>
        <p:spPr>
          <a:xfrm>
            <a:off x="2982545" y="883885"/>
            <a:ext cx="1211885" cy="3702110"/>
          </a:xfrm>
          <a:prstGeom prst="rect">
            <a:avLst/>
          </a:prstGeom>
          <a:solidFill>
            <a:schemeClr val="bg1">
              <a:lumMod val="75000"/>
              <a:alpha val="25098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5" name="Rectangle 124"/>
          <p:cNvSpPr/>
          <p:nvPr/>
        </p:nvSpPr>
        <p:spPr>
          <a:xfrm>
            <a:off x="5400698" y="889558"/>
            <a:ext cx="1999900" cy="3702110"/>
          </a:xfrm>
          <a:prstGeom prst="rect">
            <a:avLst/>
          </a:prstGeom>
          <a:solidFill>
            <a:schemeClr val="bg1">
              <a:lumMod val="75000"/>
              <a:alpha val="25098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7" name="TextBox 126"/>
          <p:cNvSpPr txBox="1"/>
          <p:nvPr/>
        </p:nvSpPr>
        <p:spPr>
          <a:xfrm>
            <a:off x="3402831" y="3089902"/>
            <a:ext cx="234103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rPr>
              <a:t>Lead, Coach, Sponsor, Enable &amp; Sustain</a:t>
            </a:r>
          </a:p>
        </p:txBody>
      </p:sp>
      <p:cxnSp>
        <p:nvCxnSpPr>
          <p:cNvPr id="128" name="Straight Connector 127"/>
          <p:cNvCxnSpPr/>
          <p:nvPr/>
        </p:nvCxnSpPr>
        <p:spPr>
          <a:xfrm>
            <a:off x="5794002" y="3193776"/>
            <a:ext cx="314661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528973" y="3193776"/>
            <a:ext cx="2762118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5379580" y="3873682"/>
            <a:ext cx="2925332" cy="389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Transforming Customer Engagement</a:t>
            </a:r>
          </a:p>
          <a:p>
            <a:pPr lvl="0" algn="ctr">
              <a:lnSpc>
                <a:spcPct val="110000"/>
              </a:lnSpc>
            </a:pPr>
            <a:r>
              <a:rPr lang="en-US" sz="6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“Critical Crowd” </a:t>
            </a:r>
            <a:r>
              <a:rPr lang="mr-IN" sz="6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6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Accelerating Strategic Account Management and Enabling Transformative Change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994591" y="3398538"/>
            <a:ext cx="2067848" cy="3841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Lead &amp; Sponsor Strategic Customer Engagement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Janssen / J&amp;J Executive Leaders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027317" y="3398538"/>
            <a:ext cx="1606075" cy="3841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Transformative Leader-Coach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Managers of Account Directors &amp; Leaders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33195" y="787873"/>
            <a:ext cx="505267" cy="230832"/>
          </a:xfrm>
          <a:prstGeom prst="rect">
            <a:avLst/>
          </a:prstGeom>
          <a:solidFill>
            <a:srgbClr val="68ABFB">
              <a:alpha val="40000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/>
              <a:t>Equip</a:t>
            </a:r>
          </a:p>
        </p:txBody>
      </p:sp>
      <p:cxnSp>
        <p:nvCxnSpPr>
          <p:cNvPr id="134" name="Straight Connector 133"/>
          <p:cNvCxnSpPr/>
          <p:nvPr/>
        </p:nvCxnSpPr>
        <p:spPr>
          <a:xfrm>
            <a:off x="2162473" y="883398"/>
            <a:ext cx="3895916" cy="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6193061" y="790567"/>
            <a:ext cx="505267" cy="230832"/>
          </a:xfrm>
          <a:prstGeom prst="rect">
            <a:avLst/>
          </a:prstGeom>
          <a:solidFill>
            <a:srgbClr val="BEE7F1">
              <a:alpha val="69020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/>
              <a:t>Apply</a:t>
            </a:r>
          </a:p>
        </p:txBody>
      </p:sp>
      <p:cxnSp>
        <p:nvCxnSpPr>
          <p:cNvPr id="136" name="Straight Connector 135"/>
          <p:cNvCxnSpPr/>
          <p:nvPr/>
        </p:nvCxnSpPr>
        <p:spPr>
          <a:xfrm>
            <a:off x="6841960" y="886467"/>
            <a:ext cx="814300" cy="639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7815989" y="793604"/>
            <a:ext cx="588624" cy="230832"/>
          </a:xfrm>
          <a:prstGeom prst="rect">
            <a:avLst/>
          </a:prstGeom>
          <a:solidFill>
            <a:srgbClr val="9437FF">
              <a:alpha val="25098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>
                <a:solidFill>
                  <a:schemeClr val="tx1"/>
                </a:solidFill>
              </a:rPr>
              <a:t>Elevate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393793" y="1111280"/>
            <a:ext cx="1455325" cy="866357"/>
          </a:xfrm>
          <a:prstGeom prst="roundRect">
            <a:avLst>
              <a:gd name="adj" fmla="val 8701"/>
            </a:avLst>
          </a:prstGeom>
          <a:solidFill>
            <a:srgbClr val="BEE7F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825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Accelerating Strategic Account Growth </a:t>
            </a:r>
            <a:r>
              <a:rPr lang="en-US" sz="825" b="1" i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- Live</a:t>
            </a:r>
          </a:p>
          <a:p>
            <a:pPr algn="ctr"/>
            <a:endParaRPr lang="en-US" sz="225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endParaRPr lang="en-US" sz="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r>
              <a:rPr lang="en-US" sz="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Leaders, Account Directors, Cross-Function Account Teams Develop &amp; Execute Strategies, Tactics, &amp; Plans for Must Win + Must Have Accounts / Opportunities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994591" y="2069905"/>
            <a:ext cx="1404146" cy="866357"/>
          </a:xfrm>
          <a:prstGeom prst="roundRect">
            <a:avLst>
              <a:gd name="adj" fmla="val 5382"/>
            </a:avLst>
          </a:prstGeom>
          <a:solidFill>
            <a:srgbClr val="BEE7F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Collaborative Business Alignment &amp; Joint Planning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Co-Creating Business Value</a:t>
            </a:r>
            <a:endParaRPr lang="en-US" sz="15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endParaRPr lang="en-US" sz="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endParaRPr lang="en-US" sz="15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90000"/>
              </a:lnSpc>
            </a:pPr>
            <a:r>
              <a:rPr lang="en-US" sz="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Sponsor, Account Director + Core Team Joint Business Plan Development, Business Alignment &amp; Execution </a:t>
            </a:r>
            <a:r>
              <a:rPr lang="en-US" sz="60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with</a:t>
            </a:r>
            <a:r>
              <a:rPr lang="en-US" sz="6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Strategic Accounts</a:t>
            </a:r>
            <a:endParaRPr lang="en-US" sz="75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7462132" y="1101992"/>
            <a:ext cx="1124562" cy="375681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Masters MSc</a:t>
            </a:r>
          </a:p>
          <a:p>
            <a:pPr algn="ctr">
              <a:lnSpc>
                <a:spcPct val="90000"/>
              </a:lnSpc>
            </a:pPr>
            <a:r>
              <a:rPr lang="en-US" sz="675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Strategic Account Transformation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462132" y="2370391"/>
            <a:ext cx="1124562" cy="30632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8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Quantify + Communicate Healthcare Value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462132" y="1492430"/>
            <a:ext cx="1124562" cy="24479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8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Strategic Thinking      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462132" y="1751980"/>
            <a:ext cx="1124562" cy="24479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Co-Innovation</a:t>
            </a:r>
          </a:p>
          <a:p>
            <a:pPr algn="ctr"/>
            <a:r>
              <a:rPr lang="en-US" sz="525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with Strategic Accounts       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462132" y="2691469"/>
            <a:ext cx="1124562" cy="244793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8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Leading Negotiation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462132" y="2011530"/>
            <a:ext cx="1124562" cy="344104"/>
          </a:xfrm>
          <a:prstGeom prst="roundRect">
            <a:avLst/>
          </a:prstGeom>
          <a:solidFill>
            <a:srgbClr val="BF96F2">
              <a:alpha val="25098"/>
            </a:srgb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US" sz="7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Leading High-Performance Account Teams</a:t>
            </a:r>
            <a:endParaRPr lang="en-US" sz="675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731534" y="1103901"/>
            <a:ext cx="1537097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Distinguishing Customer Engagement I </a:t>
            </a:r>
            <a:r>
              <a:rPr lang="mr-IN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Discover</a:t>
            </a:r>
            <a:endParaRPr lang="en-US" sz="713" dirty="0">
              <a:solidFill>
                <a:schemeClr val="accent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 develop CEF  “discovery” / insights skillset &amp; mindset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99503" y="793546"/>
            <a:ext cx="518092" cy="230832"/>
          </a:xfrm>
          <a:prstGeom prst="rect">
            <a:avLst/>
          </a:prstGeom>
          <a:solidFill>
            <a:srgbClr val="68ABFB">
              <a:alpha val="40000"/>
            </a:srgb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33313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900" dirty="0"/>
              <a:t>Install</a:t>
            </a:r>
          </a:p>
        </p:txBody>
      </p:sp>
      <p:cxnSp>
        <p:nvCxnSpPr>
          <p:cNvPr id="153" name="Straight Connector 152"/>
          <p:cNvCxnSpPr/>
          <p:nvPr/>
        </p:nvCxnSpPr>
        <p:spPr>
          <a:xfrm flipV="1">
            <a:off x="1037873" y="883398"/>
            <a:ext cx="452792" cy="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8476690" y="886467"/>
            <a:ext cx="463924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>
            <a:off x="528973" y="4614863"/>
            <a:ext cx="8411641" cy="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677228" y="4389267"/>
            <a:ext cx="93487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Q4 2017 </a:t>
            </a:r>
            <a:r>
              <a:rPr lang="mr-IN" sz="750" b="1" dirty="0"/>
              <a:t>–</a:t>
            </a:r>
            <a:r>
              <a:rPr lang="en-US" sz="750" b="1" dirty="0"/>
              <a:t> Q1 2018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101793" y="4389267"/>
            <a:ext cx="51328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Q2 2018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369226" y="4389267"/>
            <a:ext cx="51328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Q3 2018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420043" y="4389267"/>
            <a:ext cx="513282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Q4 2018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40945" y="4389267"/>
            <a:ext cx="37702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2019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954816" y="4389267"/>
            <a:ext cx="37702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b="1" dirty="0"/>
              <a:t>2020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442569" y="1103901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Apply &amp; Review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763995" y="1110751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Apply &amp; Review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22442" y="1110751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75" name="Oval 174"/>
          <p:cNvSpPr/>
          <p:nvPr/>
        </p:nvSpPr>
        <p:spPr>
          <a:xfrm>
            <a:off x="445182" y="1047962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1</a:t>
            </a:r>
          </a:p>
        </p:txBody>
      </p:sp>
      <p:sp>
        <p:nvSpPr>
          <p:cNvPr id="179" name="Oval 178"/>
          <p:cNvSpPr/>
          <p:nvPr/>
        </p:nvSpPr>
        <p:spPr>
          <a:xfrm>
            <a:off x="5323653" y="1060976"/>
            <a:ext cx="131389" cy="12807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5</a:t>
            </a:r>
          </a:p>
        </p:txBody>
      </p:sp>
      <p:sp>
        <p:nvSpPr>
          <p:cNvPr id="180" name="Oval 179"/>
          <p:cNvSpPr/>
          <p:nvPr/>
        </p:nvSpPr>
        <p:spPr>
          <a:xfrm>
            <a:off x="5933264" y="2017474"/>
            <a:ext cx="131389" cy="12807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6</a:t>
            </a:r>
          </a:p>
        </p:txBody>
      </p:sp>
      <p:sp>
        <p:nvSpPr>
          <p:cNvPr id="181" name="Oval 180"/>
          <p:cNvSpPr>
            <a:spLocks noChangeAspect="1"/>
          </p:cNvSpPr>
          <p:nvPr/>
        </p:nvSpPr>
        <p:spPr>
          <a:xfrm>
            <a:off x="7405988" y="1056269"/>
            <a:ext cx="130302" cy="1303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2" name="Oval 181"/>
          <p:cNvSpPr/>
          <p:nvPr/>
        </p:nvSpPr>
        <p:spPr>
          <a:xfrm>
            <a:off x="1967287" y="3349004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B</a:t>
            </a:r>
          </a:p>
        </p:txBody>
      </p:sp>
      <p:sp>
        <p:nvSpPr>
          <p:cNvPr id="183" name="Oval 182"/>
          <p:cNvSpPr/>
          <p:nvPr/>
        </p:nvSpPr>
        <p:spPr>
          <a:xfrm>
            <a:off x="5929513" y="3346718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E</a:t>
            </a:r>
          </a:p>
        </p:txBody>
      </p:sp>
      <p:sp>
        <p:nvSpPr>
          <p:cNvPr id="184" name="Oval 183"/>
          <p:cNvSpPr/>
          <p:nvPr/>
        </p:nvSpPr>
        <p:spPr>
          <a:xfrm>
            <a:off x="5328480" y="3821744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D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2027317" y="1531939"/>
            <a:ext cx="1537097" cy="51271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Distinguishing Customer Engagement II </a:t>
            </a:r>
            <a:r>
              <a:rPr lang="mr-IN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Discover &amp; Define</a:t>
            </a:r>
            <a:endParaRPr lang="en-US" sz="713" i="1" dirty="0">
              <a:solidFill>
                <a:schemeClr val="accent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 develop “discovery” / engage &amp; define skillset &amp; mindset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8" name="Rounded Rectangle 187"/>
          <p:cNvSpPr/>
          <p:nvPr/>
        </p:nvSpPr>
        <p:spPr>
          <a:xfrm>
            <a:off x="1818224" y="1595119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89" name="Oval 188"/>
          <p:cNvSpPr/>
          <p:nvPr/>
        </p:nvSpPr>
        <p:spPr>
          <a:xfrm>
            <a:off x="1740964" y="1532330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2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2975269" y="2066677"/>
            <a:ext cx="1537097" cy="395159"/>
          </a:xfrm>
          <a:prstGeom prst="roundRect">
            <a:avLst/>
          </a:prstGeom>
          <a:solidFill>
            <a:srgbClr val="68ABFB">
              <a:alpha val="50196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Customer Engagement Strategies &amp; Tactics III </a:t>
            </a:r>
            <a:r>
              <a:rPr lang="mr-IN" sz="600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600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600" b="1" i="1" dirty="0">
                <a:solidFill>
                  <a:schemeClr val="tx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Business Simulation</a:t>
            </a:r>
            <a:endParaRPr lang="en-US" sz="600" i="1" dirty="0">
              <a:solidFill>
                <a:schemeClr val="tx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 develop “discovery” / engage &amp; define skillset &amp; MIndset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3" name="Rounded Rectangle 192"/>
          <p:cNvSpPr/>
          <p:nvPr/>
        </p:nvSpPr>
        <p:spPr>
          <a:xfrm>
            <a:off x="2766177" y="2073527"/>
            <a:ext cx="147488" cy="395159"/>
          </a:xfrm>
          <a:prstGeom prst="roundRect">
            <a:avLst/>
          </a:prstGeom>
          <a:solidFill>
            <a:srgbClr val="68ABFB">
              <a:alpha val="50000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94" name="Oval 193"/>
          <p:cNvSpPr/>
          <p:nvPr/>
        </p:nvSpPr>
        <p:spPr>
          <a:xfrm>
            <a:off x="2688917" y="2010737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3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3842484" y="2545717"/>
            <a:ext cx="1537097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13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Distinguishing Customer Engagement IV </a:t>
            </a:r>
            <a:r>
              <a:rPr lang="mr-IN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–</a:t>
            </a:r>
            <a:r>
              <a:rPr lang="en-US" sz="713" b="1" i="1" dirty="0">
                <a:solidFill>
                  <a:schemeClr val="accent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Develop / Refine / Execute &amp; Expand</a:t>
            </a:r>
            <a:endParaRPr lang="en-US" sz="713" i="1" dirty="0">
              <a:solidFill>
                <a:schemeClr val="accent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Account Directors + Team Members</a:t>
            </a:r>
            <a:endParaRPr lang="en-US" sz="100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5553519" y="2545717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Apply &amp; Review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3633391" y="2552568"/>
            <a:ext cx="147488" cy="395159"/>
          </a:xfrm>
          <a:prstGeom prst="roundRect">
            <a:avLst/>
          </a:prstGeom>
          <a:solidFill>
            <a:srgbClr val="68ABFB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>
              <a:lnSpc>
                <a:spcPts val="450"/>
              </a:lnSpc>
            </a:pPr>
            <a:r>
              <a:rPr lang="en-US" sz="52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Virtual Pre-Session</a:t>
            </a:r>
          </a:p>
        </p:txBody>
      </p:sp>
      <p:sp>
        <p:nvSpPr>
          <p:cNvPr id="199" name="Oval 198"/>
          <p:cNvSpPr/>
          <p:nvPr/>
        </p:nvSpPr>
        <p:spPr>
          <a:xfrm>
            <a:off x="3556131" y="2489778"/>
            <a:ext cx="131389" cy="1280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4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376215" y="3394915"/>
            <a:ext cx="1417787" cy="384104"/>
          </a:xfrm>
          <a:prstGeom prst="roundRect">
            <a:avLst/>
          </a:prstGeom>
          <a:solidFill>
            <a:schemeClr val="bg1">
              <a:lumMod val="75000"/>
              <a:alpha val="40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Customer Engagement    T3 &amp; Certify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Janssen SCG Learning &amp; Development</a:t>
            </a:r>
          </a:p>
        </p:txBody>
      </p:sp>
      <p:sp>
        <p:nvSpPr>
          <p:cNvPr id="202" name="Oval 201"/>
          <p:cNvSpPr/>
          <p:nvPr/>
        </p:nvSpPr>
        <p:spPr>
          <a:xfrm>
            <a:off x="4311136" y="3343095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50165" y="1099264"/>
            <a:ext cx="254522" cy="1840058"/>
          </a:xfrm>
          <a:prstGeom prst="roundRect">
            <a:avLst/>
          </a:prstGeom>
          <a:solidFill>
            <a:srgbClr val="FFC000">
              <a:alpha val="29804"/>
            </a:srgbClr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sz="675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Strategic Customer Management &amp; Engagement Certification</a:t>
            </a:r>
          </a:p>
        </p:txBody>
      </p:sp>
      <p:sp>
        <p:nvSpPr>
          <p:cNvPr id="65" name="Oval 64"/>
          <p:cNvSpPr>
            <a:spLocks noChangeAspect="1"/>
          </p:cNvSpPr>
          <p:nvPr/>
        </p:nvSpPr>
        <p:spPr>
          <a:xfrm>
            <a:off x="8590862" y="1057713"/>
            <a:ext cx="130302" cy="130302"/>
          </a:xfrm>
          <a:prstGeom prst="ellipse">
            <a:avLst/>
          </a:prstGeom>
          <a:solidFill>
            <a:srgbClr val="F4930D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9471" y="3391124"/>
            <a:ext cx="1212497" cy="3841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25" b="1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CEF Fast Start</a:t>
            </a:r>
          </a:p>
          <a:p>
            <a:pPr algn="ctr"/>
            <a:r>
              <a:rPr lang="en-US" sz="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Janssen SCG Leaders</a:t>
            </a:r>
          </a:p>
        </p:txBody>
      </p:sp>
      <p:sp>
        <p:nvSpPr>
          <p:cNvPr id="81" name="Oval 80"/>
          <p:cNvSpPr/>
          <p:nvPr/>
        </p:nvSpPr>
        <p:spPr>
          <a:xfrm>
            <a:off x="569441" y="3341591"/>
            <a:ext cx="131389" cy="12807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75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05450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89" y="110490"/>
            <a:ext cx="6534623" cy="530915"/>
          </a:xfrm>
        </p:spPr>
        <p:txBody>
          <a:bodyPr/>
          <a:lstStyle/>
          <a:p>
            <a:r>
              <a:rPr lang="en-US" dirty="0"/>
              <a:t>Customer Engagement Competence Heatmap</a:t>
            </a:r>
            <a:br>
              <a:rPr lang="en-US" dirty="0"/>
            </a:br>
            <a:r>
              <a:rPr lang="en-US" sz="1350" dirty="0"/>
              <a:t>Competence Heatmap </a:t>
            </a:r>
            <a:r>
              <a:rPr lang="mr-IN" sz="1350" dirty="0"/>
              <a:t>–</a:t>
            </a:r>
            <a:r>
              <a:rPr lang="en-US" sz="1350" dirty="0"/>
              <a:t> Draft for Review</a:t>
            </a:r>
            <a:endParaRPr 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1BF0B4E-CE60-AB48-9D7E-4434414A7C3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7132" y="2535685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0" y="852888"/>
            <a:ext cx="1240376" cy="422060"/>
          </a:xfrm>
          <a:prstGeom prst="rect">
            <a:avLst/>
          </a:prstGeom>
          <a:solidFill>
            <a:srgbClr val="1F497D">
              <a:lumMod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90000"/>
              </a:lnSpc>
              <a:defRPr/>
            </a:pPr>
            <a:r>
              <a:rPr lang="en-US" sz="788" b="1" kern="0" spc="225" dirty="0">
                <a:solidFill>
                  <a:sysClr val="window" lastClr="FFFFFF"/>
                </a:solidFill>
                <a:latin typeface="Calibri"/>
              </a:rPr>
              <a:t>PROGRAM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1" y="1304046"/>
            <a:ext cx="1240376" cy="119021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90000"/>
              </a:lnSpc>
              <a:defRPr/>
            </a:pPr>
            <a:r>
              <a:rPr lang="en-US" sz="788" b="1" kern="0" spc="225" dirty="0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0" y="2533080"/>
            <a:ext cx="337934" cy="667320"/>
          </a:xfrm>
          <a:prstGeom prst="rect">
            <a:avLst/>
          </a:prstGeom>
          <a:solidFill>
            <a:srgbClr val="61C235"/>
          </a:solidFill>
          <a:ln w="25400" cap="flat" cmpd="sng" algn="ctr">
            <a:solidFill>
              <a:srgbClr val="6CD33C"/>
            </a:solidFill>
            <a:prstDash val="solid"/>
          </a:ln>
          <a:effectLst/>
        </p:spPr>
        <p:txBody>
          <a:bodyPr vert="vert270" rtlCol="0" anchor="ctr"/>
          <a:lstStyle/>
          <a:p>
            <a:pPr algn="ctr" defTabSz="685800">
              <a:lnSpc>
                <a:spcPct val="90000"/>
              </a:lnSpc>
              <a:defRPr/>
            </a:pPr>
            <a:r>
              <a:rPr lang="en-US" sz="750" b="1" kern="0" spc="225" dirty="0">
                <a:solidFill>
                  <a:sysClr val="window" lastClr="FFFFFF"/>
                </a:solidFill>
                <a:latin typeface="Calibri"/>
              </a:rPr>
              <a:t>Business Acumen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2846" y="2542201"/>
            <a:ext cx="847898" cy="2057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solidFill>
              <a:srgbClr val="6CD33C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Business Insights &amp; Planning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896722" y="2778125"/>
            <a:ext cx="847898" cy="2057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solidFill>
              <a:srgbClr val="6CD33C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Analytics &amp; Insight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1545" y="3014637"/>
            <a:ext cx="847898" cy="2057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 cap="flat" cmpd="sng" algn="ctr">
            <a:solidFill>
              <a:srgbClr val="6CD33C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Contracting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7132" y="2776985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7132" y="3008760"/>
            <a:ext cx="995859" cy="191641"/>
          </a:xfrm>
          <a:prstGeom prst="rect">
            <a:avLst/>
          </a:prstGeom>
          <a:solidFill>
            <a:srgbClr val="CC3E26"/>
          </a:solidFill>
          <a:ln w="635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t"/>
          <a:lstStyle/>
          <a:p>
            <a:pPr defTabSz="685800"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20700" y="3244851"/>
            <a:ext cx="1223919" cy="290401"/>
          </a:xfrm>
          <a:prstGeom prst="rect">
            <a:avLst/>
          </a:prstGeom>
          <a:solidFill>
            <a:srgbClr val="C3A81D"/>
          </a:solidFill>
          <a:ln w="28575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defTabSz="685800">
              <a:lnSpc>
                <a:spcPct val="80000"/>
              </a:lnSpc>
              <a:defRPr/>
            </a:pPr>
            <a:r>
              <a:rPr lang="en-US" sz="788" kern="0" spc="225" dirty="0">
                <a:solidFill>
                  <a:schemeClr val="bg1"/>
                </a:solidFill>
                <a:latin typeface="Calibri"/>
              </a:rPr>
              <a:t>Healthcare Ecosystem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14350" y="3589109"/>
            <a:ext cx="337934" cy="429597"/>
          </a:xfrm>
          <a:prstGeom prst="rect">
            <a:avLst/>
          </a:prstGeom>
          <a:solidFill>
            <a:srgbClr val="3DA1CD"/>
          </a:solidFill>
          <a:ln w="25400" cap="flat" cmpd="sng" algn="ctr">
            <a:solidFill>
              <a:srgbClr val="96BCEF"/>
            </a:solidFill>
            <a:prstDash val="solid"/>
          </a:ln>
          <a:effectLst/>
        </p:spPr>
        <p:txBody>
          <a:bodyPr vert="vert270" lIns="0" tIns="0" rIns="0" bIns="0" rtlCol="0" anchor="ctr"/>
          <a:lstStyle/>
          <a:p>
            <a:pPr algn="ctr" defTabSz="685800">
              <a:lnSpc>
                <a:spcPct val="110000"/>
              </a:lnSpc>
              <a:defRPr/>
            </a:pPr>
            <a:r>
              <a:rPr lang="en-US" sz="638" b="1" kern="0" dirty="0">
                <a:solidFill>
                  <a:sysClr val="window" lastClr="FFFFFF"/>
                </a:solidFill>
                <a:latin typeface="Calibri"/>
              </a:rPr>
              <a:t>Stakeholder Mgmt.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896722" y="3578225"/>
            <a:ext cx="847898" cy="2057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solidFill>
              <a:srgbClr val="3DA1CD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Consultative Stakeholder Management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1546" y="3821087"/>
            <a:ext cx="847898" cy="2057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solidFill>
              <a:srgbClr val="3DA1CD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Executive Presence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14350" y="4064570"/>
            <a:ext cx="337934" cy="46245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accent4"/>
            </a:solidFill>
            <a:prstDash val="solid"/>
          </a:ln>
          <a:effectLst/>
        </p:spPr>
        <p:txBody>
          <a:bodyPr vert="vert270" lIns="0" tIns="0" rIns="0" bIns="0" rtlCol="0" anchor="ctr"/>
          <a:lstStyle/>
          <a:p>
            <a:pPr algn="ctr" defTabSz="685800">
              <a:lnSpc>
                <a:spcPct val="110000"/>
              </a:lnSpc>
              <a:defRPr/>
            </a:pPr>
            <a:r>
              <a:rPr lang="en-US" sz="600" b="1" kern="0" dirty="0">
                <a:solidFill>
                  <a:sysClr val="window" lastClr="FFFFFF"/>
                </a:solidFill>
                <a:latin typeface="Calibri"/>
              </a:rPr>
              <a:t>Organization Agility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900596" y="4067175"/>
            <a:ext cx="846696" cy="2057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flat" cmpd="sng" algn="ctr">
            <a:solidFill>
              <a:srgbClr val="8064A2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Change Leadership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897421" y="4310037"/>
            <a:ext cx="849491" cy="2057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 cap="flat" cmpd="sng" algn="ctr">
            <a:solidFill>
              <a:srgbClr val="8064A2"/>
            </a:solidFill>
            <a:prstDash val="solid"/>
          </a:ln>
          <a:effectLst/>
        </p:spPr>
        <p:txBody>
          <a:bodyPr vert="horz" lIns="0" rIns="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600" kern="0" dirty="0">
                <a:latin typeface="Calibri"/>
              </a:rPr>
              <a:t>Prioritization of Resources &amp; Investment 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351" y="3244851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vert="horz" rtlCol="0" anchor="ctr"/>
          <a:lstStyle/>
          <a:p>
            <a:pPr defTabSz="685800">
              <a:lnSpc>
                <a:spcPct val="80000"/>
              </a:lnSpc>
              <a:defRPr/>
            </a:pPr>
            <a:endParaRPr lang="en-US" sz="788" kern="0" spc="225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352" y="3578227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solidFill>
              <a:srgbClr val="3DA1CD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801175" y="3821089"/>
            <a:ext cx="991298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352" y="4067176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801175" y="4310038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  <a:defRPr/>
            </a:pPr>
            <a:endParaRPr lang="en-US" sz="600" kern="0" dirty="0">
              <a:latin typeface="Calibri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832" y="2533080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832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832" y="3006154"/>
            <a:ext cx="995859" cy="191641"/>
          </a:xfrm>
          <a:prstGeom prst="rect">
            <a:avLst/>
          </a:prstGeom>
          <a:solidFill>
            <a:srgbClr val="CC3E26"/>
          </a:solidFill>
          <a:ln w="635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051" y="3242245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052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solidFill>
              <a:srgbClr val="61C235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9875" y="3818483"/>
            <a:ext cx="991298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5052" y="4064571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9875" y="4307433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solidFill>
              <a:srgbClr val="61C235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5007" y="2533080"/>
            <a:ext cx="995859" cy="19164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5007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5007" y="3006154"/>
            <a:ext cx="995859" cy="191641"/>
          </a:xfrm>
          <a:prstGeom prst="rect">
            <a:avLst/>
          </a:prstGeom>
          <a:solidFill>
            <a:srgbClr val="CC3E26"/>
          </a:solidFill>
          <a:ln w="635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4226" y="3242245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4227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9050" y="3818483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4227" y="4064571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9050" y="4307433"/>
            <a:ext cx="994474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4182" y="2533080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4182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4182" y="3006154"/>
            <a:ext cx="995859" cy="19164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3401" y="3242245"/>
            <a:ext cx="997649" cy="29040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3402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8225" y="3818483"/>
            <a:ext cx="991298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3402" y="4064571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8225" y="4307433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3185" y="2533080"/>
            <a:ext cx="1987736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3185" y="2774379"/>
            <a:ext cx="1987736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3185" y="3006154"/>
            <a:ext cx="1987736" cy="191641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1626" y="3242245"/>
            <a:ext cx="199130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1627" y="3575621"/>
            <a:ext cx="1978633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11254" y="3818483"/>
            <a:ext cx="1978633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01627" y="4064571"/>
            <a:ext cx="1984971" cy="195287"/>
          </a:xfrm>
          <a:prstGeom prst="rect">
            <a:avLst/>
          </a:prstGeom>
          <a:solidFill>
            <a:srgbClr val="E4AC16"/>
          </a:solidFill>
          <a:ln w="6350" cap="flat" cmpd="sng" algn="ctr">
            <a:solidFill>
              <a:srgbClr val="E4AC16"/>
            </a:solidFill>
            <a:prstDash val="solid"/>
          </a:ln>
          <a:effectLst/>
        </p:spPr>
        <p:txBody>
          <a:bodyPr vert="horz" rtlCol="0" anchor="ctr"/>
          <a:lstStyle/>
          <a:p>
            <a:pPr algn="ctr" defTabSz="685800">
              <a:lnSpc>
                <a:spcPct val="80000"/>
              </a:lnSpc>
            </a:pPr>
            <a:endParaRPr lang="en-US" sz="600" kern="0" dirty="0">
              <a:latin typeface="Calibri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911254" y="4307433"/>
            <a:ext cx="1984971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1707" y="2533080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1707" y="2774379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1707" y="3006154"/>
            <a:ext cx="995859" cy="19164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0926" y="3242245"/>
            <a:ext cx="997649" cy="290401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0927" y="3575621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5750" y="3818483"/>
            <a:ext cx="991298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0927" y="4064571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5750" y="4307433"/>
            <a:ext cx="994474" cy="195287"/>
          </a:xfrm>
          <a:prstGeom prst="rect">
            <a:avLst/>
          </a:prstGeom>
          <a:solidFill>
            <a:srgbClr val="50A12B"/>
          </a:solidFill>
          <a:ln w="635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/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243637" y="4486275"/>
            <a:ext cx="782469" cy="196208"/>
            <a:chOff x="704850" y="45545"/>
            <a:chExt cx="1043291" cy="384889"/>
          </a:xfrm>
        </p:grpSpPr>
        <p:sp>
          <p:nvSpPr>
            <p:cNvPr id="4" name="TextBox 3"/>
            <p:cNvSpPr txBox="1"/>
            <p:nvPr/>
          </p:nvSpPr>
          <p:spPr>
            <a:xfrm>
              <a:off x="939800" y="45545"/>
              <a:ext cx="808341" cy="3848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75" dirty="0"/>
                <a:t>High Impact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8496D5B-A4A6-49B7-A8D6-BCB358376FED}"/>
                </a:ext>
              </a:extLst>
            </p:cNvPr>
            <p:cNvSpPr/>
            <p:nvPr/>
          </p:nvSpPr>
          <p:spPr>
            <a:xfrm>
              <a:off x="704850" y="125479"/>
              <a:ext cx="285750" cy="217421"/>
            </a:xfrm>
            <a:prstGeom prst="rect">
              <a:avLst/>
            </a:prstGeom>
            <a:solidFill>
              <a:srgbClr val="50A12B"/>
            </a:solidFill>
            <a:ln w="6350" cap="flat" cmpd="sng" algn="ctr">
              <a:solidFill>
                <a:srgbClr val="61C235"/>
              </a:solidFill>
              <a:prstDash val="solid"/>
            </a:ln>
            <a:effectLst/>
          </p:spPr>
          <p:txBody>
            <a:bodyPr rtlCol="0" anchor="t"/>
            <a:lstStyle/>
            <a:p>
              <a:pPr defTabSz="685800">
                <a:defRPr/>
              </a:pPr>
              <a:endParaRPr lang="en-US" sz="375" kern="0" dirty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096125" y="4486275"/>
            <a:ext cx="918724" cy="196208"/>
            <a:chOff x="1841500" y="58245"/>
            <a:chExt cx="1224965" cy="384889"/>
          </a:xfrm>
        </p:grpSpPr>
        <p:sp>
          <p:nvSpPr>
            <p:cNvPr id="148" name="TextBox 147"/>
            <p:cNvSpPr txBox="1"/>
            <p:nvPr/>
          </p:nvSpPr>
          <p:spPr>
            <a:xfrm>
              <a:off x="2076451" y="58245"/>
              <a:ext cx="990014" cy="3848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75" dirty="0"/>
                <a:t>Medium Impact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58496D5B-A4A6-49B7-A8D6-BCB358376FED}"/>
                </a:ext>
              </a:extLst>
            </p:cNvPr>
            <p:cNvSpPr/>
            <p:nvPr/>
          </p:nvSpPr>
          <p:spPr>
            <a:xfrm>
              <a:off x="1841500" y="138179"/>
              <a:ext cx="285750" cy="217421"/>
            </a:xfrm>
            <a:prstGeom prst="rect">
              <a:avLst/>
            </a:prstGeom>
            <a:solidFill>
              <a:srgbClr val="E4AC16"/>
            </a:solidFill>
            <a:ln w="6350" cap="flat" cmpd="sng" algn="ctr">
              <a:solidFill>
                <a:srgbClr val="E4AC16"/>
              </a:solidFill>
              <a:prstDash val="solid"/>
            </a:ln>
            <a:effectLst/>
          </p:spPr>
          <p:txBody>
            <a:bodyPr rtlCol="0" anchor="t"/>
            <a:lstStyle/>
            <a:p>
              <a:pPr defTabSz="685800">
                <a:defRPr/>
              </a:pPr>
              <a:endParaRPr lang="en-US" sz="375" kern="0" dirty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113905" y="4486275"/>
            <a:ext cx="768041" cy="196208"/>
            <a:chOff x="3211239" y="7445"/>
            <a:chExt cx="1024055" cy="384889"/>
          </a:xfrm>
        </p:grpSpPr>
        <p:sp>
          <p:nvSpPr>
            <p:cNvPr id="150" name="TextBox 149"/>
            <p:cNvSpPr txBox="1"/>
            <p:nvPr/>
          </p:nvSpPr>
          <p:spPr>
            <a:xfrm>
              <a:off x="3446188" y="7445"/>
              <a:ext cx="789106" cy="3848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75" dirty="0"/>
                <a:t>Low Impact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8496D5B-A4A6-49B7-A8D6-BCB358376FED}"/>
                </a:ext>
              </a:extLst>
            </p:cNvPr>
            <p:cNvSpPr/>
            <p:nvPr/>
          </p:nvSpPr>
          <p:spPr>
            <a:xfrm>
              <a:off x="3211239" y="87379"/>
              <a:ext cx="285750" cy="217421"/>
            </a:xfrm>
            <a:prstGeom prst="rect">
              <a:avLst/>
            </a:prstGeom>
            <a:solidFill>
              <a:srgbClr val="CC3E26"/>
            </a:solidFill>
            <a:ln w="6350" cap="flat" cmpd="sng" algn="ctr">
              <a:solidFill>
                <a:srgbClr val="C0504D"/>
              </a:solidFill>
              <a:prstDash val="solid"/>
            </a:ln>
            <a:effectLst/>
          </p:spPr>
          <p:txBody>
            <a:bodyPr rtlCol="0" anchor="t"/>
            <a:lstStyle/>
            <a:p>
              <a:pPr defTabSz="685800"/>
              <a:endParaRPr lang="en-US" sz="375" kern="0" dirty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5892787" y="1320736"/>
            <a:ext cx="988610" cy="1164769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Account Plan 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Guidelines &amp; Customer Engagement Storyboard </a:t>
            </a: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(Live / 1-day)</a:t>
            </a:r>
          </a:p>
          <a:p>
            <a:pPr marL="44054" indent="-44054" defTabSz="685800">
              <a:lnSpc>
                <a:spcPct val="90000"/>
              </a:lnSpc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Account Teams develop account strategy &amp; tactics to accelerate revenue / value creation</a:t>
            </a:r>
          </a:p>
          <a:p>
            <a:pPr marL="44054" indent="-44054" defTabSz="685800">
              <a:lnSpc>
                <a:spcPct val="90000"/>
              </a:lnSpc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Option: 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Team validate discovery insights &amp; mutual opportunity with customer stakeholders</a:t>
            </a:r>
          </a:p>
          <a:p>
            <a:pPr marL="44054" indent="-44054" defTabSz="685800">
              <a:lnSpc>
                <a:spcPct val="90000"/>
              </a:lnSpc>
              <a:spcAft>
                <a:spcPts val="150"/>
              </a:spcAft>
              <a:buFont typeface="Arial" panose="020B0604020202020204" pitchFamily="34" charset="0"/>
              <a:buChar char="•"/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Teams present Customer Engagement Storyboard Account Plan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796430" y="1320736"/>
            <a:ext cx="995859" cy="1162586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86916" indent="-86916" defTabSz="685800">
              <a:buFont typeface="Arial"/>
              <a:buChar char="•"/>
              <a:defRPr/>
            </a:pP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2102" y="1320736"/>
            <a:ext cx="995859" cy="1172210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>
              <a:spcAft>
                <a:spcPts val="450"/>
              </a:spcAft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2854046" y="1346737"/>
            <a:ext cx="777510" cy="563231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Bef>
                <a:spcPts val="75"/>
              </a:spcBef>
              <a:spcAft>
                <a:spcPts val="75"/>
              </a:spcAft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II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 and/or live / 90 </a:t>
            </a:r>
            <a:r>
              <a:rPr lang="mr-IN" sz="375" kern="0" dirty="0">
                <a:solidFill>
                  <a:sysClr val="windowText" lastClr="000000"/>
                </a:solidFill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</a:rPr>
              <a:t> 120 min.)</a:t>
            </a:r>
            <a:endParaRPr lang="en-US" sz="450" b="1" kern="0" dirty="0">
              <a:solidFill>
                <a:sysClr val="windowText" lastClr="000000"/>
              </a:solidFill>
            </a:endParaRP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Elevate &amp; Expand Relationships</a:t>
            </a:r>
          </a:p>
          <a:p>
            <a:pPr defTabSz="685800">
              <a:spcBef>
                <a:spcPts val="75"/>
              </a:spcBef>
              <a:spcAft>
                <a:spcPts val="75"/>
              </a:spcAft>
            </a:pPr>
            <a:endParaRPr lang="en-US" sz="450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3840952" y="1320736"/>
            <a:ext cx="995859" cy="1172210"/>
          </a:xfrm>
          <a:prstGeom prst="rect">
            <a:avLst/>
          </a:prstGeom>
          <a:solidFill>
            <a:srgbClr val="C1D9FF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lnSpc>
                <a:spcPct val="90000"/>
              </a:lnSpc>
              <a:spcAft>
                <a:spcPts val="150"/>
              </a:spcAft>
              <a:defRPr/>
            </a:pP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BEST </a:t>
            </a:r>
            <a:r>
              <a:rPr lang="mr-IN" sz="525" b="1" kern="0" dirty="0">
                <a:solidFill>
                  <a:sysClr val="windowText" lastClr="000000"/>
                </a:solidFill>
                <a:latin typeface="Calibri"/>
              </a:rPr>
              <a:t>–</a:t>
            </a:r>
            <a:r>
              <a:rPr lang="en-US" sz="525" b="1" kern="0" dirty="0">
                <a:solidFill>
                  <a:sysClr val="windowText" lastClr="000000"/>
                </a:solidFill>
                <a:latin typeface="Calibri"/>
              </a:rPr>
              <a:t> Customer Engagement Strategies &amp; Tactics </a:t>
            </a:r>
            <a:r>
              <a:rPr lang="en-US" sz="375" kern="0" dirty="0">
                <a:solidFill>
                  <a:sysClr val="windowText" lastClr="000000"/>
                </a:solidFill>
                <a:latin typeface="Calibri"/>
              </a:rPr>
              <a:t>(live / 1.5 </a:t>
            </a:r>
            <a:r>
              <a:rPr lang="mr-IN" sz="375" kern="0" dirty="0">
                <a:solidFill>
                  <a:sysClr val="windowText" lastClr="000000"/>
                </a:solidFill>
                <a:latin typeface="Calibri"/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  <a:latin typeface="Calibri"/>
              </a:rPr>
              <a:t> 2 days)</a:t>
            </a:r>
          </a:p>
          <a:p>
            <a:pPr marL="44054" indent="-44054" defTabSz="685800">
              <a:lnSpc>
                <a:spcPct val="90000"/>
              </a:lnSpc>
              <a:spcBef>
                <a:spcPts val="15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/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Business case driven, real-world, simulation</a:t>
            </a:r>
          </a:p>
          <a:p>
            <a:pPr marL="44054" indent="-44054" defTabSz="685800">
              <a:lnSpc>
                <a:spcPct val="90000"/>
              </a:lnSpc>
              <a:spcBef>
                <a:spcPts val="15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/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Customer Engagement Real Plays</a:t>
            </a:r>
          </a:p>
          <a:p>
            <a:pPr marL="44054" indent="-44054" defTabSz="685800">
              <a:lnSpc>
                <a:spcPct val="90000"/>
              </a:lnSpc>
              <a:spcBef>
                <a:spcPts val="150"/>
              </a:spcBef>
              <a:spcAft>
                <a:spcPts val="225"/>
              </a:spcAft>
              <a:buFont typeface="Arial" panose="020B0604020202020204" pitchFamily="34" charset="0"/>
              <a:buChar char="•"/>
              <a:defRPr/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Application of principles &amp; tools (Discover &amp; Define stages)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1574" y="1320736"/>
            <a:ext cx="995859" cy="1172210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spcAft>
                <a:spcPts val="450"/>
              </a:spcAft>
              <a:defRPr/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4927588" y="1361063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Define Value-Enabled Solutions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5015385" y="1639920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Engage &amp; Align Internal Resources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5103183" y="1918778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Competitive Position  – SWOT / Value Canvas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5204465" y="2197636"/>
            <a:ext cx="636205" cy="225160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</a:pPr>
            <a:r>
              <a:rPr lang="en-US" sz="488" kern="0" dirty="0">
                <a:solidFill>
                  <a:sysClr val="windowText" lastClr="000000"/>
                </a:solidFill>
                <a:latin typeface="Calibri"/>
              </a:rPr>
              <a:t>Personalized Value Proposition / Business Case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6906683" y="1323217"/>
            <a:ext cx="995859" cy="1162288"/>
          </a:xfrm>
          <a:prstGeom prst="rect">
            <a:avLst/>
          </a:prstGeom>
          <a:solidFill>
            <a:srgbClr val="4BACC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lnSpc>
                <a:spcPct val="90000"/>
              </a:lnSpc>
              <a:spcAft>
                <a:spcPts val="300"/>
              </a:spcAft>
              <a:defRPr/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6972287" y="1376845"/>
            <a:ext cx="873870" cy="303836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3175" cap="flat" cmpd="sng" algn="ctr">
            <a:solidFill>
              <a:srgbClr val="4BACC6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spcAft>
                <a:spcPts val="75"/>
              </a:spcAft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Account Review</a:t>
            </a:r>
          </a:p>
          <a:p>
            <a:pPr algn="ctr" defTabSz="685800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375" kern="0" dirty="0">
                <a:solidFill>
                  <a:sysClr val="windowText" lastClr="000000"/>
                </a:solidFill>
              </a:rPr>
              <a:t>(Virtual / 60 </a:t>
            </a:r>
            <a:r>
              <a:rPr lang="mr-IN" sz="375" kern="0" dirty="0">
                <a:solidFill>
                  <a:sysClr val="windowText" lastClr="000000"/>
                </a:solidFill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</a:rPr>
              <a:t> 90 min)</a:t>
            </a:r>
            <a:endParaRPr lang="en-US" sz="525" kern="0" dirty="0">
              <a:solidFill>
                <a:sysClr val="windowText" lastClr="000000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6972287" y="1711967"/>
            <a:ext cx="873870" cy="387332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3175" cap="flat" cmpd="sng" algn="ctr">
            <a:solidFill>
              <a:srgbClr val="4BACC6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spcAft>
                <a:spcPts val="75"/>
              </a:spcAft>
              <a:defRPr/>
            </a:pPr>
            <a:r>
              <a:rPr lang="en-US" sz="525" i="1" kern="0" dirty="0">
                <a:solidFill>
                  <a:sysClr val="windowText" lastClr="000000"/>
                </a:solidFill>
                <a:latin typeface="Calibri"/>
              </a:rPr>
              <a:t>Key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 next steps &amp; resources to accelerate value + execute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6976554" y="2130584"/>
            <a:ext cx="873870" cy="303836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3175" cap="flat" cmpd="sng" algn="ctr">
            <a:solidFill>
              <a:srgbClr val="4BACC6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spcAft>
                <a:spcPts val="75"/>
              </a:spcAft>
              <a:defRPr/>
            </a:pPr>
            <a:r>
              <a:rPr lang="en-US" sz="525" kern="0" dirty="0">
                <a:solidFill>
                  <a:sysClr val="windowText" lastClr="000000"/>
                </a:solidFill>
                <a:latin typeface="Calibri"/>
              </a:rPr>
              <a:t>Challenge </a:t>
            </a:r>
            <a:r>
              <a:rPr lang="en-US" sz="525" kern="0" dirty="0">
                <a:solidFill>
                  <a:sysClr val="windowText" lastClr="000000"/>
                </a:solidFill>
                <a:latin typeface="Calibri"/>
                <a:sym typeface="Wingdings"/>
              </a:rPr>
              <a:t> What Matters Next  Commit</a:t>
            </a:r>
            <a:endParaRPr lang="en-US" sz="52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7928041" y="1323217"/>
            <a:ext cx="995859" cy="1157500"/>
          </a:xfrm>
          <a:prstGeom prst="rect">
            <a:avLst/>
          </a:prstGeom>
          <a:solidFill>
            <a:srgbClr val="C8B7E0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defTabSz="685800">
              <a:spcAft>
                <a:spcPts val="450"/>
              </a:spcAft>
              <a:defRPr/>
            </a:pPr>
            <a:endParaRPr lang="en-US" sz="525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1351310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800">
              <a:lnSpc>
                <a:spcPct val="8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Leading High Performance Account Teams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1723748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0" rIns="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Value Exchange</a:t>
            </a:r>
          </a:p>
          <a:p>
            <a:pPr algn="ctr" defTabSz="685766">
              <a:lnSpc>
                <a:spcPct val="90000"/>
              </a:lnSpc>
              <a:defRPr/>
            </a:pPr>
            <a:r>
              <a:rPr lang="en-US" sz="353" kern="0" dirty="0">
                <a:solidFill>
                  <a:sysClr val="windowText" lastClr="000000"/>
                </a:solidFill>
                <a:latin typeface="Calibri"/>
              </a:rPr>
              <a:t>Leading Negotiation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1909967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Strategic Thinking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2096186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Executive Engagement</a:t>
            </a:r>
          </a:p>
          <a:p>
            <a:pPr algn="ctr" defTabSz="685766">
              <a:lnSpc>
                <a:spcPct val="90000"/>
              </a:lnSpc>
              <a:defRPr/>
            </a:pPr>
            <a:r>
              <a:rPr lang="en-US" sz="375" kern="0" dirty="0">
                <a:solidFill>
                  <a:sysClr val="windowText" lastClr="000000"/>
                </a:solidFill>
                <a:latin typeface="Calibri"/>
              </a:rPr>
              <a:t>Crucial Conversations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26344" y="1537529"/>
            <a:ext cx="79908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0" rIns="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Value Quantification</a:t>
            </a:r>
          </a:p>
          <a:p>
            <a:pPr algn="ctr" defTabSz="685766">
              <a:lnSpc>
                <a:spcPct val="90000"/>
              </a:lnSpc>
              <a:defRPr/>
            </a:pPr>
            <a:r>
              <a:rPr lang="en-US" sz="353" kern="0" dirty="0">
                <a:solidFill>
                  <a:sysClr val="windowText" lastClr="000000"/>
                </a:solidFill>
                <a:latin typeface="Calibri"/>
              </a:rPr>
              <a:t>Understanding Customer Financials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8032247" y="2282406"/>
            <a:ext cx="785370" cy="150099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3175" cap="flat" cmpd="sng" algn="ctr">
            <a:solidFill>
              <a:srgbClr val="8064A2">
                <a:lumMod val="50000"/>
              </a:srgbClr>
            </a:solidFill>
            <a:prstDash val="sysDash"/>
          </a:ln>
          <a:effectLst/>
        </p:spPr>
        <p:txBody>
          <a:bodyPr lIns="68580" rtlCol="0" anchor="ctr"/>
          <a:lstStyle/>
          <a:p>
            <a:pPr algn="ctr" defTabSz="685766">
              <a:lnSpc>
                <a:spcPct val="90000"/>
              </a:lnSpc>
              <a:defRPr/>
            </a:pPr>
            <a:r>
              <a:rPr lang="en-US" sz="450" kern="0" dirty="0">
                <a:solidFill>
                  <a:sysClr val="windowText" lastClr="000000"/>
                </a:solidFill>
                <a:latin typeface="Calibri"/>
              </a:rPr>
              <a:t>SAM Masters</a:t>
            </a:r>
            <a:endParaRPr lang="en-US" sz="375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1834602" y="1742249"/>
            <a:ext cx="909828" cy="388336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Aft>
                <a:spcPts val="75"/>
              </a:spcAft>
              <a:defRPr/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 </a:t>
            </a:r>
            <a:r>
              <a:rPr lang="en-US" sz="375" kern="0" dirty="0">
                <a:solidFill>
                  <a:sysClr val="windowText" lastClr="000000"/>
                </a:solidFill>
              </a:rPr>
              <a:t>(SCG Nat Meet / 3 hr.)</a:t>
            </a: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Discover Deep Dive</a:t>
            </a: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What Matters Next?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1835895" y="1349592"/>
            <a:ext cx="909828" cy="354295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(Virtual) / 90 min.)</a:t>
            </a:r>
            <a:endParaRPr lang="en-US" sz="450" kern="0" dirty="0">
              <a:solidFill>
                <a:sysClr val="windowText" lastClr="000000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1834602" y="2181885"/>
            <a:ext cx="909828" cy="240911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Aft>
                <a:spcPts val="75"/>
              </a:spcAft>
              <a:defRPr/>
            </a:pPr>
            <a:r>
              <a:rPr lang="en-US" sz="450" b="1" kern="0" dirty="0">
                <a:solidFill>
                  <a:sysClr val="windowText" lastClr="000000"/>
                </a:solidFill>
              </a:rPr>
              <a:t>Apply, Review &amp; Coach: Discover / Deepen Insights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 / 90 min.)</a:t>
            </a:r>
            <a:endParaRPr lang="en-US" sz="450" kern="0" dirty="0">
              <a:solidFill>
                <a:sysClr val="windowText" lastClr="000000"/>
              </a:solidFill>
            </a:endParaRPr>
          </a:p>
          <a:p>
            <a:pPr defTabSz="685800">
              <a:spcAft>
                <a:spcPts val="75"/>
              </a:spcAft>
              <a:defRPr/>
            </a:pPr>
            <a:endParaRPr lang="en-US" sz="450" kern="0" dirty="0">
              <a:solidFill>
                <a:sysClr val="windowText" lastClr="000000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1613B2C-1B3F-4517-A52E-0C990F55A980}"/>
              </a:ext>
            </a:extLst>
          </p:cNvPr>
          <p:cNvSpPr/>
          <p:nvPr/>
        </p:nvSpPr>
        <p:spPr>
          <a:xfrm>
            <a:off x="3007057" y="1999593"/>
            <a:ext cx="777510" cy="423203"/>
          </a:xfrm>
          <a:prstGeom prst="rect">
            <a:avLst/>
          </a:prstGeom>
          <a:solidFill>
            <a:srgbClr val="68ABFB">
              <a:alpha val="40000"/>
            </a:srgbClr>
          </a:solidFill>
          <a:ln w="3175" cap="flat" cmpd="sng" algn="ctr">
            <a:solidFill>
              <a:srgbClr val="68ABFB"/>
            </a:solidFill>
            <a:prstDash val="sysDash"/>
          </a:ln>
          <a:effectLst/>
        </p:spPr>
        <p:txBody>
          <a:bodyPr lIns="34290" rIns="34290" rtlCol="0" anchor="t"/>
          <a:lstStyle/>
          <a:p>
            <a:pPr defTabSz="685800">
              <a:spcBef>
                <a:spcPts val="75"/>
              </a:spcBef>
              <a:spcAft>
                <a:spcPts val="75"/>
              </a:spcAft>
            </a:pPr>
            <a:r>
              <a:rPr lang="en-US" sz="450" b="1" kern="0" dirty="0">
                <a:solidFill>
                  <a:sysClr val="windowText" lastClr="000000"/>
                </a:solidFill>
              </a:rPr>
              <a:t>Distinguishing Customer Engagement </a:t>
            </a:r>
            <a:r>
              <a:rPr lang="mr-IN" sz="450" b="1" kern="0" dirty="0">
                <a:solidFill>
                  <a:sysClr val="windowText" lastClr="000000"/>
                </a:solidFill>
                <a:latin typeface="Mangal"/>
              </a:rPr>
              <a:t>–</a:t>
            </a:r>
            <a:r>
              <a:rPr lang="en-US" sz="450" b="1" kern="0" dirty="0">
                <a:solidFill>
                  <a:sysClr val="windowText" lastClr="000000"/>
                </a:solidFill>
              </a:rPr>
              <a:t> II </a:t>
            </a:r>
            <a:r>
              <a:rPr lang="en-US" sz="375" kern="0" dirty="0">
                <a:solidFill>
                  <a:sysClr val="windowText" lastClr="000000"/>
                </a:solidFill>
              </a:rPr>
              <a:t>(Virtual and/or live / 90 </a:t>
            </a:r>
            <a:r>
              <a:rPr lang="mr-IN" sz="375" kern="0" dirty="0">
                <a:solidFill>
                  <a:sysClr val="windowText" lastClr="000000"/>
                </a:solidFill>
              </a:rPr>
              <a:t>–</a:t>
            </a:r>
            <a:r>
              <a:rPr lang="en-US" sz="375" kern="0" dirty="0">
                <a:solidFill>
                  <a:sysClr val="windowText" lastClr="000000"/>
                </a:solidFill>
              </a:rPr>
              <a:t> 120 min.)</a:t>
            </a:r>
            <a:endParaRPr lang="en-US" sz="450" b="1" kern="0" dirty="0">
              <a:solidFill>
                <a:sysClr val="windowText" lastClr="000000"/>
              </a:solidFill>
            </a:endParaRPr>
          </a:p>
          <a:p>
            <a:pPr marL="44054" indent="-44054" defTabSz="685800">
              <a:lnSpc>
                <a:spcPct val="80000"/>
              </a:lnSpc>
              <a:spcBef>
                <a:spcPts val="75"/>
              </a:spcBef>
              <a:spcAft>
                <a:spcPts val="75"/>
              </a:spcAft>
              <a:buFont typeface="Arial" panose="020B0604020202020204" pitchFamily="34" charset="0"/>
              <a:buChar char="•"/>
              <a:defRPr/>
            </a:pPr>
            <a:r>
              <a:rPr lang="en-US" sz="450" kern="0" dirty="0">
                <a:solidFill>
                  <a:sysClr val="windowText" lastClr="000000"/>
                </a:solidFill>
              </a:rPr>
              <a:t>Align &amp; Prioritize Opportunities</a:t>
            </a:r>
          </a:p>
          <a:p>
            <a:pPr defTabSz="685800">
              <a:spcBef>
                <a:spcPts val="75"/>
              </a:spcBef>
              <a:spcAft>
                <a:spcPts val="75"/>
              </a:spcAft>
            </a:pPr>
            <a:endParaRPr lang="en-US" sz="450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87627B2-FECD-4457-8EA5-A283D4FA24FA}"/>
              </a:ext>
            </a:extLst>
          </p:cNvPr>
          <p:cNvSpPr/>
          <p:nvPr/>
        </p:nvSpPr>
        <p:spPr>
          <a:xfrm>
            <a:off x="5885756" y="854443"/>
            <a:ext cx="995859" cy="422060"/>
          </a:xfrm>
          <a:prstGeom prst="rect">
            <a:avLst/>
          </a:prstGeom>
          <a:solidFill>
            <a:srgbClr val="459FB7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defTabSz="685800">
              <a:spcBef>
                <a:spcPts val="150"/>
              </a:spcBef>
              <a:spcAft>
                <a:spcPts val="75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5. Elevate Customer Engagement </a:t>
            </a:r>
            <a:r>
              <a:rPr lang="en-US" sz="675" b="1" i="1" kern="0" dirty="0">
                <a:solidFill>
                  <a:sysClr val="window" lastClr="FFFFFF"/>
                </a:solidFill>
                <a:latin typeface="Calibri"/>
              </a:rPr>
              <a:t>- Live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  <a:latin typeface="Calibri"/>
              </a:rPr>
              <a:t>Strategic Account Plan / 1 day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1801175" y="854443"/>
            <a:ext cx="995859" cy="422060"/>
          </a:xfrm>
          <a:prstGeom prst="rect">
            <a:avLst/>
          </a:prstGeom>
          <a:solidFill>
            <a:schemeClr val="tx2">
              <a:alpha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lnSpc>
                <a:spcPts val="713"/>
              </a:lnSpc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1. Distinguishing Customer Engagement I </a:t>
            </a:r>
            <a:r>
              <a:rPr lang="mr-IN" sz="675" b="1" kern="0" dirty="0">
                <a:solidFill>
                  <a:sysClr val="window" lastClr="FFFFFF"/>
                </a:solidFill>
                <a:latin typeface="Calibri"/>
              </a:rPr>
              <a:t>–</a:t>
            </a: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 </a:t>
            </a:r>
            <a:r>
              <a:rPr lang="en-US" sz="600" b="1" i="1" kern="0" dirty="0">
                <a:solidFill>
                  <a:sysClr val="window" lastClr="FFFFFF"/>
                </a:solidFill>
                <a:latin typeface="Calibri"/>
              </a:rPr>
              <a:t>Discover</a:t>
            </a:r>
          </a:p>
          <a:p>
            <a:pPr algn="ctr"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Virtual / SCG National Meeting 0.5 + 0.5 Days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3BCF5EC-A6B0-47FE-B98E-B0066F1D6FD7}"/>
              </a:ext>
            </a:extLst>
          </p:cNvPr>
          <p:cNvSpPr/>
          <p:nvPr/>
        </p:nvSpPr>
        <p:spPr>
          <a:xfrm>
            <a:off x="3843465" y="854443"/>
            <a:ext cx="995859" cy="422060"/>
          </a:xfrm>
          <a:prstGeom prst="rect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3. Customer Engagement Strategies &amp; Tactics III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  <a:latin typeface="Calibri"/>
              </a:rPr>
              <a:t>Business Simulation / Real Plays / 1.5 Days Live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4866319" y="854443"/>
            <a:ext cx="995859" cy="422060"/>
          </a:xfrm>
          <a:prstGeom prst="rect">
            <a:avLst/>
          </a:prstGeom>
          <a:solidFill>
            <a:schemeClr val="tx2">
              <a:alpha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lnSpc>
                <a:spcPts val="713"/>
              </a:lnSpc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4. Distinguishing Customer Engagement IV </a:t>
            </a:r>
            <a:r>
              <a:rPr lang="mr-IN" sz="675" b="1" kern="0" dirty="0">
                <a:solidFill>
                  <a:sysClr val="window" lastClr="FFFFFF"/>
                </a:solidFill>
                <a:latin typeface="Calibri"/>
              </a:rPr>
              <a:t>–</a:t>
            </a: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 </a:t>
            </a:r>
            <a:r>
              <a:rPr lang="en-US" sz="563" b="1" i="1" kern="0" dirty="0">
                <a:solidFill>
                  <a:sysClr val="window" lastClr="FFFFFF"/>
                </a:solidFill>
                <a:latin typeface="Calibri"/>
              </a:rPr>
              <a:t>Develop/Refine/Execute/Expand</a:t>
            </a:r>
          </a:p>
          <a:p>
            <a:pPr algn="ctr" defTabSz="685800">
              <a:lnSpc>
                <a:spcPts val="713"/>
              </a:lnSpc>
            </a:pPr>
            <a:r>
              <a:rPr lang="en-US" sz="450" kern="0" dirty="0">
                <a:solidFill>
                  <a:sysClr val="window" lastClr="FFFFFF"/>
                </a:solidFill>
              </a:rPr>
              <a:t>Virtual and/or 1 Day Live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E2910E3-2BB9-4B87-B164-8D849CC66CE2}"/>
              </a:ext>
            </a:extLst>
          </p:cNvPr>
          <p:cNvSpPr/>
          <p:nvPr/>
        </p:nvSpPr>
        <p:spPr>
          <a:xfrm>
            <a:off x="6906901" y="854443"/>
            <a:ext cx="995859" cy="422060"/>
          </a:xfrm>
          <a:prstGeom prst="rect">
            <a:avLst/>
          </a:prstGeom>
          <a:solidFill>
            <a:srgbClr val="459FB7"/>
          </a:solidFill>
          <a:ln w="25400" cap="flat" cmpd="sng" algn="ctr">
            <a:noFill/>
            <a:prstDash val="solid"/>
          </a:ln>
          <a:effectLst/>
        </p:spPr>
        <p:txBody>
          <a:bodyPr lIns="20574" rIns="20574" rtlCol="0" anchor="t"/>
          <a:lstStyle/>
          <a:p>
            <a:pPr algn="ctr" defTabSz="685800">
              <a:lnSpc>
                <a:spcPts val="713"/>
              </a:lnSpc>
              <a:spcAft>
                <a:spcPts val="150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6.  Collaborative Business Alignment &amp; Joint Planning</a:t>
            </a:r>
          </a:p>
          <a:p>
            <a:pPr algn="ctr" defTabSz="685800">
              <a:lnSpc>
                <a:spcPts val="600"/>
              </a:lnSpc>
              <a:defRPr/>
            </a:pPr>
            <a:r>
              <a:rPr lang="en-US" sz="450" kern="0" dirty="0">
                <a:solidFill>
                  <a:sysClr val="window" lastClr="FFFFFF"/>
                </a:solidFill>
                <a:latin typeface="Calibri"/>
              </a:rPr>
              <a:t>Live 0.5 Day / Customer &amp; Account Team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C6EC44D-1CD9-43ED-AD48-D83A6C36E99D}"/>
              </a:ext>
            </a:extLst>
          </p:cNvPr>
          <p:cNvSpPr/>
          <p:nvPr/>
        </p:nvSpPr>
        <p:spPr>
          <a:xfrm>
            <a:off x="7928046" y="854443"/>
            <a:ext cx="995859" cy="422060"/>
          </a:xfrm>
          <a:prstGeom prst="rect">
            <a:avLst/>
          </a:prstGeom>
          <a:solidFill>
            <a:srgbClr val="7030A0"/>
          </a:solidFill>
          <a:ln w="25400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7. SAM Masters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Virtual and/or Live</a:t>
            </a:r>
          </a:p>
          <a:p>
            <a:pPr algn="ctr" defTabSz="685800">
              <a:spcBef>
                <a:spcPts val="150"/>
              </a:spcBef>
              <a:spcAft>
                <a:spcPts val="150"/>
              </a:spcAft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0.5 </a:t>
            </a:r>
            <a:r>
              <a:rPr lang="mr-IN" sz="450" kern="0" dirty="0">
                <a:solidFill>
                  <a:sysClr val="window" lastClr="FFFFFF"/>
                </a:solidFill>
              </a:rPr>
              <a:t>–</a:t>
            </a:r>
            <a:r>
              <a:rPr lang="en-US" sz="450" kern="0" dirty="0">
                <a:solidFill>
                  <a:sysClr val="window" lastClr="FFFFFF"/>
                </a:solidFill>
              </a:rPr>
              <a:t> 2 Days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58496D5B-A4A6-49B7-A8D6-BCB358376FED}"/>
              </a:ext>
            </a:extLst>
          </p:cNvPr>
          <p:cNvSpPr/>
          <p:nvPr/>
        </p:nvSpPr>
        <p:spPr>
          <a:xfrm>
            <a:off x="2821001" y="854443"/>
            <a:ext cx="995859" cy="422060"/>
          </a:xfrm>
          <a:prstGeom prst="rect">
            <a:avLst/>
          </a:prstGeom>
          <a:solidFill>
            <a:schemeClr val="tx2">
              <a:alpha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t"/>
          <a:lstStyle/>
          <a:p>
            <a:pPr algn="ctr" defTabSz="685800">
              <a:lnSpc>
                <a:spcPts val="713"/>
              </a:lnSpc>
              <a:spcBef>
                <a:spcPts val="75"/>
              </a:spcBef>
              <a:spcAft>
                <a:spcPts val="75"/>
              </a:spcAft>
              <a:defRPr/>
            </a:pPr>
            <a:r>
              <a:rPr lang="en-US" sz="675" b="1" kern="0" dirty="0">
                <a:solidFill>
                  <a:sysClr val="window" lastClr="FFFFFF"/>
                </a:solidFill>
                <a:latin typeface="Calibri"/>
              </a:rPr>
              <a:t>2. Distinguishing Customer Engagement II</a:t>
            </a:r>
          </a:p>
          <a:p>
            <a:pPr algn="ctr" defTabSz="685800">
              <a:lnSpc>
                <a:spcPts val="713"/>
              </a:lnSpc>
              <a:defRPr/>
            </a:pPr>
            <a:r>
              <a:rPr lang="en-US" sz="600" b="1" i="1" kern="0" dirty="0">
                <a:solidFill>
                  <a:sysClr val="window" lastClr="FFFFFF"/>
                </a:solidFill>
                <a:latin typeface="Calibri"/>
              </a:rPr>
              <a:t>Discover / Define</a:t>
            </a:r>
          </a:p>
          <a:p>
            <a:pPr algn="ctr">
              <a:defRPr/>
            </a:pPr>
            <a:r>
              <a:rPr lang="en-US" sz="450" kern="0" dirty="0">
                <a:solidFill>
                  <a:sysClr val="window" lastClr="FFFFFF"/>
                </a:solidFill>
              </a:rPr>
              <a:t>Virtual and/or 0.5 Day  Live</a:t>
            </a:r>
          </a:p>
        </p:txBody>
      </p:sp>
    </p:spTree>
    <p:extLst>
      <p:ext uri="{BB962C8B-B14F-4D97-AF65-F5344CB8AC3E}">
        <p14:creationId xmlns:p14="http://schemas.microsoft.com/office/powerpoint/2010/main" val="11811884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157" y="237743"/>
            <a:ext cx="519074" cy="210311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096" y="517071"/>
            <a:ext cx="9144000" cy="4683579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19200" y="121042"/>
            <a:ext cx="7848600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you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13CE9-19D8-E445-88A5-5693927D9E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688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2" ma:contentTypeDescription="Create a new document." ma:contentTypeScope="" ma:versionID="315ad12d6b81cebeaa223d9f11ebdfe3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14f41900450122de98b785351060c2e7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32CE7E-5CD2-4240-956B-6479B9CC1ACD}">
  <ds:schemaRefs>
    <ds:schemaRef ds:uri="5f895480-74b7-4295-beb1-000abdb77711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f9f3b592-2a1e-4fc9-8218-81ad9cd05aa6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8D6310D-F839-4AE3-A449-6E9FFE9085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1D86CF-82C4-4427-9102-D0E1C5AC3672}">
  <ds:schemaRefs>
    <ds:schemaRef ds:uri="5f895480-74b7-4295-beb1-000abdb77711"/>
    <ds:schemaRef ds:uri="f9f3b592-2a1e-4fc9-8218-81ad9cd05a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4832</TotalTime>
  <Words>4148</Words>
  <Application>Microsoft Macintosh PowerPoint</Application>
  <PresentationFormat>On-screen Show (16:9)</PresentationFormat>
  <Paragraphs>903</Paragraphs>
  <Slides>39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Courier New</vt:lpstr>
      <vt:lpstr>Franklin Gothic Book</vt:lpstr>
      <vt:lpstr>Lato Light</vt:lpstr>
      <vt:lpstr>Mangal</vt:lpstr>
      <vt:lpstr>Verdana</vt:lpstr>
      <vt:lpstr>Office Theme</vt:lpstr>
      <vt:lpstr>PowerPoint Presentation</vt:lpstr>
      <vt:lpstr>We create impact</vt:lpstr>
      <vt:lpstr>We take the noise, disruption, frustration and complexity of the new economy and bring you a clear, concise and simple path for you to get results.</vt:lpstr>
      <vt:lpstr>Outside In Thinking:  Customer Centric Thinking </vt:lpstr>
      <vt:lpstr>Outside In Thinking:  Customer Centric Thinking </vt:lpstr>
      <vt:lpstr>PowerPoint Presentation</vt:lpstr>
      <vt:lpstr>PowerPoint Presentation</vt:lpstr>
      <vt:lpstr>Current State- Discovery and Analysis</vt:lpstr>
      <vt:lpstr>Building the Future State  </vt:lpstr>
      <vt:lpstr>Install, Enhance, and Elevate</vt:lpstr>
      <vt:lpstr>Time Zones and Logistics</vt:lpstr>
      <vt:lpstr>&amp;Who we are</vt:lpstr>
      <vt:lpstr>Experience is at the core</vt:lpstr>
      <vt:lpstr>&amp;In good company</vt:lpstr>
      <vt:lpstr>PowerPoint Presentation</vt:lpstr>
      <vt:lpstr>Where we serve    </vt:lpstr>
      <vt:lpstr>Appendices</vt:lpstr>
      <vt:lpstr>Customer Engagement Learning Roadmap Learning Journey Draft for Review</vt:lpstr>
      <vt:lpstr>Customer Engagement Competence Heatmap Competence Heatmap – Draft for Review</vt:lpstr>
      <vt:lpstr>Thank you</vt:lpstr>
      <vt:lpstr>We create impact</vt:lpstr>
      <vt:lpstr>We take the noise, disruption, frustration and complexity of the new economy and bring you a clear, concise and simple path for you to get results.</vt:lpstr>
      <vt:lpstr>Outside In Thinking:  Customer Centric Thinking </vt:lpstr>
      <vt:lpstr>Outside In Thinking:  Customer Centric Thinking </vt:lpstr>
      <vt:lpstr>PowerPoint Presentation</vt:lpstr>
      <vt:lpstr>PowerPoint Presentation</vt:lpstr>
      <vt:lpstr>Current State- Discovery and Analysis</vt:lpstr>
      <vt:lpstr>Building the Future State  </vt:lpstr>
      <vt:lpstr>Install, Enhance, and Elevate</vt:lpstr>
      <vt:lpstr>Time Zones and Logistics</vt:lpstr>
      <vt:lpstr>&amp;Who we are</vt:lpstr>
      <vt:lpstr>Experience is at the core</vt:lpstr>
      <vt:lpstr>&amp;In good company</vt:lpstr>
      <vt:lpstr>PowerPoint Presentation</vt:lpstr>
      <vt:lpstr>Where we serve    </vt:lpstr>
      <vt:lpstr>Appendices</vt:lpstr>
      <vt:lpstr>Customer Engagement Learning Roadmap Learning Journey Draft for Review</vt:lpstr>
      <vt:lpstr>Customer Engagement Competence Heatmap Competence Heatmap – Draft for Review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Kate Burda</cp:lastModifiedBy>
  <cp:revision>3</cp:revision>
  <cp:lastPrinted>2022-08-03T18:07:25Z</cp:lastPrinted>
  <dcterms:created xsi:type="dcterms:W3CDTF">2020-01-22T01:07:57Z</dcterms:created>
  <dcterms:modified xsi:type="dcterms:W3CDTF">2022-08-17T14:54:36Z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2019-11-03T00:00:00Z</vt:filetime>
  </property>
  <property fmtid="{D5CDD505-2E9C-101B-9397-08002B2CF9AE}" pid="3" name="LastSaved">
    <vt:filetime>2020-01-22T00:00:00Z</vt:filetime>
  </property>
  <property fmtid="{D5CDD505-2E9C-101B-9397-08002B2CF9AE}" pid="4" name="ContentTypeId">
    <vt:lpwstr>0x01010075409FC017C7BF40961EF880411E08B5</vt:lpwstr>
  </property>
</Properties>
</file>