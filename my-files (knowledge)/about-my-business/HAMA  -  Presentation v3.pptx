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0" r:id="rId5"/>
    <p:sldMasterId id="2147483674" r:id="rId6"/>
  </p:sldMasterIdLst>
  <p:notesMasterIdLst>
    <p:notesMasterId r:id="rId32"/>
  </p:notesMasterIdLst>
  <p:sldIdLst>
    <p:sldId id="256" r:id="rId7"/>
    <p:sldId id="280" r:id="rId8"/>
    <p:sldId id="282" r:id="rId9"/>
    <p:sldId id="283" r:id="rId10"/>
    <p:sldId id="2180" r:id="rId11"/>
    <p:sldId id="2187" r:id="rId12"/>
    <p:sldId id="2181" r:id="rId13"/>
    <p:sldId id="2184" r:id="rId14"/>
    <p:sldId id="258" r:id="rId15"/>
    <p:sldId id="451" r:id="rId16"/>
    <p:sldId id="2402" r:id="rId17"/>
    <p:sldId id="2177" r:id="rId18"/>
    <p:sldId id="2409" r:id="rId19"/>
    <p:sldId id="3384" r:id="rId20"/>
    <p:sldId id="3383" r:id="rId21"/>
    <p:sldId id="2185" r:id="rId22"/>
    <p:sldId id="2186" r:id="rId23"/>
    <p:sldId id="3400" r:id="rId24"/>
    <p:sldId id="485" r:id="rId25"/>
    <p:sldId id="2405" r:id="rId26"/>
    <p:sldId id="2407" r:id="rId27"/>
    <p:sldId id="1817" r:id="rId28"/>
    <p:sldId id="3393" r:id="rId29"/>
    <p:sldId id="261" r:id="rId30"/>
    <p:sldId id="275" r:id="rId31"/>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0E54"/>
    <a:srgbClr val="E21289"/>
    <a:srgbClr val="9703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05"/>
    <p:restoredTop sz="63946"/>
  </p:normalViewPr>
  <p:slideViewPr>
    <p:cSldViewPr snapToGrid="0" snapToObjects="1">
      <p:cViewPr varScale="1">
        <p:scale>
          <a:sx n="100" d="100"/>
          <a:sy n="100" d="100"/>
        </p:scale>
        <p:origin x="3040" y="168"/>
      </p:cViewPr>
      <p:guideLst>
        <p:guide orient="horz" pos="216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Burda" userId="44c1ea53-84f5-4c7e-8f48-bfeb434f1f02" providerId="ADAL" clId="{03C42754-4018-F54B-B741-5A85A6C0613F}"/>
    <pc:docChg chg="modSld">
      <pc:chgData name="Kate Burda" userId="44c1ea53-84f5-4c7e-8f48-bfeb434f1f02" providerId="ADAL" clId="{03C42754-4018-F54B-B741-5A85A6C0613F}" dt="2021-11-14T00:44:27.047" v="1" actId="1076"/>
      <pc:docMkLst>
        <pc:docMk/>
      </pc:docMkLst>
      <pc:sldChg chg="modSp mod">
        <pc:chgData name="Kate Burda" userId="44c1ea53-84f5-4c7e-8f48-bfeb434f1f02" providerId="ADAL" clId="{03C42754-4018-F54B-B741-5A85A6C0613F}" dt="2021-11-14T00:44:27.047" v="1" actId="1076"/>
        <pc:sldMkLst>
          <pc:docMk/>
          <pc:sldMk cId="3156547780" sldId="2405"/>
        </pc:sldMkLst>
        <pc:picChg chg="mod">
          <ac:chgData name="Kate Burda" userId="44c1ea53-84f5-4c7e-8f48-bfeb434f1f02" providerId="ADAL" clId="{03C42754-4018-F54B-B741-5A85A6C0613F}" dt="2021-11-14T00:44:27.047" v="1" actId="1076"/>
          <ac:picMkLst>
            <pc:docMk/>
            <pc:sldMk cId="3156547780" sldId="2405"/>
            <ac:picMk id="4" creationId="{93CC203B-DDED-AC4C-9DD0-8D0384268FB5}"/>
          </ac:picMkLst>
        </pc:picChg>
      </pc:sldChg>
    </pc:docChg>
  </pc:docChgLst>
  <pc:docChgLst>
    <pc:chgData name="Kate Burda" userId="f1d2ac986775a8a7" providerId="LiveId" clId="{556FC009-6D43-2D44-9154-BE704230BDFE}"/>
    <pc:docChg chg="undo custSel addSld delSld modSld sldOrd">
      <pc:chgData name="Kate Burda" userId="f1d2ac986775a8a7" providerId="LiveId" clId="{556FC009-6D43-2D44-9154-BE704230BDFE}" dt="2020-04-28T15:18:33.522" v="25050" actId="20577"/>
      <pc:docMkLst>
        <pc:docMk/>
      </pc:docMkLst>
      <pc:sldChg chg="addSp delSp modSp">
        <pc:chgData name="Kate Burda" userId="f1d2ac986775a8a7" providerId="LiveId" clId="{556FC009-6D43-2D44-9154-BE704230BDFE}" dt="2020-04-27T18:44:49.592" v="738" actId="20577"/>
        <pc:sldMkLst>
          <pc:docMk/>
          <pc:sldMk cId="3223588880" sldId="256"/>
        </pc:sldMkLst>
        <pc:spChg chg="mod">
          <ac:chgData name="Kate Burda" userId="f1d2ac986775a8a7" providerId="LiveId" clId="{556FC009-6D43-2D44-9154-BE704230BDFE}" dt="2020-04-27T18:44:49.592" v="738" actId="20577"/>
          <ac:spMkLst>
            <pc:docMk/>
            <pc:sldMk cId="3223588880" sldId="256"/>
            <ac:spMk id="2" creationId="{00000000-0000-0000-0000-000000000000}"/>
          </ac:spMkLst>
        </pc:spChg>
        <pc:spChg chg="del mod">
          <ac:chgData name="Kate Burda" userId="f1d2ac986775a8a7" providerId="LiveId" clId="{556FC009-6D43-2D44-9154-BE704230BDFE}" dt="2020-04-27T18:41:27.840" v="558"/>
          <ac:spMkLst>
            <pc:docMk/>
            <pc:sldMk cId="3223588880" sldId="256"/>
            <ac:spMk id="9" creationId="{00000000-0000-0000-0000-000000000000}"/>
          </ac:spMkLst>
        </pc:spChg>
        <pc:picChg chg="add del mod">
          <ac:chgData name="Kate Burda" userId="f1d2ac986775a8a7" providerId="LiveId" clId="{556FC009-6D43-2D44-9154-BE704230BDFE}" dt="2020-04-27T18:42:01.917" v="567" actId="478"/>
          <ac:picMkLst>
            <pc:docMk/>
            <pc:sldMk cId="3223588880" sldId="256"/>
            <ac:picMk id="10" creationId="{5BB23EAD-ED9B-8D4C-BE74-EA3BB3DE1A10}"/>
          </ac:picMkLst>
        </pc:picChg>
      </pc:sldChg>
      <pc:sldChg chg="addSp delSp modSp add modTransition">
        <pc:chgData name="Kate Burda" userId="f1d2ac986775a8a7" providerId="LiveId" clId="{556FC009-6D43-2D44-9154-BE704230BDFE}" dt="2020-04-27T21:33:14.549" v="14555"/>
        <pc:sldMkLst>
          <pc:docMk/>
          <pc:sldMk cId="3251954601" sldId="275"/>
        </pc:sldMkLst>
        <pc:spChg chg="del">
          <ac:chgData name="Kate Burda" userId="f1d2ac986775a8a7" providerId="LiveId" clId="{556FC009-6D43-2D44-9154-BE704230BDFE}" dt="2020-04-27T21:31:28.191" v="14473" actId="478"/>
          <ac:spMkLst>
            <pc:docMk/>
            <pc:sldMk cId="3251954601" sldId="275"/>
            <ac:spMk id="2" creationId="{00000000-0000-0000-0000-000000000000}"/>
          </ac:spMkLst>
        </pc:spChg>
        <pc:spChg chg="mod">
          <ac:chgData name="Kate Burda" userId="f1d2ac986775a8a7" providerId="LiveId" clId="{556FC009-6D43-2D44-9154-BE704230BDFE}" dt="2020-04-27T21:31:32.387" v="14474" actId="14100"/>
          <ac:spMkLst>
            <pc:docMk/>
            <pc:sldMk cId="3251954601" sldId="275"/>
            <ac:spMk id="3" creationId="{00000000-0000-0000-0000-000000000000}"/>
          </ac:spMkLst>
        </pc:spChg>
        <pc:spChg chg="del mod">
          <ac:chgData name="Kate Burda" userId="f1d2ac986775a8a7" providerId="LiveId" clId="{556FC009-6D43-2D44-9154-BE704230BDFE}" dt="2020-04-27T21:31:23.636" v="14472" actId="478"/>
          <ac:spMkLst>
            <pc:docMk/>
            <pc:sldMk cId="3251954601" sldId="275"/>
            <ac:spMk id="4" creationId="{00000000-0000-0000-0000-000000000000}"/>
          </ac:spMkLst>
        </pc:spChg>
        <pc:spChg chg="add mod">
          <ac:chgData name="Kate Burda" userId="f1d2ac986775a8a7" providerId="LiveId" clId="{556FC009-6D43-2D44-9154-BE704230BDFE}" dt="2020-04-27T21:33:14.549" v="14555"/>
          <ac:spMkLst>
            <pc:docMk/>
            <pc:sldMk cId="3251954601" sldId="275"/>
            <ac:spMk id="5" creationId="{0879908E-26A3-1849-8DE0-4F2EF87931B8}"/>
          </ac:spMkLst>
        </pc:spChg>
        <pc:spChg chg="add mod">
          <ac:chgData name="Kate Burda" userId="f1d2ac986775a8a7" providerId="LiveId" clId="{556FC009-6D43-2D44-9154-BE704230BDFE}" dt="2020-04-27T21:32:52.892" v="14552" actId="1076"/>
          <ac:spMkLst>
            <pc:docMk/>
            <pc:sldMk cId="3251954601" sldId="275"/>
            <ac:spMk id="6" creationId="{FE5A2C5C-F4DA-8C4C-B5B9-1E1406B468E0}"/>
          </ac:spMkLst>
        </pc:spChg>
      </pc:sldChg>
      <pc:sldChg chg="addSp delSp modSp modAnim modNotesTx">
        <pc:chgData name="Kate Burda" userId="f1d2ac986775a8a7" providerId="LiveId" clId="{556FC009-6D43-2D44-9154-BE704230BDFE}" dt="2020-04-28T14:20:49.257" v="22281" actId="20577"/>
        <pc:sldMkLst>
          <pc:docMk/>
          <pc:sldMk cId="3682585121" sldId="280"/>
        </pc:sldMkLst>
        <pc:spChg chg="del mod">
          <ac:chgData name="Kate Burda" userId="f1d2ac986775a8a7" providerId="LiveId" clId="{556FC009-6D43-2D44-9154-BE704230BDFE}" dt="2020-04-27T18:13:03.687" v="410" actId="478"/>
          <ac:spMkLst>
            <pc:docMk/>
            <pc:sldMk cId="3682585121" sldId="280"/>
            <ac:spMk id="2" creationId="{00000000-0000-0000-0000-000000000000}"/>
          </ac:spMkLst>
        </pc:spChg>
        <pc:spChg chg="add mod">
          <ac:chgData name="Kate Burda" userId="f1d2ac986775a8a7" providerId="LiveId" clId="{556FC009-6D43-2D44-9154-BE704230BDFE}" dt="2020-04-28T01:15:04.985" v="16340" actId="20577"/>
          <ac:spMkLst>
            <pc:docMk/>
            <pc:sldMk cId="3682585121" sldId="280"/>
            <ac:spMk id="2" creationId="{4110ED90-0AF3-5C47-BC29-CFCF30AC409F}"/>
          </ac:spMkLst>
        </pc:spChg>
        <pc:spChg chg="add del mod">
          <ac:chgData name="Kate Burda" userId="f1d2ac986775a8a7" providerId="LiveId" clId="{556FC009-6D43-2D44-9154-BE704230BDFE}" dt="2020-04-27T18:52:13.177" v="1170"/>
          <ac:spMkLst>
            <pc:docMk/>
            <pc:sldMk cId="3682585121" sldId="280"/>
            <ac:spMk id="2" creationId="{D9EF10D5-EB79-2545-A14C-BD35C5856C5E}"/>
          </ac:spMkLst>
        </pc:spChg>
        <pc:spChg chg="del mod">
          <ac:chgData name="Kate Burda" userId="f1d2ac986775a8a7" providerId="LiveId" clId="{556FC009-6D43-2D44-9154-BE704230BDFE}" dt="2020-04-27T18:13:00.935" v="409" actId="478"/>
          <ac:spMkLst>
            <pc:docMk/>
            <pc:sldMk cId="3682585121" sldId="280"/>
            <ac:spMk id="3" creationId="{00000000-0000-0000-0000-000000000000}"/>
          </ac:spMkLst>
        </pc:spChg>
        <pc:spChg chg="add mod">
          <ac:chgData name="Kate Burda" userId="f1d2ac986775a8a7" providerId="LiveId" clId="{556FC009-6D43-2D44-9154-BE704230BDFE}" dt="2020-04-28T01:05:33.144" v="15952" actId="113"/>
          <ac:spMkLst>
            <pc:docMk/>
            <pc:sldMk cId="3682585121" sldId="280"/>
            <ac:spMk id="3" creationId="{89FDA08E-F4EA-5B48-B6AA-6084B3700D01}"/>
          </ac:spMkLst>
        </pc:spChg>
        <pc:spChg chg="del mod">
          <ac:chgData name="Kate Burda" userId="f1d2ac986775a8a7" providerId="LiveId" clId="{556FC009-6D43-2D44-9154-BE704230BDFE}" dt="2020-04-27T18:13:00.935" v="409" actId="478"/>
          <ac:spMkLst>
            <pc:docMk/>
            <pc:sldMk cId="3682585121" sldId="280"/>
            <ac:spMk id="4" creationId="{00000000-0000-0000-0000-000000000000}"/>
          </ac:spMkLst>
        </pc:spChg>
        <pc:spChg chg="mod">
          <ac:chgData name="Kate Burda" userId="f1d2ac986775a8a7" providerId="LiveId" clId="{556FC009-6D43-2D44-9154-BE704230BDFE}" dt="2020-04-27T18:13:47.386" v="426" actId="1076"/>
          <ac:spMkLst>
            <pc:docMk/>
            <pc:sldMk cId="3682585121" sldId="280"/>
            <ac:spMk id="5" creationId="{00000000-0000-0000-0000-000000000000}"/>
          </ac:spMkLst>
        </pc:spChg>
        <pc:spChg chg="mod">
          <ac:chgData name="Kate Burda" userId="f1d2ac986775a8a7" providerId="LiveId" clId="{556FC009-6D43-2D44-9154-BE704230BDFE}" dt="2020-04-27T18:46:16.147" v="798" actId="1076"/>
          <ac:spMkLst>
            <pc:docMk/>
            <pc:sldMk cId="3682585121" sldId="280"/>
            <ac:spMk id="21" creationId="{00000000-0000-0000-0000-000000000000}"/>
          </ac:spMkLst>
        </pc:spChg>
        <pc:spChg chg="mod">
          <ac:chgData name="Kate Burda" userId="f1d2ac986775a8a7" providerId="LiveId" clId="{556FC009-6D43-2D44-9154-BE704230BDFE}" dt="2020-04-27T18:46:12.118" v="797" actId="20577"/>
          <ac:spMkLst>
            <pc:docMk/>
            <pc:sldMk cId="3682585121" sldId="280"/>
            <ac:spMk id="22" creationId="{00000000-0000-0000-0000-000000000000}"/>
          </ac:spMkLst>
        </pc:spChg>
        <pc:spChg chg="mod">
          <ac:chgData name="Kate Burda" userId="f1d2ac986775a8a7" providerId="LiveId" clId="{556FC009-6D43-2D44-9154-BE704230BDFE}" dt="2020-04-27T18:13:52.659" v="427" actId="1076"/>
          <ac:spMkLst>
            <pc:docMk/>
            <pc:sldMk cId="3682585121" sldId="280"/>
            <ac:spMk id="23" creationId="{00000000-0000-0000-0000-000000000000}"/>
          </ac:spMkLst>
        </pc:spChg>
        <pc:spChg chg="mod">
          <ac:chgData name="Kate Burda" userId="f1d2ac986775a8a7" providerId="LiveId" clId="{556FC009-6D43-2D44-9154-BE704230BDFE}" dt="2020-04-28T00:37:07.028" v="14665" actId="1076"/>
          <ac:spMkLst>
            <pc:docMk/>
            <pc:sldMk cId="3682585121" sldId="280"/>
            <ac:spMk id="25" creationId="{00000000-0000-0000-0000-000000000000}"/>
          </ac:spMkLst>
        </pc:spChg>
        <pc:spChg chg="mod">
          <ac:chgData name="Kate Burda" userId="f1d2ac986775a8a7" providerId="LiveId" clId="{556FC009-6D43-2D44-9154-BE704230BDFE}" dt="2020-04-28T00:36:55.023" v="14662" actId="1076"/>
          <ac:spMkLst>
            <pc:docMk/>
            <pc:sldMk cId="3682585121" sldId="280"/>
            <ac:spMk id="26" creationId="{00000000-0000-0000-0000-000000000000}"/>
          </ac:spMkLst>
        </pc:spChg>
        <pc:spChg chg="mod">
          <ac:chgData name="Kate Burda" userId="f1d2ac986775a8a7" providerId="LiveId" clId="{556FC009-6D43-2D44-9154-BE704230BDFE}" dt="2020-04-28T00:37:12.761" v="14666" actId="1076"/>
          <ac:spMkLst>
            <pc:docMk/>
            <pc:sldMk cId="3682585121" sldId="280"/>
            <ac:spMk id="27" creationId="{00000000-0000-0000-0000-000000000000}"/>
          </ac:spMkLst>
        </pc:spChg>
        <pc:spChg chg="del mod">
          <ac:chgData name="Kate Burda" userId="f1d2ac986775a8a7" providerId="LiveId" clId="{556FC009-6D43-2D44-9154-BE704230BDFE}" dt="2020-04-27T18:48:51.873" v="950" actId="478"/>
          <ac:spMkLst>
            <pc:docMk/>
            <pc:sldMk cId="3682585121" sldId="280"/>
            <ac:spMk id="28" creationId="{00000000-0000-0000-0000-000000000000}"/>
          </ac:spMkLst>
        </pc:spChg>
        <pc:spChg chg="mod">
          <ac:chgData name="Kate Burda" userId="f1d2ac986775a8a7" providerId="LiveId" clId="{556FC009-6D43-2D44-9154-BE704230BDFE}" dt="2020-04-27T18:48:04.745" v="931" actId="1076"/>
          <ac:spMkLst>
            <pc:docMk/>
            <pc:sldMk cId="3682585121" sldId="280"/>
            <ac:spMk id="29" creationId="{00000000-0000-0000-0000-000000000000}"/>
          </ac:spMkLst>
        </pc:spChg>
        <pc:spChg chg="del">
          <ac:chgData name="Kate Burda" userId="f1d2ac986775a8a7" providerId="LiveId" clId="{556FC009-6D43-2D44-9154-BE704230BDFE}" dt="2020-04-27T18:12:11.615" v="368" actId="478"/>
          <ac:spMkLst>
            <pc:docMk/>
            <pc:sldMk cId="3682585121" sldId="280"/>
            <ac:spMk id="31" creationId="{00000000-0000-0000-0000-000000000000}"/>
          </ac:spMkLst>
        </pc:spChg>
        <pc:spChg chg="del mod">
          <ac:chgData name="Kate Burda" userId="f1d2ac986775a8a7" providerId="LiveId" clId="{556FC009-6D43-2D44-9154-BE704230BDFE}" dt="2020-04-27T18:13:54.549" v="429"/>
          <ac:spMkLst>
            <pc:docMk/>
            <pc:sldMk cId="3682585121" sldId="280"/>
            <ac:spMk id="32" creationId="{00000000-0000-0000-0000-000000000000}"/>
          </ac:spMkLst>
        </pc:spChg>
        <pc:spChg chg="add mod">
          <ac:chgData name="Kate Burda" userId="f1d2ac986775a8a7" providerId="LiveId" clId="{556FC009-6D43-2D44-9154-BE704230BDFE}" dt="2020-04-27T18:12:34.486" v="405" actId="20577"/>
          <ac:spMkLst>
            <pc:docMk/>
            <pc:sldMk cId="3682585121" sldId="280"/>
            <ac:spMk id="37" creationId="{0C4388B0-8BDE-5B4D-8841-2318C85B86DD}"/>
          </ac:spMkLst>
        </pc:spChg>
        <pc:spChg chg="add del mod">
          <ac:chgData name="Kate Burda" userId="f1d2ac986775a8a7" providerId="LiveId" clId="{556FC009-6D43-2D44-9154-BE704230BDFE}" dt="2020-04-27T18:12:15.800" v="369" actId="478"/>
          <ac:spMkLst>
            <pc:docMk/>
            <pc:sldMk cId="3682585121" sldId="280"/>
            <ac:spMk id="39" creationId="{1E0F212F-7BA9-6046-9989-87580B73DBC0}"/>
          </ac:spMkLst>
        </pc:spChg>
        <pc:spChg chg="add mod">
          <ac:chgData name="Kate Burda" userId="f1d2ac986775a8a7" providerId="LiveId" clId="{556FC009-6D43-2D44-9154-BE704230BDFE}" dt="2020-04-28T00:35:27.614" v="14632" actId="207"/>
          <ac:spMkLst>
            <pc:docMk/>
            <pc:sldMk cId="3682585121" sldId="280"/>
            <ac:spMk id="39" creationId="{A1743C16-283B-3B4E-9790-0EAAA4CC9F9E}"/>
          </ac:spMkLst>
        </pc:spChg>
      </pc:sldChg>
      <pc:sldChg chg="modNotesTx">
        <pc:chgData name="Kate Burda" userId="f1d2ac986775a8a7" providerId="LiveId" clId="{556FC009-6D43-2D44-9154-BE704230BDFE}" dt="2020-04-28T14:06:08.047" v="21662" actId="20577"/>
        <pc:sldMkLst>
          <pc:docMk/>
          <pc:sldMk cId="4232625823" sldId="451"/>
        </pc:sldMkLst>
      </pc:sldChg>
      <pc:sldChg chg="modNotesTx">
        <pc:chgData name="Kate Burda" userId="f1d2ac986775a8a7" providerId="LiveId" clId="{556FC009-6D43-2D44-9154-BE704230BDFE}" dt="2020-04-28T15:09:50.353" v="24301" actId="20577"/>
        <pc:sldMkLst>
          <pc:docMk/>
          <pc:sldMk cId="4222483573" sldId="485"/>
        </pc:sldMkLst>
      </pc:sldChg>
      <pc:sldChg chg="modNotesTx">
        <pc:chgData name="Kate Burda" userId="f1d2ac986775a8a7" providerId="LiveId" clId="{556FC009-6D43-2D44-9154-BE704230BDFE}" dt="2020-04-28T15:18:33.522" v="25050" actId="20577"/>
        <pc:sldMkLst>
          <pc:docMk/>
          <pc:sldMk cId="1036771892" sldId="1817"/>
        </pc:sldMkLst>
      </pc:sldChg>
      <pc:sldChg chg="ord modNotesTx">
        <pc:chgData name="Kate Burda" userId="f1d2ac986775a8a7" providerId="LiveId" clId="{556FC009-6D43-2D44-9154-BE704230BDFE}" dt="2020-04-28T13:53:07.927" v="21381" actId="20577"/>
        <pc:sldMkLst>
          <pc:docMk/>
          <pc:sldMk cId="131297434" sldId="2177"/>
        </pc:sldMkLst>
      </pc:sldChg>
      <pc:sldChg chg="modSp">
        <pc:chgData name="Kate Burda" userId="f1d2ac986775a8a7" providerId="LiveId" clId="{556FC009-6D43-2D44-9154-BE704230BDFE}" dt="2020-04-27T21:08:03.786" v="12173" actId="20577"/>
        <pc:sldMkLst>
          <pc:docMk/>
          <pc:sldMk cId="2404443320" sldId="2178"/>
        </pc:sldMkLst>
        <pc:spChg chg="mod">
          <ac:chgData name="Kate Burda" userId="f1d2ac986775a8a7" providerId="LiveId" clId="{556FC009-6D43-2D44-9154-BE704230BDFE}" dt="2020-04-27T21:08:03.786" v="12173" actId="20577"/>
          <ac:spMkLst>
            <pc:docMk/>
            <pc:sldMk cId="2404443320" sldId="2178"/>
            <ac:spMk id="10" creationId="{524B576F-8417-2D4C-AEFE-AA1828DE7BE9}"/>
          </ac:spMkLst>
        </pc:spChg>
      </pc:sldChg>
      <pc:sldChg chg="modNotesTx">
        <pc:chgData name="Kate Burda" userId="f1d2ac986775a8a7" providerId="LiveId" clId="{556FC009-6D43-2D44-9154-BE704230BDFE}" dt="2020-04-28T14:36:34.842" v="22683" actId="20577"/>
        <pc:sldMkLst>
          <pc:docMk/>
          <pc:sldMk cId="1879454027" sldId="2180"/>
        </pc:sldMkLst>
      </pc:sldChg>
      <pc:sldChg chg="addSp modSp modNotesTx">
        <pc:chgData name="Kate Burda" userId="f1d2ac986775a8a7" providerId="LiveId" clId="{556FC009-6D43-2D44-9154-BE704230BDFE}" dt="2020-04-28T15:03:01.818" v="23803" actId="20577"/>
        <pc:sldMkLst>
          <pc:docMk/>
          <pc:sldMk cId="4103512709" sldId="2181"/>
        </pc:sldMkLst>
        <pc:spChg chg="add mod">
          <ac:chgData name="Kate Burda" userId="f1d2ac986775a8a7" providerId="LiveId" clId="{556FC009-6D43-2D44-9154-BE704230BDFE}" dt="2020-04-27T18:07:46.447" v="20" actId="20577"/>
          <ac:spMkLst>
            <pc:docMk/>
            <pc:sldMk cId="4103512709" sldId="2181"/>
            <ac:spMk id="2" creationId="{A67C61F9-7B94-3048-84B3-843BB296601F}"/>
          </ac:spMkLst>
        </pc:spChg>
        <pc:picChg chg="mod">
          <ac:chgData name="Kate Burda" userId="f1d2ac986775a8a7" providerId="LiveId" clId="{556FC009-6D43-2D44-9154-BE704230BDFE}" dt="2020-04-27T18:07:29.357" v="1" actId="14100"/>
          <ac:picMkLst>
            <pc:docMk/>
            <pc:sldMk cId="4103512709" sldId="2181"/>
            <ac:picMk id="7" creationId="{C5279E62-FC0B-094F-B388-8A4FEF9054A9}"/>
          </ac:picMkLst>
        </pc:picChg>
      </pc:sldChg>
      <pc:sldChg chg="addSp delSp modSp ord modNotesTx">
        <pc:chgData name="Kate Burda" userId="f1d2ac986775a8a7" providerId="LiveId" clId="{556FC009-6D43-2D44-9154-BE704230BDFE}" dt="2020-04-27T21:23:10.868" v="14451" actId="20577"/>
        <pc:sldMkLst>
          <pc:docMk/>
          <pc:sldMk cId="3468227207" sldId="2182"/>
        </pc:sldMkLst>
        <pc:spChg chg="add mod">
          <ac:chgData name="Kate Burda" userId="f1d2ac986775a8a7" providerId="LiveId" clId="{556FC009-6D43-2D44-9154-BE704230BDFE}" dt="2020-04-27T18:40:49.381" v="554" actId="20577"/>
          <ac:spMkLst>
            <pc:docMk/>
            <pc:sldMk cId="3468227207" sldId="2182"/>
            <ac:spMk id="2" creationId="{C89E3013-EB2A-9640-98E3-5C262BCBEEFF}"/>
          </ac:spMkLst>
        </pc:spChg>
        <pc:spChg chg="del mod">
          <ac:chgData name="Kate Burda" userId="f1d2ac986775a8a7" providerId="LiveId" clId="{556FC009-6D43-2D44-9154-BE704230BDFE}" dt="2020-04-27T18:34:54.706" v="440" actId="478"/>
          <ac:spMkLst>
            <pc:docMk/>
            <pc:sldMk cId="3468227207" sldId="2182"/>
            <ac:spMk id="3" creationId="{BA8C1AF7-251B-144F-8BB0-4604D90A425A}"/>
          </ac:spMkLst>
        </pc:spChg>
        <pc:spChg chg="del">
          <ac:chgData name="Kate Burda" userId="f1d2ac986775a8a7" providerId="LiveId" clId="{556FC009-6D43-2D44-9154-BE704230BDFE}" dt="2020-04-27T18:40:21.511" v="444"/>
          <ac:spMkLst>
            <pc:docMk/>
            <pc:sldMk cId="3468227207" sldId="2182"/>
            <ac:spMk id="4" creationId="{A554E1D0-4211-C249-8D46-2F1D323DA14C}"/>
          </ac:spMkLst>
        </pc:spChg>
        <pc:spChg chg="add mod">
          <ac:chgData name="Kate Burda" userId="f1d2ac986775a8a7" providerId="LiveId" clId="{556FC009-6D43-2D44-9154-BE704230BDFE}" dt="2020-04-27T18:40:21.511" v="444"/>
          <ac:spMkLst>
            <pc:docMk/>
            <pc:sldMk cId="3468227207" sldId="2182"/>
            <ac:spMk id="5" creationId="{1D6BE813-3FE1-BD43-A33F-AE9057493569}"/>
          </ac:spMkLst>
        </pc:spChg>
      </pc:sldChg>
      <pc:sldChg chg="modNotesTx">
        <pc:chgData name="Kate Burda" userId="f1d2ac986775a8a7" providerId="LiveId" clId="{556FC009-6D43-2D44-9154-BE704230BDFE}" dt="2020-04-28T02:12:33.200" v="20803" actId="20577"/>
        <pc:sldMkLst>
          <pc:docMk/>
          <pc:sldMk cId="1012644560" sldId="2184"/>
        </pc:sldMkLst>
      </pc:sldChg>
      <pc:sldChg chg="modNotesTx">
        <pc:chgData name="Kate Burda" userId="f1d2ac986775a8a7" providerId="LiveId" clId="{556FC009-6D43-2D44-9154-BE704230BDFE}" dt="2020-04-27T21:03:32.418" v="11353" actId="20577"/>
        <pc:sldMkLst>
          <pc:docMk/>
          <pc:sldMk cId="1712659211" sldId="2185"/>
        </pc:sldMkLst>
      </pc:sldChg>
      <pc:sldChg chg="modNotesTx">
        <pc:chgData name="Kate Burda" userId="f1d2ac986775a8a7" providerId="LiveId" clId="{556FC009-6D43-2D44-9154-BE704230BDFE}" dt="2020-04-28T15:06:53.605" v="24072" actId="20577"/>
        <pc:sldMkLst>
          <pc:docMk/>
          <pc:sldMk cId="3501274900" sldId="2186"/>
        </pc:sldMkLst>
      </pc:sldChg>
      <pc:sldChg chg="modSp modNotesTx">
        <pc:chgData name="Kate Burda" userId="f1d2ac986775a8a7" providerId="LiveId" clId="{556FC009-6D43-2D44-9154-BE704230BDFE}" dt="2020-04-28T15:05:49.419" v="24019" actId="20577"/>
        <pc:sldMkLst>
          <pc:docMk/>
          <pc:sldMk cId="29669756" sldId="2187"/>
        </pc:sldMkLst>
        <pc:spChg chg="mod">
          <ac:chgData name="Kate Burda" userId="f1d2ac986775a8a7" providerId="LiveId" clId="{556FC009-6D43-2D44-9154-BE704230BDFE}" dt="2020-04-27T18:10:35.713" v="354" actId="1076"/>
          <ac:spMkLst>
            <pc:docMk/>
            <pc:sldMk cId="29669756" sldId="2187"/>
            <ac:spMk id="2" creationId="{B92EAEDC-1622-D741-9998-A6935CCCD7F7}"/>
          </ac:spMkLst>
        </pc:spChg>
      </pc:sldChg>
      <pc:sldChg chg="modNotesTx">
        <pc:chgData name="Kate Burda" userId="f1d2ac986775a8a7" providerId="LiveId" clId="{556FC009-6D43-2D44-9154-BE704230BDFE}" dt="2020-04-28T14:13:09.182" v="22022" actId="20577"/>
        <pc:sldMkLst>
          <pc:docMk/>
          <pc:sldMk cId="649406131" sldId="2402"/>
        </pc:sldMkLst>
      </pc:sldChg>
      <pc:sldChg chg="modNotesTx">
        <pc:chgData name="Kate Burda" userId="f1d2ac986775a8a7" providerId="LiveId" clId="{556FC009-6D43-2D44-9154-BE704230BDFE}" dt="2020-04-28T15:13:59.715" v="24665" actId="20577"/>
        <pc:sldMkLst>
          <pc:docMk/>
          <pc:sldMk cId="3156547780" sldId="2405"/>
        </pc:sldMkLst>
      </pc:sldChg>
      <pc:sldChg chg="modNotesTx">
        <pc:chgData name="Kate Burda" userId="f1d2ac986775a8a7" providerId="LiveId" clId="{556FC009-6D43-2D44-9154-BE704230BDFE}" dt="2020-04-28T15:15:08.114" v="24802" actId="20577"/>
        <pc:sldMkLst>
          <pc:docMk/>
          <pc:sldMk cId="1898461161" sldId="2407"/>
        </pc:sldMkLst>
      </pc:sldChg>
      <pc:sldChg chg="modSp modAnim modNotesTx">
        <pc:chgData name="Kate Burda" userId="f1d2ac986775a8a7" providerId="LiveId" clId="{556FC009-6D43-2D44-9154-BE704230BDFE}" dt="2020-04-28T14:10:02.212" v="21986" actId="20577"/>
        <pc:sldMkLst>
          <pc:docMk/>
          <pc:sldMk cId="2188584656" sldId="2409"/>
        </pc:sldMkLst>
        <pc:spChg chg="mod">
          <ac:chgData name="Kate Burda" userId="f1d2ac986775a8a7" providerId="LiveId" clId="{556FC009-6D43-2D44-9154-BE704230BDFE}" dt="2020-04-27T20:00:55.367" v="5828" actId="20577"/>
          <ac:spMkLst>
            <pc:docMk/>
            <pc:sldMk cId="2188584656" sldId="2409"/>
            <ac:spMk id="2" creationId="{6424D945-AA65-C34A-A075-E39B3A11CDB4}"/>
          </ac:spMkLst>
        </pc:spChg>
      </pc:sldChg>
      <pc:sldChg chg="modSp">
        <pc:chgData name="Kate Burda" userId="f1d2ac986775a8a7" providerId="LiveId" clId="{556FC009-6D43-2D44-9154-BE704230BDFE}" dt="2020-04-27T21:35:49.345" v="14627" actId="20577"/>
        <pc:sldMkLst>
          <pc:docMk/>
          <pc:sldMk cId="1549724349" sldId="2412"/>
        </pc:sldMkLst>
        <pc:spChg chg="mod">
          <ac:chgData name="Kate Burda" userId="f1d2ac986775a8a7" providerId="LiveId" clId="{556FC009-6D43-2D44-9154-BE704230BDFE}" dt="2020-04-27T21:35:49.345" v="14627" actId="20577"/>
          <ac:spMkLst>
            <pc:docMk/>
            <pc:sldMk cId="1549724349" sldId="2412"/>
            <ac:spMk id="10" creationId="{524B576F-8417-2D4C-AEFE-AA1828DE7BE9}"/>
          </ac:spMkLst>
        </pc:spChg>
      </pc:sldChg>
      <pc:sldChg chg="modSp modNotesTx">
        <pc:chgData name="Kate Burda" userId="f1d2ac986775a8a7" providerId="LiveId" clId="{556FC009-6D43-2D44-9154-BE704230BDFE}" dt="2020-04-28T14:33:22.518" v="22393" actId="20577"/>
        <pc:sldMkLst>
          <pc:docMk/>
          <pc:sldMk cId="673757262" sldId="3383"/>
        </pc:sldMkLst>
        <pc:spChg chg="mod">
          <ac:chgData name="Kate Burda" userId="f1d2ac986775a8a7" providerId="LiveId" clId="{556FC009-6D43-2D44-9154-BE704230BDFE}" dt="2020-04-27T18:08:47.820" v="104" actId="20577"/>
          <ac:spMkLst>
            <pc:docMk/>
            <pc:sldMk cId="673757262" sldId="3383"/>
            <ac:spMk id="46" creationId="{90F33A03-C473-844E-99D4-EBD4D1A77443}"/>
          </ac:spMkLst>
        </pc:spChg>
        <pc:spChg chg="mod">
          <ac:chgData name="Kate Burda" userId="f1d2ac986775a8a7" providerId="LiveId" clId="{556FC009-6D43-2D44-9154-BE704230BDFE}" dt="2020-04-27T18:10:21.419" v="353" actId="20577"/>
          <ac:spMkLst>
            <pc:docMk/>
            <pc:sldMk cId="673757262" sldId="3383"/>
            <ac:spMk id="48" creationId="{F2EDDF3B-E404-4247-8869-4D0EDE68CCC3}"/>
          </ac:spMkLst>
        </pc:spChg>
        <pc:spChg chg="mod">
          <ac:chgData name="Kate Burda" userId="f1d2ac986775a8a7" providerId="LiveId" clId="{556FC009-6D43-2D44-9154-BE704230BDFE}" dt="2020-04-27T18:09:44.478" v="258" actId="114"/>
          <ac:spMkLst>
            <pc:docMk/>
            <pc:sldMk cId="673757262" sldId="3383"/>
            <ac:spMk id="50" creationId="{B941DFC1-C55E-7340-9462-2926E3D84104}"/>
          </ac:spMkLst>
        </pc:spChg>
      </pc:sldChg>
      <pc:sldChg chg="addSp delSp modSp ord modNotesTx">
        <pc:chgData name="Kate Burda" userId="f1d2ac986775a8a7" providerId="LiveId" clId="{556FC009-6D43-2D44-9154-BE704230BDFE}" dt="2020-04-28T14:30:44.866" v="22301" actId="20577"/>
        <pc:sldMkLst>
          <pc:docMk/>
          <pc:sldMk cId="2809106366" sldId="3384"/>
        </pc:sldMkLst>
        <pc:spChg chg="add del mod">
          <ac:chgData name="Kate Burda" userId="f1d2ac986775a8a7" providerId="LiveId" clId="{556FC009-6D43-2D44-9154-BE704230BDFE}" dt="2020-04-27T18:41:40.120" v="561"/>
          <ac:spMkLst>
            <pc:docMk/>
            <pc:sldMk cId="2809106366" sldId="3384"/>
            <ac:spMk id="2" creationId="{5B24A699-8D6A-0742-9386-2A58A4F86899}"/>
          </ac:spMkLst>
        </pc:spChg>
      </pc:sldChg>
      <pc:sldChg chg="delSp modSp add del modTransition">
        <pc:chgData name="Kate Burda" userId="f1d2ac986775a8a7" providerId="LiveId" clId="{556FC009-6D43-2D44-9154-BE704230BDFE}" dt="2020-04-27T21:33:02.346" v="14553" actId="2696"/>
        <pc:sldMkLst>
          <pc:docMk/>
          <pc:sldMk cId="1441227577" sldId="3401"/>
        </pc:sldMkLst>
        <pc:spChg chg="mod">
          <ac:chgData name="Kate Burda" userId="f1d2ac986775a8a7" providerId="LiveId" clId="{556FC009-6D43-2D44-9154-BE704230BDFE}" dt="2020-04-27T21:23:58.478" v="14462"/>
          <ac:spMkLst>
            <pc:docMk/>
            <pc:sldMk cId="1441227577" sldId="3401"/>
            <ac:spMk id="2" creationId="{D3665823-230C-C440-995F-6EC51169D3A3}"/>
          </ac:spMkLst>
        </pc:spChg>
        <pc:spChg chg="del">
          <ac:chgData name="Kate Burda" userId="f1d2ac986775a8a7" providerId="LiveId" clId="{556FC009-6D43-2D44-9154-BE704230BDFE}" dt="2020-04-27T21:23:58.478" v="14462"/>
          <ac:spMkLst>
            <pc:docMk/>
            <pc:sldMk cId="1441227577" sldId="3401"/>
            <ac:spMk id="3" creationId="{D09752A5-7D51-E347-9CE5-7EDB65BD0186}"/>
          </ac:spMkLst>
        </pc:spChg>
        <pc:spChg chg="mod">
          <ac:chgData name="Kate Burda" userId="f1d2ac986775a8a7" providerId="LiveId" clId="{556FC009-6D43-2D44-9154-BE704230BDFE}" dt="2020-04-27T21:23:58.478" v="14462"/>
          <ac:spMkLst>
            <pc:docMk/>
            <pc:sldMk cId="1441227577" sldId="3401"/>
            <ac:spMk id="4" creationId="{D801CEA6-A725-B24F-8DE2-0FE4C0A90D5D}"/>
          </ac:spMkLst>
        </pc:spChg>
      </pc:sldChg>
      <pc:sldChg chg="addSp delSp modSp add modTransition">
        <pc:chgData name="Kate Burda" userId="f1d2ac986775a8a7" providerId="LiveId" clId="{556FC009-6D43-2D44-9154-BE704230BDFE}" dt="2020-04-27T21:35:04.085" v="14626" actId="20577"/>
        <pc:sldMkLst>
          <pc:docMk/>
          <pc:sldMk cId="3006991706" sldId="3401"/>
        </pc:sldMkLst>
        <pc:spChg chg="del">
          <ac:chgData name="Kate Burda" userId="f1d2ac986775a8a7" providerId="LiveId" clId="{556FC009-6D43-2D44-9154-BE704230BDFE}" dt="2020-04-27T21:33:28.871" v="14557"/>
          <ac:spMkLst>
            <pc:docMk/>
            <pc:sldMk cId="3006991706" sldId="3401"/>
            <ac:spMk id="2" creationId="{3FF861A7-4FAA-1643-9CDA-7D268784384A}"/>
          </ac:spMkLst>
        </pc:spChg>
        <pc:spChg chg="add mod">
          <ac:chgData name="Kate Burda" userId="f1d2ac986775a8a7" providerId="LiveId" clId="{556FC009-6D43-2D44-9154-BE704230BDFE}" dt="2020-04-27T21:33:32.934" v="14566" actId="20577"/>
          <ac:spMkLst>
            <pc:docMk/>
            <pc:sldMk cId="3006991706" sldId="3401"/>
            <ac:spMk id="3" creationId="{21E01E71-05D1-2C4A-B4CA-9D7368D4814B}"/>
          </ac:spMkLst>
        </pc:spChg>
        <pc:spChg chg="add del mod">
          <ac:chgData name="Kate Burda" userId="f1d2ac986775a8a7" providerId="LiveId" clId="{556FC009-6D43-2D44-9154-BE704230BDFE}" dt="2020-04-27T21:34:51.769" v="14620" actId="478"/>
          <ac:spMkLst>
            <pc:docMk/>
            <pc:sldMk cId="3006991706" sldId="3401"/>
            <ac:spMk id="4" creationId="{16B8DE15-800B-2745-BAC2-87C4F7A3FD61}"/>
          </ac:spMkLst>
        </pc:spChg>
        <pc:spChg chg="add mod">
          <ac:chgData name="Kate Burda" userId="f1d2ac986775a8a7" providerId="LiveId" clId="{556FC009-6D43-2D44-9154-BE704230BDFE}" dt="2020-04-27T21:35:04.085" v="14626" actId="20577"/>
          <ac:spMkLst>
            <pc:docMk/>
            <pc:sldMk cId="3006991706" sldId="3401"/>
            <ac:spMk id="5" creationId="{FD7D6EB2-94C8-4841-8CA4-DE4BA6AB7EBC}"/>
          </ac:spMkLst>
        </pc:spChg>
      </pc:sldChg>
    </pc:docChg>
  </pc:docChgLst>
  <pc:docChgLst>
    <pc:chgData name="Kate Burda" userId="44c1ea53-84f5-4c7e-8f48-bfeb434f1f02" providerId="ADAL" clId="{6084778C-7CA7-0644-810A-B1B8BE50BCF3}"/>
    <pc:docChg chg="modSld">
      <pc:chgData name="Kate Burda" userId="44c1ea53-84f5-4c7e-8f48-bfeb434f1f02" providerId="ADAL" clId="{6084778C-7CA7-0644-810A-B1B8BE50BCF3}" dt="2020-10-13T14:56:28.626" v="4" actId="1076"/>
      <pc:docMkLst>
        <pc:docMk/>
      </pc:docMkLst>
      <pc:sldChg chg="modSp mod">
        <pc:chgData name="Kate Burda" userId="44c1ea53-84f5-4c7e-8f48-bfeb434f1f02" providerId="ADAL" clId="{6084778C-7CA7-0644-810A-B1B8BE50BCF3}" dt="2020-10-13T14:56:28.626" v="4" actId="1076"/>
        <pc:sldMkLst>
          <pc:docMk/>
          <pc:sldMk cId="3223588880" sldId="256"/>
        </pc:sldMkLst>
        <pc:picChg chg="mod">
          <ac:chgData name="Kate Burda" userId="44c1ea53-84f5-4c7e-8f48-bfeb434f1f02" providerId="ADAL" clId="{6084778C-7CA7-0644-810A-B1B8BE50BCF3}" dt="2020-10-13T14:56:28.626" v="4" actId="1076"/>
          <ac:picMkLst>
            <pc:docMk/>
            <pc:sldMk cId="3223588880" sldId="256"/>
            <ac:picMk id="12" creationId="{BFF238EA-62C3-0A45-A624-DD862B1FC549}"/>
          </ac:picMkLst>
        </pc:picChg>
      </pc:sldChg>
      <pc:sldChg chg="modSp mod">
        <pc:chgData name="Kate Burda" userId="44c1ea53-84f5-4c7e-8f48-bfeb434f1f02" providerId="ADAL" clId="{6084778C-7CA7-0644-810A-B1B8BE50BCF3}" dt="2020-10-13T02:37:00.830" v="3" actId="20577"/>
        <pc:sldMkLst>
          <pc:docMk/>
          <pc:sldMk cId="649406131" sldId="2402"/>
        </pc:sldMkLst>
        <pc:spChg chg="mod">
          <ac:chgData name="Kate Burda" userId="44c1ea53-84f5-4c7e-8f48-bfeb434f1f02" providerId="ADAL" clId="{6084778C-7CA7-0644-810A-B1B8BE50BCF3}" dt="2020-10-13T02:37:00.830" v="3" actId="20577"/>
          <ac:spMkLst>
            <pc:docMk/>
            <pc:sldMk cId="649406131" sldId="2402"/>
            <ac:spMk id="2" creationId="{50F01A6E-99B6-E642-A83D-AF42597E9B95}"/>
          </ac:spMkLst>
        </pc:spChg>
        <pc:picChg chg="mod">
          <ac:chgData name="Kate Burda" userId="44c1ea53-84f5-4c7e-8f48-bfeb434f1f02" providerId="ADAL" clId="{6084778C-7CA7-0644-810A-B1B8BE50BCF3}" dt="2020-10-13T02:36:40.604" v="1" actId="1076"/>
          <ac:picMkLst>
            <pc:docMk/>
            <pc:sldMk cId="649406131" sldId="2402"/>
            <ac:picMk id="4" creationId="{45A3FCF4-D6D3-1A44-983F-0F5E4EC430D4}"/>
          </ac:picMkLst>
        </pc:picChg>
      </pc:sldChg>
    </pc:docChg>
  </pc:docChgLst>
  <pc:docChgLst>
    <pc:chgData name="Kate Burda" userId="f1d2ac986775a8a7" providerId="LiveId" clId="{284E0360-92D8-2C44-B393-856DDB529AE3}"/>
    <pc:docChg chg="undo redo custSel addSld delSld modSld sldOrd">
      <pc:chgData name="Kate Burda" userId="f1d2ac986775a8a7" providerId="LiveId" clId="{284E0360-92D8-2C44-B393-856DDB529AE3}" dt="2020-07-20T19:02:11.150" v="58" actId="2696"/>
      <pc:docMkLst>
        <pc:docMk/>
      </pc:docMkLst>
      <pc:sldChg chg="add del">
        <pc:chgData name="Kate Burda" userId="f1d2ac986775a8a7" providerId="LiveId" clId="{284E0360-92D8-2C44-B393-856DDB529AE3}" dt="2020-07-20T18:57:26.136" v="2" actId="2696"/>
        <pc:sldMkLst>
          <pc:docMk/>
          <pc:sldMk cId="3682585121" sldId="280"/>
        </pc:sldMkLst>
      </pc:sldChg>
      <pc:sldChg chg="del">
        <pc:chgData name="Kate Burda" userId="f1d2ac986775a8a7" providerId="LiveId" clId="{284E0360-92D8-2C44-B393-856DDB529AE3}" dt="2020-07-20T18:59:23.680" v="12" actId="2696"/>
        <pc:sldMkLst>
          <pc:docMk/>
          <pc:sldMk cId="1918744514" sldId="482"/>
        </pc:sldMkLst>
      </pc:sldChg>
      <pc:sldChg chg="del">
        <pc:chgData name="Kate Burda" userId="f1d2ac986775a8a7" providerId="LiveId" clId="{284E0360-92D8-2C44-B393-856DDB529AE3}" dt="2020-07-20T19:02:05.214" v="56" actId="2696"/>
        <pc:sldMkLst>
          <pc:docMk/>
          <pc:sldMk cId="3607918301" sldId="483"/>
        </pc:sldMkLst>
      </pc:sldChg>
      <pc:sldChg chg="del">
        <pc:chgData name="Kate Burda" userId="f1d2ac986775a8a7" providerId="LiveId" clId="{284E0360-92D8-2C44-B393-856DDB529AE3}" dt="2020-07-20T18:59:23.759" v="19" actId="2696"/>
        <pc:sldMkLst>
          <pc:docMk/>
          <pc:sldMk cId="2404443320" sldId="2178"/>
        </pc:sldMkLst>
      </pc:sldChg>
      <pc:sldChg chg="ord">
        <pc:chgData name="Kate Burda" userId="f1d2ac986775a8a7" providerId="LiveId" clId="{284E0360-92D8-2C44-B393-856DDB529AE3}" dt="2020-07-20T18:58:33.487" v="5"/>
        <pc:sldMkLst>
          <pc:docMk/>
          <pc:sldMk cId="1879454027" sldId="2180"/>
        </pc:sldMkLst>
      </pc:sldChg>
      <pc:sldChg chg="ord">
        <pc:chgData name="Kate Burda" userId="f1d2ac986775a8a7" providerId="LiveId" clId="{284E0360-92D8-2C44-B393-856DDB529AE3}" dt="2020-07-20T18:58:44.951" v="8"/>
        <pc:sldMkLst>
          <pc:docMk/>
          <pc:sldMk cId="4103512709" sldId="2181"/>
        </pc:sldMkLst>
      </pc:sldChg>
      <pc:sldChg chg="del">
        <pc:chgData name="Kate Burda" userId="f1d2ac986775a8a7" providerId="LiveId" clId="{284E0360-92D8-2C44-B393-856DDB529AE3}" dt="2020-07-20T19:01:57.741" v="54" actId="2696"/>
        <pc:sldMkLst>
          <pc:docMk/>
          <pc:sldMk cId="3468227207" sldId="2182"/>
        </pc:sldMkLst>
      </pc:sldChg>
      <pc:sldChg chg="ord">
        <pc:chgData name="Kate Burda" userId="f1d2ac986775a8a7" providerId="LiveId" clId="{284E0360-92D8-2C44-B393-856DDB529AE3}" dt="2020-07-20T18:58:40.551" v="7"/>
        <pc:sldMkLst>
          <pc:docMk/>
          <pc:sldMk cId="1012644560" sldId="2184"/>
        </pc:sldMkLst>
      </pc:sldChg>
      <pc:sldChg chg="ord">
        <pc:chgData name="Kate Burda" userId="f1d2ac986775a8a7" providerId="LiveId" clId="{284E0360-92D8-2C44-B393-856DDB529AE3}" dt="2020-07-20T18:59:00.099" v="11"/>
        <pc:sldMkLst>
          <pc:docMk/>
          <pc:sldMk cId="29669756" sldId="2187"/>
        </pc:sldMkLst>
      </pc:sldChg>
      <pc:sldChg chg="add del">
        <pc:chgData name="Kate Burda" userId="f1d2ac986775a8a7" providerId="LiveId" clId="{284E0360-92D8-2C44-B393-856DDB529AE3}" dt="2020-07-20T19:01:25.990" v="46" actId="2696"/>
        <pc:sldMkLst>
          <pc:docMk/>
          <pc:sldMk cId="2226067208" sldId="2398"/>
        </pc:sldMkLst>
      </pc:sldChg>
      <pc:sldChg chg="add del">
        <pc:chgData name="Kate Burda" userId="f1d2ac986775a8a7" providerId="LiveId" clId="{284E0360-92D8-2C44-B393-856DDB529AE3}" dt="2020-07-20T18:57:37.941" v="4" actId="2696"/>
        <pc:sldMkLst>
          <pc:docMk/>
          <pc:sldMk cId="3224247755" sldId="2399"/>
        </pc:sldMkLst>
      </pc:sldChg>
      <pc:sldChg chg="del">
        <pc:chgData name="Kate Burda" userId="f1d2ac986775a8a7" providerId="LiveId" clId="{284E0360-92D8-2C44-B393-856DDB529AE3}" dt="2020-07-20T18:59:23.689" v="13" actId="2696"/>
        <pc:sldMkLst>
          <pc:docMk/>
          <pc:sldMk cId="1828663195" sldId="2400"/>
        </pc:sldMkLst>
      </pc:sldChg>
      <pc:sldChg chg="del">
        <pc:chgData name="Kate Burda" userId="f1d2ac986775a8a7" providerId="LiveId" clId="{284E0360-92D8-2C44-B393-856DDB529AE3}" dt="2020-07-20T18:59:23.730" v="17" actId="2696"/>
        <pc:sldMkLst>
          <pc:docMk/>
          <pc:sldMk cId="1841940580" sldId="2401"/>
        </pc:sldMkLst>
      </pc:sldChg>
      <pc:sldChg chg="add del">
        <pc:chgData name="Kate Burda" userId="f1d2ac986775a8a7" providerId="LiveId" clId="{284E0360-92D8-2C44-B393-856DDB529AE3}" dt="2020-07-20T19:01:31.108" v="49" actId="2696"/>
        <pc:sldMkLst>
          <pc:docMk/>
          <pc:sldMk cId="2981172483" sldId="2403"/>
        </pc:sldMkLst>
      </pc:sldChg>
      <pc:sldChg chg="add del">
        <pc:chgData name="Kate Burda" userId="f1d2ac986775a8a7" providerId="LiveId" clId="{284E0360-92D8-2C44-B393-856DDB529AE3}" dt="2020-07-20T19:01:29.321" v="48" actId="2696"/>
        <pc:sldMkLst>
          <pc:docMk/>
          <pc:sldMk cId="105010315" sldId="2404"/>
        </pc:sldMkLst>
      </pc:sldChg>
      <pc:sldChg chg="del">
        <pc:chgData name="Kate Burda" userId="f1d2ac986775a8a7" providerId="LiveId" clId="{284E0360-92D8-2C44-B393-856DDB529AE3}" dt="2020-07-20T19:02:08.603" v="57" actId="2696"/>
        <pc:sldMkLst>
          <pc:docMk/>
          <pc:sldMk cId="1549724349" sldId="2412"/>
        </pc:sldMkLst>
      </pc:sldChg>
      <pc:sldChg chg="del">
        <pc:chgData name="Kate Burda" userId="f1d2ac986775a8a7" providerId="LiveId" clId="{284E0360-92D8-2C44-B393-856DDB529AE3}" dt="2020-07-20T18:59:23.702" v="14" actId="2696"/>
        <pc:sldMkLst>
          <pc:docMk/>
          <pc:sldMk cId="203027870" sldId="3386"/>
        </pc:sldMkLst>
      </pc:sldChg>
      <pc:sldChg chg="add del">
        <pc:chgData name="Kate Burda" userId="f1d2ac986775a8a7" providerId="LiveId" clId="{284E0360-92D8-2C44-B393-856DDB529AE3}" dt="2020-07-20T19:01:28.227" v="47" actId="2696"/>
        <pc:sldMkLst>
          <pc:docMk/>
          <pc:sldMk cId="880640250" sldId="3390"/>
        </pc:sldMkLst>
      </pc:sldChg>
      <pc:sldChg chg="add del">
        <pc:chgData name="Kate Burda" userId="f1d2ac986775a8a7" providerId="LiveId" clId="{284E0360-92D8-2C44-B393-856DDB529AE3}" dt="2020-07-20T19:01:40.787" v="53" actId="2696"/>
        <pc:sldMkLst>
          <pc:docMk/>
          <pc:sldMk cId="1575051519" sldId="3393"/>
        </pc:sldMkLst>
      </pc:sldChg>
      <pc:sldChg chg="del">
        <pc:chgData name="Kate Burda" userId="f1d2ac986775a8a7" providerId="LiveId" clId="{284E0360-92D8-2C44-B393-856DDB529AE3}" dt="2020-07-20T18:59:23.712" v="15" actId="2696"/>
        <pc:sldMkLst>
          <pc:docMk/>
          <pc:sldMk cId="4018766626" sldId="3395"/>
        </pc:sldMkLst>
      </pc:sldChg>
      <pc:sldChg chg="del">
        <pc:chgData name="Kate Burda" userId="f1d2ac986775a8a7" providerId="LiveId" clId="{284E0360-92D8-2C44-B393-856DDB529AE3}" dt="2020-07-20T18:59:23.721" v="16" actId="2696"/>
        <pc:sldMkLst>
          <pc:docMk/>
          <pc:sldMk cId="1607311843" sldId="3396"/>
        </pc:sldMkLst>
      </pc:sldChg>
      <pc:sldChg chg="del">
        <pc:chgData name="Kate Burda" userId="f1d2ac986775a8a7" providerId="LiveId" clId="{284E0360-92D8-2C44-B393-856DDB529AE3}" dt="2020-07-20T18:59:23.744" v="18" actId="2696"/>
        <pc:sldMkLst>
          <pc:docMk/>
          <pc:sldMk cId="2863941942" sldId="3398"/>
        </pc:sldMkLst>
      </pc:sldChg>
      <pc:sldChg chg="add del">
        <pc:chgData name="Kate Burda" userId="f1d2ac986775a8a7" providerId="LiveId" clId="{284E0360-92D8-2C44-B393-856DDB529AE3}" dt="2020-07-20T19:02:02.537" v="55" actId="2696"/>
        <pc:sldMkLst>
          <pc:docMk/>
          <pc:sldMk cId="558913610" sldId="3399"/>
        </pc:sldMkLst>
      </pc:sldChg>
      <pc:sldChg chg="modSp">
        <pc:chgData name="Kate Burda" userId="f1d2ac986775a8a7" providerId="LiveId" clId="{284E0360-92D8-2C44-B393-856DDB529AE3}" dt="2020-07-20T19:00:55.286" v="45" actId="20577"/>
        <pc:sldMkLst>
          <pc:docMk/>
          <pc:sldMk cId="2572628364" sldId="3400"/>
        </pc:sldMkLst>
        <pc:spChg chg="mod">
          <ac:chgData name="Kate Burda" userId="f1d2ac986775a8a7" providerId="LiveId" clId="{284E0360-92D8-2C44-B393-856DDB529AE3}" dt="2020-07-20T18:59:32.344" v="21" actId="20577"/>
          <ac:spMkLst>
            <pc:docMk/>
            <pc:sldMk cId="2572628364" sldId="3400"/>
            <ac:spMk id="6" creationId="{B8A370BE-5FBD-B54B-BF26-1BE8E41665E4}"/>
          </ac:spMkLst>
        </pc:spChg>
        <pc:spChg chg="mod">
          <ac:chgData name="Kate Burda" userId="f1d2ac986775a8a7" providerId="LiveId" clId="{284E0360-92D8-2C44-B393-856DDB529AE3}" dt="2020-07-20T19:00:55.286" v="45" actId="20577"/>
          <ac:spMkLst>
            <pc:docMk/>
            <pc:sldMk cId="2572628364" sldId="3400"/>
            <ac:spMk id="20" creationId="{28BADE81-2B9D-8042-AFBA-A625DB1D6D90}"/>
          </ac:spMkLst>
        </pc:spChg>
      </pc:sldChg>
      <pc:sldChg chg="del">
        <pc:chgData name="Kate Burda" userId="f1d2ac986775a8a7" providerId="LiveId" clId="{284E0360-92D8-2C44-B393-856DDB529AE3}" dt="2020-07-20T19:02:11.150" v="58" actId="2696"/>
        <pc:sldMkLst>
          <pc:docMk/>
          <pc:sldMk cId="3006991706" sldId="3401"/>
        </pc:sldMkLst>
      </pc:sldChg>
      <pc:sldMasterChg chg="delSldLayout">
        <pc:chgData name="Kate Burda" userId="f1d2ac986775a8a7" providerId="LiveId" clId="{284E0360-92D8-2C44-B393-856DDB529AE3}" dt="2020-07-20T18:59:23.761" v="20" actId="2696"/>
        <pc:sldMasterMkLst>
          <pc:docMk/>
          <pc:sldMasterMk cId="0" sldId="2147483648"/>
        </pc:sldMasterMkLst>
        <pc:sldLayoutChg chg="del">
          <pc:chgData name="Kate Burda" userId="f1d2ac986775a8a7" providerId="LiveId" clId="{284E0360-92D8-2C44-B393-856DDB529AE3}" dt="2020-07-20T18:59:23.761" v="20" actId="2696"/>
          <pc:sldLayoutMkLst>
            <pc:docMk/>
            <pc:sldMasterMk cId="0" sldId="2147483648"/>
            <pc:sldLayoutMk cId="3406248214" sldId="2147483668"/>
          </pc:sldLayoutMkLst>
        </pc:sldLayoutChg>
      </pc:sldMasterChg>
    </pc:docChg>
  </pc:docChgLst>
  <pc:docChgLst>
    <pc:chgData name="Kate Burda" userId="44c1ea53-84f5-4c7e-8f48-bfeb434f1f02" providerId="ADAL" clId="{62A135D3-8573-AE4B-B3B0-2D0E03ADAC51}"/>
    <pc:docChg chg="undo custSel addSld delSld modSld">
      <pc:chgData name="Kate Burda" userId="44c1ea53-84f5-4c7e-8f48-bfeb434f1f02" providerId="ADAL" clId="{62A135D3-8573-AE4B-B3B0-2D0E03ADAC51}" dt="2021-02-25T14:50:15.574" v="18" actId="1076"/>
      <pc:docMkLst>
        <pc:docMk/>
      </pc:docMkLst>
      <pc:sldChg chg="modSp add mod modTransition modClrScheme chgLayout">
        <pc:chgData name="Kate Burda" userId="44c1ea53-84f5-4c7e-8f48-bfeb434f1f02" providerId="ADAL" clId="{62A135D3-8573-AE4B-B3B0-2D0E03ADAC51}" dt="2021-02-11T19:53:39.200" v="5" actId="1076"/>
        <pc:sldMkLst>
          <pc:docMk/>
          <pc:sldMk cId="2585313157" sldId="261"/>
        </pc:sldMkLst>
        <pc:spChg chg="mod ord">
          <ac:chgData name="Kate Burda" userId="44c1ea53-84f5-4c7e-8f48-bfeb434f1f02" providerId="ADAL" clId="{62A135D3-8573-AE4B-B3B0-2D0E03ADAC51}" dt="2021-02-11T19:53:39.200" v="5" actId="1076"/>
          <ac:spMkLst>
            <pc:docMk/>
            <pc:sldMk cId="2585313157" sldId="261"/>
            <ac:spMk id="4" creationId="{F981F41A-FC12-594E-B59C-7357A3CCDDBB}"/>
          </ac:spMkLst>
        </pc:spChg>
      </pc:sldChg>
      <pc:sldChg chg="modSp">
        <pc:chgData name="Kate Burda" userId="44c1ea53-84f5-4c7e-8f48-bfeb434f1f02" providerId="ADAL" clId="{62A135D3-8573-AE4B-B3B0-2D0E03ADAC51}" dt="2021-02-11T19:54:07.389" v="13" actId="20577"/>
        <pc:sldMkLst>
          <pc:docMk/>
          <pc:sldMk cId="3682585121" sldId="280"/>
        </pc:sldMkLst>
        <pc:spChg chg="mod">
          <ac:chgData name="Kate Burda" userId="44c1ea53-84f5-4c7e-8f48-bfeb434f1f02" providerId="ADAL" clId="{62A135D3-8573-AE4B-B3B0-2D0E03ADAC51}" dt="2021-02-11T19:54:07.389" v="13" actId="20577"/>
          <ac:spMkLst>
            <pc:docMk/>
            <pc:sldMk cId="3682585121" sldId="280"/>
            <ac:spMk id="25" creationId="{00000000-0000-0000-0000-000000000000}"/>
          </ac:spMkLst>
        </pc:spChg>
      </pc:sldChg>
      <pc:sldChg chg="add">
        <pc:chgData name="Kate Burda" userId="44c1ea53-84f5-4c7e-8f48-bfeb434f1f02" providerId="ADAL" clId="{62A135D3-8573-AE4B-B3B0-2D0E03ADAC51}" dt="2021-02-11T19:52:50.803" v="2"/>
        <pc:sldMkLst>
          <pc:docMk/>
          <pc:sldMk cId="927699732" sldId="282"/>
        </pc:sldMkLst>
      </pc:sldChg>
      <pc:sldChg chg="add">
        <pc:chgData name="Kate Burda" userId="44c1ea53-84f5-4c7e-8f48-bfeb434f1f02" providerId="ADAL" clId="{62A135D3-8573-AE4B-B3B0-2D0E03ADAC51}" dt="2021-02-11T19:52:50.803" v="2"/>
        <pc:sldMkLst>
          <pc:docMk/>
          <pc:sldMk cId="1339722243" sldId="283"/>
        </pc:sldMkLst>
      </pc:sldChg>
      <pc:sldChg chg="add del">
        <pc:chgData name="Kate Burda" userId="44c1ea53-84f5-4c7e-8f48-bfeb434f1f02" providerId="ADAL" clId="{62A135D3-8573-AE4B-B3B0-2D0E03ADAC51}" dt="2021-02-11T19:52:39.795" v="1" actId="2696"/>
        <pc:sldMkLst>
          <pc:docMk/>
          <pc:sldMk cId="3982914615" sldId="284"/>
        </pc:sldMkLst>
      </pc:sldChg>
      <pc:sldChg chg="modSp add del mod">
        <pc:chgData name="Kate Burda" userId="44c1ea53-84f5-4c7e-8f48-bfeb434f1f02" providerId="ADAL" clId="{62A135D3-8573-AE4B-B3B0-2D0E03ADAC51}" dt="2021-02-25T14:50:15.574" v="18" actId="1076"/>
        <pc:sldMkLst>
          <pc:docMk/>
          <pc:sldMk cId="3156547780" sldId="2405"/>
        </pc:sldMkLst>
        <pc:picChg chg="mod">
          <ac:chgData name="Kate Burda" userId="44c1ea53-84f5-4c7e-8f48-bfeb434f1f02" providerId="ADAL" clId="{62A135D3-8573-AE4B-B3B0-2D0E03ADAC51}" dt="2021-02-25T14:50:15.574" v="18" actId="1076"/>
          <ac:picMkLst>
            <pc:docMk/>
            <pc:sldMk cId="3156547780" sldId="2405"/>
            <ac:picMk id="4" creationId="{93CC203B-DDED-AC4C-9DD0-8D0384268FB5}"/>
          </ac:picMkLst>
        </pc:picChg>
      </pc:sldChg>
      <pc:sldChg chg="add del">
        <pc:chgData name="Kate Burda" userId="44c1ea53-84f5-4c7e-8f48-bfeb434f1f02" providerId="ADAL" clId="{62A135D3-8573-AE4B-B3B0-2D0E03ADAC51}" dt="2021-02-25T14:47:24.709" v="15" actId="2696"/>
        <pc:sldMkLst>
          <pc:docMk/>
          <pc:sldMk cId="1898461161" sldId="2407"/>
        </pc:sldMkLst>
      </pc:sldChg>
      <pc:sldMasterChg chg="addSldLayout delSldLayout">
        <pc:chgData name="Kate Burda" userId="44c1ea53-84f5-4c7e-8f48-bfeb434f1f02" providerId="ADAL" clId="{62A135D3-8573-AE4B-B3B0-2D0E03ADAC51}" dt="2021-02-25T14:47:24.709" v="15" actId="2696"/>
        <pc:sldMasterMkLst>
          <pc:docMk/>
          <pc:sldMasterMk cId="0" sldId="2147483648"/>
        </pc:sldMasterMkLst>
        <pc:sldLayoutChg chg="add del">
          <pc:chgData name="Kate Burda" userId="44c1ea53-84f5-4c7e-8f48-bfeb434f1f02" providerId="ADAL" clId="{62A135D3-8573-AE4B-B3B0-2D0E03ADAC51}" dt="2021-02-25T14:47:24.709" v="15" actId="2696"/>
          <pc:sldLayoutMkLst>
            <pc:docMk/>
            <pc:sldMasterMk cId="0" sldId="2147483648"/>
            <pc:sldLayoutMk cId="2370914365" sldId="2147483667"/>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E6296B-D73B-CD47-9B14-40EF4BCA9BD2}" type="doc">
      <dgm:prSet loTypeId="urn:microsoft.com/office/officeart/2009/3/layout/IncreasingArrowsProcess" loCatId="" qsTypeId="urn:microsoft.com/office/officeart/2005/8/quickstyle/simple1" qsCatId="simple" csTypeId="urn:microsoft.com/office/officeart/2005/8/colors/accent1_2" csCatId="accent1" phldr="1"/>
      <dgm:spPr/>
      <dgm:t>
        <a:bodyPr/>
        <a:lstStyle/>
        <a:p>
          <a:endParaRPr lang="en-US"/>
        </a:p>
      </dgm:t>
    </dgm:pt>
    <dgm:pt modelId="{06CAB257-F1F2-BF43-90DB-9B97C6F856D1}">
      <dgm:prSet phldrT="[Text]" custT="1"/>
      <dgm:spPr>
        <a:solidFill>
          <a:schemeClr val="bg1"/>
        </a:solidFill>
        <a:ln>
          <a:solidFill>
            <a:srgbClr val="BA1C7F"/>
          </a:solidFill>
        </a:ln>
      </dgm:spPr>
      <dgm:t>
        <a:bodyPr/>
        <a:lstStyle/>
        <a:p>
          <a:r>
            <a:rPr lang="en-US" sz="3200" dirty="0">
              <a:solidFill>
                <a:schemeClr val="tx1"/>
              </a:solidFill>
              <a:latin typeface="Franklin Gothic Medium"/>
              <a:cs typeface="Franklin Gothic Medium"/>
            </a:rPr>
            <a:t>Sales</a:t>
          </a:r>
        </a:p>
      </dgm:t>
    </dgm:pt>
    <dgm:pt modelId="{9F71B84F-841A-E047-80AA-900E41E49EBD}" type="parTrans" cxnId="{11CD6273-709E-CA4D-AA5C-6BCB6F255625}">
      <dgm:prSet/>
      <dgm:spPr/>
      <dgm:t>
        <a:bodyPr/>
        <a:lstStyle/>
        <a:p>
          <a:endParaRPr lang="en-US"/>
        </a:p>
      </dgm:t>
    </dgm:pt>
    <dgm:pt modelId="{89C81E2A-742E-BB4B-8431-341491BC6AAD}" type="sibTrans" cxnId="{11CD6273-709E-CA4D-AA5C-6BCB6F255625}">
      <dgm:prSet/>
      <dgm:spPr/>
      <dgm:t>
        <a:bodyPr/>
        <a:lstStyle/>
        <a:p>
          <a:endParaRPr lang="en-US"/>
        </a:p>
      </dgm:t>
    </dgm:pt>
    <dgm:pt modelId="{831BD815-D73F-284E-AF27-2C5720824A23}">
      <dgm:prSet phldrT="[Text]" custT="1"/>
      <dgm:spPr>
        <a:solidFill>
          <a:schemeClr val="bg1"/>
        </a:solidFill>
        <a:ln>
          <a:solidFill>
            <a:srgbClr val="BA1C7F"/>
          </a:solidFill>
        </a:ln>
      </dgm:spPr>
      <dgm:t>
        <a:bodyPr/>
        <a:lstStyle/>
        <a:p>
          <a:r>
            <a:rPr lang="en-US" sz="3200" dirty="0">
              <a:solidFill>
                <a:schemeClr val="tx1"/>
              </a:solidFill>
              <a:latin typeface="Franklin Gothic Medium"/>
              <a:cs typeface="Franklin Gothic Medium"/>
            </a:rPr>
            <a:t>Marketing</a:t>
          </a:r>
        </a:p>
      </dgm:t>
    </dgm:pt>
    <dgm:pt modelId="{97BD0FFA-DCB2-3743-A4E4-17A4BCFF8A34}" type="parTrans" cxnId="{5E36C778-750E-F445-8076-3BDF31627B95}">
      <dgm:prSet/>
      <dgm:spPr/>
      <dgm:t>
        <a:bodyPr/>
        <a:lstStyle/>
        <a:p>
          <a:endParaRPr lang="en-US"/>
        </a:p>
      </dgm:t>
    </dgm:pt>
    <dgm:pt modelId="{179A756A-C013-FA42-97D8-AB57EBF783AF}" type="sibTrans" cxnId="{5E36C778-750E-F445-8076-3BDF31627B95}">
      <dgm:prSet/>
      <dgm:spPr/>
      <dgm:t>
        <a:bodyPr/>
        <a:lstStyle/>
        <a:p>
          <a:endParaRPr lang="en-US"/>
        </a:p>
      </dgm:t>
    </dgm:pt>
    <dgm:pt modelId="{BEA64A0A-6632-3D4E-B4A8-0BEAE33C8864}">
      <dgm:prSet phldrT="[Text]" custT="1"/>
      <dgm:spPr>
        <a:solidFill>
          <a:schemeClr val="bg1"/>
        </a:solidFill>
        <a:ln>
          <a:solidFill>
            <a:srgbClr val="BA1C7F"/>
          </a:solidFill>
        </a:ln>
      </dgm:spPr>
      <dgm:t>
        <a:bodyPr/>
        <a:lstStyle/>
        <a:p>
          <a:r>
            <a:rPr lang="en-US" sz="3200" dirty="0">
              <a:solidFill>
                <a:schemeClr val="tx1"/>
              </a:solidFill>
              <a:latin typeface="Franklin Gothic Medium"/>
              <a:cs typeface="Franklin Gothic Medium"/>
            </a:rPr>
            <a:t>Rev. Mgmt</a:t>
          </a:r>
        </a:p>
      </dgm:t>
    </dgm:pt>
    <dgm:pt modelId="{E29B5CB7-786E-9B4B-B357-7E450ED03DAF}" type="parTrans" cxnId="{36F75157-96AF-B240-B6C3-B027F6B560DE}">
      <dgm:prSet/>
      <dgm:spPr/>
      <dgm:t>
        <a:bodyPr/>
        <a:lstStyle/>
        <a:p>
          <a:endParaRPr lang="en-US"/>
        </a:p>
      </dgm:t>
    </dgm:pt>
    <dgm:pt modelId="{4FB5BABF-D020-A94B-9944-4C2081645088}" type="sibTrans" cxnId="{36F75157-96AF-B240-B6C3-B027F6B560DE}">
      <dgm:prSet/>
      <dgm:spPr/>
      <dgm:t>
        <a:bodyPr/>
        <a:lstStyle/>
        <a:p>
          <a:endParaRPr lang="en-US"/>
        </a:p>
      </dgm:t>
    </dgm:pt>
    <dgm:pt modelId="{487F873E-CEDD-1748-ADE3-0AA211A91274}" type="pres">
      <dgm:prSet presAssocID="{BCE6296B-D73B-CD47-9B14-40EF4BCA9BD2}" presName="Name0" presStyleCnt="0">
        <dgm:presLayoutVars>
          <dgm:chMax val="5"/>
          <dgm:chPref val="5"/>
          <dgm:dir/>
          <dgm:animLvl val="lvl"/>
        </dgm:presLayoutVars>
      </dgm:prSet>
      <dgm:spPr/>
    </dgm:pt>
    <dgm:pt modelId="{0C0DC61B-37F4-6248-91FB-08AECD31EF78}" type="pres">
      <dgm:prSet presAssocID="{06CAB257-F1F2-BF43-90DB-9B97C6F856D1}" presName="parentText1" presStyleLbl="node1" presStyleIdx="0" presStyleCnt="3" custScaleY="136516">
        <dgm:presLayoutVars>
          <dgm:chMax/>
          <dgm:chPref val="3"/>
          <dgm:bulletEnabled val="1"/>
        </dgm:presLayoutVars>
      </dgm:prSet>
      <dgm:spPr/>
    </dgm:pt>
    <dgm:pt modelId="{640ECC18-FF71-FC4D-B4E2-345CA264C731}" type="pres">
      <dgm:prSet presAssocID="{831BD815-D73F-284E-AF27-2C5720824A23}" presName="parentText2" presStyleLbl="node1" presStyleIdx="1" presStyleCnt="3" custScaleY="145105">
        <dgm:presLayoutVars>
          <dgm:chMax/>
          <dgm:chPref val="3"/>
          <dgm:bulletEnabled val="1"/>
        </dgm:presLayoutVars>
      </dgm:prSet>
      <dgm:spPr/>
    </dgm:pt>
    <dgm:pt modelId="{62A469E4-8FE2-4E46-B9BA-A36D6F5123C4}" type="pres">
      <dgm:prSet presAssocID="{BEA64A0A-6632-3D4E-B4A8-0BEAE33C8864}" presName="parentText3" presStyleLbl="node1" presStyleIdx="2" presStyleCnt="3" custScaleY="147667">
        <dgm:presLayoutVars>
          <dgm:chMax/>
          <dgm:chPref val="3"/>
          <dgm:bulletEnabled val="1"/>
        </dgm:presLayoutVars>
      </dgm:prSet>
      <dgm:spPr/>
    </dgm:pt>
  </dgm:ptLst>
  <dgm:cxnLst>
    <dgm:cxn modelId="{D3148401-4DD3-8D4D-9193-4AF3A957F8A0}" type="presOf" srcId="{06CAB257-F1F2-BF43-90DB-9B97C6F856D1}" destId="{0C0DC61B-37F4-6248-91FB-08AECD31EF78}" srcOrd="0" destOrd="0" presId="urn:microsoft.com/office/officeart/2009/3/layout/IncreasingArrowsProcess"/>
    <dgm:cxn modelId="{E7B85C2C-159E-E246-B951-25C69DCC5F89}" type="presOf" srcId="{831BD815-D73F-284E-AF27-2C5720824A23}" destId="{640ECC18-FF71-FC4D-B4E2-345CA264C731}" srcOrd="0" destOrd="0" presId="urn:microsoft.com/office/officeart/2009/3/layout/IncreasingArrowsProcess"/>
    <dgm:cxn modelId="{36070443-0071-D444-A311-A3AEFCFA963C}" type="presOf" srcId="{BCE6296B-D73B-CD47-9B14-40EF4BCA9BD2}" destId="{487F873E-CEDD-1748-ADE3-0AA211A91274}" srcOrd="0" destOrd="0" presId="urn:microsoft.com/office/officeart/2009/3/layout/IncreasingArrowsProcess"/>
    <dgm:cxn modelId="{36F75157-96AF-B240-B6C3-B027F6B560DE}" srcId="{BCE6296B-D73B-CD47-9B14-40EF4BCA9BD2}" destId="{BEA64A0A-6632-3D4E-B4A8-0BEAE33C8864}" srcOrd="2" destOrd="0" parTransId="{E29B5CB7-786E-9B4B-B357-7E450ED03DAF}" sibTransId="{4FB5BABF-D020-A94B-9944-4C2081645088}"/>
    <dgm:cxn modelId="{C5BAE669-7EAC-5C4F-9DA8-61DC7998BD9C}" type="presOf" srcId="{BEA64A0A-6632-3D4E-B4A8-0BEAE33C8864}" destId="{62A469E4-8FE2-4E46-B9BA-A36D6F5123C4}" srcOrd="0" destOrd="0" presId="urn:microsoft.com/office/officeart/2009/3/layout/IncreasingArrowsProcess"/>
    <dgm:cxn modelId="{11CD6273-709E-CA4D-AA5C-6BCB6F255625}" srcId="{BCE6296B-D73B-CD47-9B14-40EF4BCA9BD2}" destId="{06CAB257-F1F2-BF43-90DB-9B97C6F856D1}" srcOrd="0" destOrd="0" parTransId="{9F71B84F-841A-E047-80AA-900E41E49EBD}" sibTransId="{89C81E2A-742E-BB4B-8431-341491BC6AAD}"/>
    <dgm:cxn modelId="{5E36C778-750E-F445-8076-3BDF31627B95}" srcId="{BCE6296B-D73B-CD47-9B14-40EF4BCA9BD2}" destId="{831BD815-D73F-284E-AF27-2C5720824A23}" srcOrd="1" destOrd="0" parTransId="{97BD0FFA-DCB2-3743-A4E4-17A4BCFF8A34}" sibTransId="{179A756A-C013-FA42-97D8-AB57EBF783AF}"/>
    <dgm:cxn modelId="{6EB93BA4-455A-3048-8788-3BA354040825}" type="presParOf" srcId="{487F873E-CEDD-1748-ADE3-0AA211A91274}" destId="{0C0DC61B-37F4-6248-91FB-08AECD31EF78}" srcOrd="0" destOrd="0" presId="urn:microsoft.com/office/officeart/2009/3/layout/IncreasingArrowsProcess"/>
    <dgm:cxn modelId="{35EF59E6-55A4-574E-B471-D3662AE37845}" type="presParOf" srcId="{487F873E-CEDD-1748-ADE3-0AA211A91274}" destId="{640ECC18-FF71-FC4D-B4E2-345CA264C731}" srcOrd="1" destOrd="0" presId="urn:microsoft.com/office/officeart/2009/3/layout/IncreasingArrowsProcess"/>
    <dgm:cxn modelId="{BC92C38D-0888-B141-B70B-6724753E3523}" type="presParOf" srcId="{487F873E-CEDD-1748-ADE3-0AA211A91274}" destId="{62A469E4-8FE2-4E46-B9BA-A36D6F5123C4}" srcOrd="2"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854674-8C96-49E1-8C41-2F1B8EE0BE52}"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4396688-FC28-4C98-A99C-72D45BF1D828}">
      <dgm:prSet phldrT="[Text]"/>
      <dgm:spPr>
        <a:solidFill>
          <a:srgbClr val="B93060"/>
        </a:solidFill>
      </dgm:spPr>
      <dgm:t>
        <a:bodyPr/>
        <a:lstStyle/>
        <a:p>
          <a:r>
            <a:rPr lang="en-US" b="1" dirty="0">
              <a:latin typeface="+mj-lt"/>
              <a:ea typeface="MS PGothic" pitchFamily="34" charset="-128"/>
              <a:cs typeface="Arial" pitchFamily="34" charset="0"/>
            </a:rPr>
            <a:t>Recognition of impact</a:t>
          </a:r>
          <a:endParaRPr lang="en-US" i="1" dirty="0"/>
        </a:p>
      </dgm:t>
    </dgm:pt>
    <dgm:pt modelId="{F3B17F86-798C-47FC-88BC-77355B443D89}" type="parTrans" cxnId="{463E7672-FF2D-45E1-A9EE-2F1690CF6D18}">
      <dgm:prSet/>
      <dgm:spPr/>
      <dgm:t>
        <a:bodyPr/>
        <a:lstStyle/>
        <a:p>
          <a:endParaRPr lang="en-US"/>
        </a:p>
      </dgm:t>
    </dgm:pt>
    <dgm:pt modelId="{D9E213C5-16BD-490E-B0CB-73A4181C4F76}" type="sibTrans" cxnId="{463E7672-FF2D-45E1-A9EE-2F1690CF6D18}">
      <dgm:prSet/>
      <dgm:spPr/>
      <dgm:t>
        <a:bodyPr/>
        <a:lstStyle/>
        <a:p>
          <a:endParaRPr lang="en-US"/>
        </a:p>
      </dgm:t>
    </dgm:pt>
    <dgm:pt modelId="{93B21F79-0A96-4125-AD95-486302053FD0}">
      <dgm:prSet phldrT="[Text]"/>
      <dgm:spPr>
        <a:solidFill>
          <a:srgbClr val="B93060"/>
        </a:solidFill>
      </dgm:spPr>
      <dgm:t>
        <a:bodyPr/>
        <a:lstStyle/>
        <a:p>
          <a:r>
            <a:rPr lang="en-US" dirty="0"/>
            <a:t> </a:t>
          </a:r>
          <a:r>
            <a:rPr lang="en-US" b="1" dirty="0">
              <a:latin typeface="+mj-lt"/>
              <a:ea typeface="MS PGothic" pitchFamily="34" charset="-128"/>
              <a:cs typeface="Arial" pitchFamily="34" charset="0"/>
            </a:rPr>
            <a:t>Resolution of Concerns</a:t>
          </a:r>
          <a:endParaRPr lang="en-US" dirty="0"/>
        </a:p>
      </dgm:t>
    </dgm:pt>
    <dgm:pt modelId="{3DFA492B-5F8A-4565-80D4-B2B5D6D2CA1D}" type="parTrans" cxnId="{E3C2886C-2DEF-41A0-89A0-FED882F7967B}">
      <dgm:prSet/>
      <dgm:spPr/>
      <dgm:t>
        <a:bodyPr/>
        <a:lstStyle/>
        <a:p>
          <a:endParaRPr lang="en-US"/>
        </a:p>
      </dgm:t>
    </dgm:pt>
    <dgm:pt modelId="{06F975B4-329E-479B-B4CC-8EC97B70981E}" type="sibTrans" cxnId="{E3C2886C-2DEF-41A0-89A0-FED882F7967B}">
      <dgm:prSet/>
      <dgm:spPr/>
      <dgm:t>
        <a:bodyPr/>
        <a:lstStyle/>
        <a:p>
          <a:endParaRPr lang="en-US"/>
        </a:p>
      </dgm:t>
    </dgm:pt>
    <dgm:pt modelId="{D46DA3D0-B425-4861-81D5-792BB4E0D35B}">
      <dgm:prSet phldrT="[Text]"/>
      <dgm:spPr>
        <a:solidFill>
          <a:srgbClr val="B93060"/>
        </a:solidFill>
      </dgm:spPr>
      <dgm:t>
        <a:bodyPr/>
        <a:lstStyle/>
        <a:p>
          <a:r>
            <a:rPr lang="en-US" b="1" dirty="0">
              <a:latin typeface="+mj-lt"/>
              <a:ea typeface="MS PGothic" pitchFamily="34" charset="-128"/>
              <a:cs typeface="Arial" pitchFamily="34" charset="0"/>
            </a:rPr>
            <a:t>Purchase</a:t>
          </a:r>
          <a:endParaRPr lang="en-US" i="1" dirty="0"/>
        </a:p>
      </dgm:t>
    </dgm:pt>
    <dgm:pt modelId="{9A3A4791-6727-4716-8E04-971B2B318678}" type="parTrans" cxnId="{7610AFFA-C17D-4F03-B828-E059CB66D321}">
      <dgm:prSet/>
      <dgm:spPr/>
      <dgm:t>
        <a:bodyPr/>
        <a:lstStyle/>
        <a:p>
          <a:endParaRPr lang="en-US"/>
        </a:p>
      </dgm:t>
    </dgm:pt>
    <dgm:pt modelId="{839681A7-1F60-4CBA-A9D2-5D966B3FE43A}" type="sibTrans" cxnId="{7610AFFA-C17D-4F03-B828-E059CB66D321}">
      <dgm:prSet/>
      <dgm:spPr/>
      <dgm:t>
        <a:bodyPr/>
        <a:lstStyle/>
        <a:p>
          <a:endParaRPr lang="en-US"/>
        </a:p>
      </dgm:t>
    </dgm:pt>
    <dgm:pt modelId="{2DBF7F80-B0F5-48F1-82EF-76E5BCE83E70}">
      <dgm:prSet phldrT="[Text]"/>
      <dgm:spPr>
        <a:solidFill>
          <a:srgbClr val="B93060"/>
        </a:solidFill>
      </dgm:spPr>
      <dgm:t>
        <a:bodyPr/>
        <a:lstStyle/>
        <a:p>
          <a:r>
            <a:rPr lang="en-US" b="1" dirty="0">
              <a:latin typeface="+mj-lt"/>
              <a:ea typeface="MS PGothic" pitchFamily="34" charset="-128"/>
              <a:cs typeface="Arial" pitchFamily="34" charset="0"/>
            </a:rPr>
            <a:t>Evaluation of Options</a:t>
          </a:r>
          <a:endParaRPr lang="en-US" dirty="0"/>
        </a:p>
      </dgm:t>
    </dgm:pt>
    <dgm:pt modelId="{4668D1B6-26C7-4BD7-9A72-489A5F30EF78}" type="parTrans" cxnId="{AA5AC45D-0420-4165-BEC6-45CC5EB300AC}">
      <dgm:prSet/>
      <dgm:spPr/>
      <dgm:t>
        <a:bodyPr/>
        <a:lstStyle/>
        <a:p>
          <a:endParaRPr lang="en-US"/>
        </a:p>
      </dgm:t>
    </dgm:pt>
    <dgm:pt modelId="{00DDC85A-380E-4164-AE5F-B75BA1FA59CB}" type="sibTrans" cxnId="{AA5AC45D-0420-4165-BEC6-45CC5EB300AC}">
      <dgm:prSet/>
      <dgm:spPr/>
      <dgm:t>
        <a:bodyPr/>
        <a:lstStyle/>
        <a:p>
          <a:endParaRPr lang="en-US"/>
        </a:p>
      </dgm:t>
    </dgm:pt>
    <dgm:pt modelId="{8BCB9E4B-08AB-4AE8-90D8-5B404C7FAFAF}">
      <dgm:prSet phldrT="[Text]"/>
      <dgm:spPr/>
      <dgm:t>
        <a:bodyPr/>
        <a:lstStyle/>
        <a:p>
          <a:pPr>
            <a:buNone/>
          </a:pPr>
          <a:r>
            <a:rPr lang="en-US" b="1" i="1" dirty="0">
              <a:latin typeface="Franklin Gothic Book" panose="020B0503020102020204" pitchFamily="34" charset="0"/>
              <a:ea typeface="MS PGothic" pitchFamily="34" charset="-128"/>
              <a:cs typeface="Arial" pitchFamily="34" charset="0"/>
            </a:rPr>
            <a:t>Consultative</a:t>
          </a:r>
          <a:endParaRPr lang="en-US" i="1" dirty="0">
            <a:latin typeface="Franklin Gothic Book" panose="020B0503020102020204" pitchFamily="34" charset="0"/>
          </a:endParaRPr>
        </a:p>
      </dgm:t>
    </dgm:pt>
    <dgm:pt modelId="{92008C1C-9BAC-4657-A565-EA8FD6EB6819}" type="parTrans" cxnId="{57796F88-30B6-48FB-9135-794C3D19193D}">
      <dgm:prSet/>
      <dgm:spPr/>
      <dgm:t>
        <a:bodyPr/>
        <a:lstStyle/>
        <a:p>
          <a:endParaRPr lang="en-US"/>
        </a:p>
      </dgm:t>
    </dgm:pt>
    <dgm:pt modelId="{F7A240C7-F989-440D-921B-07B59EE3C481}" type="sibTrans" cxnId="{57796F88-30B6-48FB-9135-794C3D19193D}">
      <dgm:prSet/>
      <dgm:spPr/>
      <dgm:t>
        <a:bodyPr/>
        <a:lstStyle/>
        <a:p>
          <a:endParaRPr lang="en-US"/>
        </a:p>
      </dgm:t>
    </dgm:pt>
    <dgm:pt modelId="{F78FFE59-0084-419C-8ECC-6656BB46CFB4}">
      <dgm:prSet phldrT="[Text]"/>
      <dgm:spPr/>
      <dgm:t>
        <a:bodyPr/>
        <a:lstStyle/>
        <a:p>
          <a:pPr>
            <a:buNone/>
          </a:pPr>
          <a:r>
            <a:rPr lang="en-US" b="1" i="1" dirty="0">
              <a:latin typeface="Franklin Gothic Book" panose="020B0503020102020204" pitchFamily="34" charset="0"/>
              <a:ea typeface="MS PGothic" pitchFamily="34" charset="-128"/>
              <a:cs typeface="Arial" pitchFamily="34" charset="0"/>
            </a:rPr>
            <a:t>Transactional</a:t>
          </a:r>
          <a:endParaRPr lang="en-US" i="1" dirty="0">
            <a:latin typeface="Franklin Gothic Book" panose="020B0503020102020204" pitchFamily="34" charset="0"/>
          </a:endParaRPr>
        </a:p>
      </dgm:t>
    </dgm:pt>
    <dgm:pt modelId="{2AE274AA-8FE5-4611-863F-537F3B98E4E5}" type="parTrans" cxnId="{B40B62C1-B92E-4C6E-A305-46538E86D767}">
      <dgm:prSet/>
      <dgm:spPr/>
      <dgm:t>
        <a:bodyPr/>
        <a:lstStyle/>
        <a:p>
          <a:endParaRPr lang="en-US"/>
        </a:p>
      </dgm:t>
    </dgm:pt>
    <dgm:pt modelId="{8E2AB983-046D-4C72-AE1E-E94931CF4F33}" type="sibTrans" cxnId="{B40B62C1-B92E-4C6E-A305-46538E86D767}">
      <dgm:prSet/>
      <dgm:spPr/>
      <dgm:t>
        <a:bodyPr/>
        <a:lstStyle/>
        <a:p>
          <a:endParaRPr lang="en-US"/>
        </a:p>
      </dgm:t>
    </dgm:pt>
    <dgm:pt modelId="{8942EF79-834A-4356-A6EF-F328C2990D9B}" type="pres">
      <dgm:prSet presAssocID="{8F854674-8C96-49E1-8C41-2F1B8EE0BE52}" presName="Name0" presStyleCnt="0">
        <dgm:presLayoutVars>
          <dgm:dir/>
          <dgm:animLvl val="lvl"/>
          <dgm:resizeHandles val="exact"/>
        </dgm:presLayoutVars>
      </dgm:prSet>
      <dgm:spPr/>
    </dgm:pt>
    <dgm:pt modelId="{D6C6DA96-4FD0-420C-8E4C-31B320B5066A}" type="pres">
      <dgm:prSet presAssocID="{84396688-FC28-4C98-A99C-72D45BF1D828}" presName="composite" presStyleCnt="0"/>
      <dgm:spPr/>
    </dgm:pt>
    <dgm:pt modelId="{134F1F1B-985F-4677-A84A-2F1C2746BF55}" type="pres">
      <dgm:prSet presAssocID="{84396688-FC28-4C98-A99C-72D45BF1D828}" presName="parTx" presStyleLbl="node1" presStyleIdx="0" presStyleCnt="4">
        <dgm:presLayoutVars>
          <dgm:chMax val="0"/>
          <dgm:chPref val="0"/>
          <dgm:bulletEnabled val="1"/>
        </dgm:presLayoutVars>
      </dgm:prSet>
      <dgm:spPr/>
    </dgm:pt>
    <dgm:pt modelId="{DF49A042-AC3E-4FCA-B2B6-F34F66EF7629}" type="pres">
      <dgm:prSet presAssocID="{84396688-FC28-4C98-A99C-72D45BF1D828}" presName="desTx" presStyleLbl="revTx" presStyleIdx="0" presStyleCnt="2">
        <dgm:presLayoutVars>
          <dgm:bulletEnabled val="1"/>
        </dgm:presLayoutVars>
      </dgm:prSet>
      <dgm:spPr/>
    </dgm:pt>
    <dgm:pt modelId="{91B7B9D8-A334-4AB8-9030-4A2809E7A505}" type="pres">
      <dgm:prSet presAssocID="{D9E213C5-16BD-490E-B0CB-73A4181C4F76}" presName="space" presStyleCnt="0"/>
      <dgm:spPr/>
    </dgm:pt>
    <dgm:pt modelId="{EA08FC5E-D222-47C1-A94F-17482C48A2BF}" type="pres">
      <dgm:prSet presAssocID="{2DBF7F80-B0F5-48F1-82EF-76E5BCE83E70}" presName="composite" presStyleCnt="0"/>
      <dgm:spPr/>
    </dgm:pt>
    <dgm:pt modelId="{89592170-5DF5-4B9B-BD7B-9266A2FF3768}" type="pres">
      <dgm:prSet presAssocID="{2DBF7F80-B0F5-48F1-82EF-76E5BCE83E70}" presName="parTx" presStyleLbl="node1" presStyleIdx="1" presStyleCnt="4">
        <dgm:presLayoutVars>
          <dgm:chMax val="0"/>
          <dgm:chPref val="0"/>
          <dgm:bulletEnabled val="1"/>
        </dgm:presLayoutVars>
      </dgm:prSet>
      <dgm:spPr/>
    </dgm:pt>
    <dgm:pt modelId="{CBD8C652-0333-4D5F-A92A-DF84E4AC3F0D}" type="pres">
      <dgm:prSet presAssocID="{2DBF7F80-B0F5-48F1-82EF-76E5BCE83E70}" presName="desTx" presStyleLbl="revTx" presStyleIdx="0" presStyleCnt="2">
        <dgm:presLayoutVars>
          <dgm:bulletEnabled val="1"/>
        </dgm:presLayoutVars>
      </dgm:prSet>
      <dgm:spPr/>
    </dgm:pt>
    <dgm:pt modelId="{8F5BAD9E-60A6-4DAC-8DC8-6CCCB27FBF49}" type="pres">
      <dgm:prSet presAssocID="{00DDC85A-380E-4164-AE5F-B75BA1FA59CB}" presName="space" presStyleCnt="0"/>
      <dgm:spPr/>
    </dgm:pt>
    <dgm:pt modelId="{178E2F66-8967-4540-B17A-8798F6FF5D03}" type="pres">
      <dgm:prSet presAssocID="{93B21F79-0A96-4125-AD95-486302053FD0}" presName="composite" presStyleCnt="0"/>
      <dgm:spPr/>
    </dgm:pt>
    <dgm:pt modelId="{2A1A1A81-E358-40FC-84A0-30BAD654CDB1}" type="pres">
      <dgm:prSet presAssocID="{93B21F79-0A96-4125-AD95-486302053FD0}" presName="parTx" presStyleLbl="node1" presStyleIdx="2" presStyleCnt="4">
        <dgm:presLayoutVars>
          <dgm:chMax val="0"/>
          <dgm:chPref val="0"/>
          <dgm:bulletEnabled val="1"/>
        </dgm:presLayoutVars>
      </dgm:prSet>
      <dgm:spPr/>
    </dgm:pt>
    <dgm:pt modelId="{EFEB7409-49B6-491D-8DB2-33E7650AEAD3}" type="pres">
      <dgm:prSet presAssocID="{93B21F79-0A96-4125-AD95-486302053FD0}" presName="desTx" presStyleLbl="revTx" presStyleIdx="0" presStyleCnt="2">
        <dgm:presLayoutVars>
          <dgm:bulletEnabled val="1"/>
        </dgm:presLayoutVars>
      </dgm:prSet>
      <dgm:spPr/>
    </dgm:pt>
    <dgm:pt modelId="{457CA780-BFC0-4143-B95B-B9A15AF55927}" type="pres">
      <dgm:prSet presAssocID="{06F975B4-329E-479B-B4CC-8EC97B70981E}" presName="space" presStyleCnt="0"/>
      <dgm:spPr/>
    </dgm:pt>
    <dgm:pt modelId="{D3819039-494B-4291-9A9A-2F8051D06B9E}" type="pres">
      <dgm:prSet presAssocID="{D46DA3D0-B425-4861-81D5-792BB4E0D35B}" presName="composite" presStyleCnt="0"/>
      <dgm:spPr/>
    </dgm:pt>
    <dgm:pt modelId="{A81B0BEF-4884-4501-BD43-3A29FEDB6F4C}" type="pres">
      <dgm:prSet presAssocID="{D46DA3D0-B425-4861-81D5-792BB4E0D35B}" presName="parTx" presStyleLbl="node1" presStyleIdx="3" presStyleCnt="4">
        <dgm:presLayoutVars>
          <dgm:chMax val="0"/>
          <dgm:chPref val="0"/>
          <dgm:bulletEnabled val="1"/>
        </dgm:presLayoutVars>
      </dgm:prSet>
      <dgm:spPr/>
    </dgm:pt>
    <dgm:pt modelId="{CE062F10-A945-409B-B0F0-CB23BB567390}" type="pres">
      <dgm:prSet presAssocID="{D46DA3D0-B425-4861-81D5-792BB4E0D35B}" presName="desTx" presStyleLbl="revTx" presStyleIdx="1" presStyleCnt="2" custLinFactNeighborX="19328" custLinFactNeighborY="5714">
        <dgm:presLayoutVars>
          <dgm:bulletEnabled val="1"/>
        </dgm:presLayoutVars>
      </dgm:prSet>
      <dgm:spPr/>
    </dgm:pt>
  </dgm:ptLst>
  <dgm:cxnLst>
    <dgm:cxn modelId="{FDE17601-5A5A-4A31-B4CE-A2FEEE38AA78}" type="presOf" srcId="{84396688-FC28-4C98-A99C-72D45BF1D828}" destId="{134F1F1B-985F-4677-A84A-2F1C2746BF55}" srcOrd="0" destOrd="0" presId="urn:microsoft.com/office/officeart/2005/8/layout/chevron1"/>
    <dgm:cxn modelId="{582C5917-FBE0-4723-9DDB-569DE9003AE9}" type="presOf" srcId="{F78FFE59-0084-419C-8ECC-6656BB46CFB4}" destId="{CE062F10-A945-409B-B0F0-CB23BB567390}" srcOrd="0" destOrd="0" presId="urn:microsoft.com/office/officeart/2005/8/layout/chevron1"/>
    <dgm:cxn modelId="{4CC8041E-393A-432F-A2D5-49AC5293CBE9}" type="presOf" srcId="{93B21F79-0A96-4125-AD95-486302053FD0}" destId="{2A1A1A81-E358-40FC-84A0-30BAD654CDB1}" srcOrd="0" destOrd="0" presId="urn:microsoft.com/office/officeart/2005/8/layout/chevron1"/>
    <dgm:cxn modelId="{84390D2A-0A9F-4596-948C-5195B4F61A87}" type="presOf" srcId="{D46DA3D0-B425-4861-81D5-792BB4E0D35B}" destId="{A81B0BEF-4884-4501-BD43-3A29FEDB6F4C}" srcOrd="0" destOrd="0" presId="urn:microsoft.com/office/officeart/2005/8/layout/chevron1"/>
    <dgm:cxn modelId="{21239E41-46C6-49B0-A7F9-5C1223589684}" type="presOf" srcId="{2DBF7F80-B0F5-48F1-82EF-76E5BCE83E70}" destId="{89592170-5DF5-4B9B-BD7B-9266A2FF3768}" srcOrd="0" destOrd="0" presId="urn:microsoft.com/office/officeart/2005/8/layout/chevron1"/>
    <dgm:cxn modelId="{AA5AC45D-0420-4165-BEC6-45CC5EB300AC}" srcId="{8F854674-8C96-49E1-8C41-2F1B8EE0BE52}" destId="{2DBF7F80-B0F5-48F1-82EF-76E5BCE83E70}" srcOrd="1" destOrd="0" parTransId="{4668D1B6-26C7-4BD7-9A72-489A5F30EF78}" sibTransId="{00DDC85A-380E-4164-AE5F-B75BA1FA59CB}"/>
    <dgm:cxn modelId="{E3C2886C-2DEF-41A0-89A0-FED882F7967B}" srcId="{8F854674-8C96-49E1-8C41-2F1B8EE0BE52}" destId="{93B21F79-0A96-4125-AD95-486302053FD0}" srcOrd="2" destOrd="0" parTransId="{3DFA492B-5F8A-4565-80D4-B2B5D6D2CA1D}" sibTransId="{06F975B4-329E-479B-B4CC-8EC97B70981E}"/>
    <dgm:cxn modelId="{19BBD171-AB32-43AF-AA60-24E5C465D2A9}" type="presOf" srcId="{8BCB9E4B-08AB-4AE8-90D8-5B404C7FAFAF}" destId="{DF49A042-AC3E-4FCA-B2B6-F34F66EF7629}" srcOrd="0" destOrd="0" presId="urn:microsoft.com/office/officeart/2005/8/layout/chevron1"/>
    <dgm:cxn modelId="{463E7672-FF2D-45E1-A9EE-2F1690CF6D18}" srcId="{8F854674-8C96-49E1-8C41-2F1B8EE0BE52}" destId="{84396688-FC28-4C98-A99C-72D45BF1D828}" srcOrd="0" destOrd="0" parTransId="{F3B17F86-798C-47FC-88BC-77355B443D89}" sibTransId="{D9E213C5-16BD-490E-B0CB-73A4181C4F76}"/>
    <dgm:cxn modelId="{57796F88-30B6-48FB-9135-794C3D19193D}" srcId="{84396688-FC28-4C98-A99C-72D45BF1D828}" destId="{8BCB9E4B-08AB-4AE8-90D8-5B404C7FAFAF}" srcOrd="0" destOrd="0" parTransId="{92008C1C-9BAC-4657-A565-EA8FD6EB6819}" sibTransId="{F7A240C7-F989-440D-921B-07B59EE3C481}"/>
    <dgm:cxn modelId="{A96616BD-A6AD-45B6-8244-F29E82D5C9A4}" type="presOf" srcId="{8F854674-8C96-49E1-8C41-2F1B8EE0BE52}" destId="{8942EF79-834A-4356-A6EF-F328C2990D9B}" srcOrd="0" destOrd="0" presId="urn:microsoft.com/office/officeart/2005/8/layout/chevron1"/>
    <dgm:cxn modelId="{B40B62C1-B92E-4C6E-A305-46538E86D767}" srcId="{D46DA3D0-B425-4861-81D5-792BB4E0D35B}" destId="{F78FFE59-0084-419C-8ECC-6656BB46CFB4}" srcOrd="0" destOrd="0" parTransId="{2AE274AA-8FE5-4611-863F-537F3B98E4E5}" sibTransId="{8E2AB983-046D-4C72-AE1E-E94931CF4F33}"/>
    <dgm:cxn modelId="{7610AFFA-C17D-4F03-B828-E059CB66D321}" srcId="{8F854674-8C96-49E1-8C41-2F1B8EE0BE52}" destId="{D46DA3D0-B425-4861-81D5-792BB4E0D35B}" srcOrd="3" destOrd="0" parTransId="{9A3A4791-6727-4716-8E04-971B2B318678}" sibTransId="{839681A7-1F60-4CBA-A9D2-5D966B3FE43A}"/>
    <dgm:cxn modelId="{76D55F2C-9355-428A-9CC7-3658CA692C27}" type="presParOf" srcId="{8942EF79-834A-4356-A6EF-F328C2990D9B}" destId="{D6C6DA96-4FD0-420C-8E4C-31B320B5066A}" srcOrd="0" destOrd="0" presId="urn:microsoft.com/office/officeart/2005/8/layout/chevron1"/>
    <dgm:cxn modelId="{CA6687FC-212F-4B3F-9E17-03563D6BABD1}" type="presParOf" srcId="{D6C6DA96-4FD0-420C-8E4C-31B320B5066A}" destId="{134F1F1B-985F-4677-A84A-2F1C2746BF55}" srcOrd="0" destOrd="0" presId="urn:microsoft.com/office/officeart/2005/8/layout/chevron1"/>
    <dgm:cxn modelId="{DAC13131-84DE-4003-BD67-C711FE842396}" type="presParOf" srcId="{D6C6DA96-4FD0-420C-8E4C-31B320B5066A}" destId="{DF49A042-AC3E-4FCA-B2B6-F34F66EF7629}" srcOrd="1" destOrd="0" presId="urn:microsoft.com/office/officeart/2005/8/layout/chevron1"/>
    <dgm:cxn modelId="{F40112A1-3197-498C-936D-04F0AE855EED}" type="presParOf" srcId="{8942EF79-834A-4356-A6EF-F328C2990D9B}" destId="{91B7B9D8-A334-4AB8-9030-4A2809E7A505}" srcOrd="1" destOrd="0" presId="urn:microsoft.com/office/officeart/2005/8/layout/chevron1"/>
    <dgm:cxn modelId="{5568636A-DB0B-4E3D-9B8C-AEC4D503A6EF}" type="presParOf" srcId="{8942EF79-834A-4356-A6EF-F328C2990D9B}" destId="{EA08FC5E-D222-47C1-A94F-17482C48A2BF}" srcOrd="2" destOrd="0" presId="urn:microsoft.com/office/officeart/2005/8/layout/chevron1"/>
    <dgm:cxn modelId="{EC168BB4-C667-4703-B015-488B3A3F2BF4}" type="presParOf" srcId="{EA08FC5E-D222-47C1-A94F-17482C48A2BF}" destId="{89592170-5DF5-4B9B-BD7B-9266A2FF3768}" srcOrd="0" destOrd="0" presId="urn:microsoft.com/office/officeart/2005/8/layout/chevron1"/>
    <dgm:cxn modelId="{68B5AD84-EF28-4838-95C3-3CED0CBA5923}" type="presParOf" srcId="{EA08FC5E-D222-47C1-A94F-17482C48A2BF}" destId="{CBD8C652-0333-4D5F-A92A-DF84E4AC3F0D}" srcOrd="1" destOrd="0" presId="urn:microsoft.com/office/officeart/2005/8/layout/chevron1"/>
    <dgm:cxn modelId="{0B65CA6C-A9C1-49FC-AE62-204B90C4E664}" type="presParOf" srcId="{8942EF79-834A-4356-A6EF-F328C2990D9B}" destId="{8F5BAD9E-60A6-4DAC-8DC8-6CCCB27FBF49}" srcOrd="3" destOrd="0" presId="urn:microsoft.com/office/officeart/2005/8/layout/chevron1"/>
    <dgm:cxn modelId="{8913F9D4-136C-4D3A-BBC4-B6DA5960E72F}" type="presParOf" srcId="{8942EF79-834A-4356-A6EF-F328C2990D9B}" destId="{178E2F66-8967-4540-B17A-8798F6FF5D03}" srcOrd="4" destOrd="0" presId="urn:microsoft.com/office/officeart/2005/8/layout/chevron1"/>
    <dgm:cxn modelId="{12FCE8B4-4219-46A8-ABAD-1D98B7E8F70E}" type="presParOf" srcId="{178E2F66-8967-4540-B17A-8798F6FF5D03}" destId="{2A1A1A81-E358-40FC-84A0-30BAD654CDB1}" srcOrd="0" destOrd="0" presId="urn:microsoft.com/office/officeart/2005/8/layout/chevron1"/>
    <dgm:cxn modelId="{47A9A2A2-D58C-4A83-B217-00D191B5EBF4}" type="presParOf" srcId="{178E2F66-8967-4540-B17A-8798F6FF5D03}" destId="{EFEB7409-49B6-491D-8DB2-33E7650AEAD3}" srcOrd="1" destOrd="0" presId="urn:microsoft.com/office/officeart/2005/8/layout/chevron1"/>
    <dgm:cxn modelId="{9939F852-9496-40C1-9880-5C65CFB25C22}" type="presParOf" srcId="{8942EF79-834A-4356-A6EF-F328C2990D9B}" destId="{457CA780-BFC0-4143-B95B-B9A15AF55927}" srcOrd="5" destOrd="0" presId="urn:microsoft.com/office/officeart/2005/8/layout/chevron1"/>
    <dgm:cxn modelId="{237192F0-ACC1-4644-AC2D-D0661488546D}" type="presParOf" srcId="{8942EF79-834A-4356-A6EF-F328C2990D9B}" destId="{D3819039-494B-4291-9A9A-2F8051D06B9E}" srcOrd="6" destOrd="0" presId="urn:microsoft.com/office/officeart/2005/8/layout/chevron1"/>
    <dgm:cxn modelId="{5AF60E07-9061-4F17-BBE3-9694AB47254C}" type="presParOf" srcId="{D3819039-494B-4291-9A9A-2F8051D06B9E}" destId="{A81B0BEF-4884-4501-BD43-3A29FEDB6F4C}" srcOrd="0" destOrd="0" presId="urn:microsoft.com/office/officeart/2005/8/layout/chevron1"/>
    <dgm:cxn modelId="{E7927E1B-C965-4FC7-8478-176BDAB29E4C}" type="presParOf" srcId="{D3819039-494B-4291-9A9A-2F8051D06B9E}" destId="{CE062F10-A945-409B-B0F0-CB23BB567390}" srcOrd="1" destOrd="0" presId="urn:microsoft.com/office/officeart/2005/8/layout/chevron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0DC61B-37F4-6248-91FB-08AECD31EF78}">
      <dsp:nvSpPr>
        <dsp:cNvPr id="0" name=""/>
        <dsp:cNvSpPr/>
      </dsp:nvSpPr>
      <dsp:spPr>
        <a:xfrm>
          <a:off x="0" y="608821"/>
          <a:ext cx="7086600" cy="1408953"/>
        </a:xfrm>
        <a:prstGeom prst="rightArrow">
          <a:avLst>
            <a:gd name="adj1" fmla="val 50000"/>
            <a:gd name="adj2" fmla="val 50000"/>
          </a:avLst>
        </a:prstGeom>
        <a:solidFill>
          <a:schemeClr val="bg1"/>
        </a:solidFill>
        <a:ln w="25400" cap="flat" cmpd="sng" algn="ctr">
          <a:solidFill>
            <a:srgbClr val="BA1C7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254000" bIns="163843" numCol="1" spcCol="1270" anchor="ctr" anchorCtr="0">
          <a:noAutofit/>
        </a:bodyPr>
        <a:lstStyle/>
        <a:p>
          <a:pPr marL="0" lvl="0" indent="0" algn="l" defTabSz="1422400">
            <a:lnSpc>
              <a:spcPct val="90000"/>
            </a:lnSpc>
            <a:spcBef>
              <a:spcPct val="0"/>
            </a:spcBef>
            <a:spcAft>
              <a:spcPct val="35000"/>
            </a:spcAft>
            <a:buNone/>
          </a:pPr>
          <a:r>
            <a:rPr lang="en-US" sz="3200" kern="1200" dirty="0">
              <a:solidFill>
                <a:schemeClr val="tx1"/>
              </a:solidFill>
              <a:latin typeface="Franklin Gothic Medium"/>
              <a:cs typeface="Franklin Gothic Medium"/>
            </a:rPr>
            <a:t>Sales</a:t>
          </a:r>
        </a:p>
      </dsp:txBody>
      <dsp:txXfrm>
        <a:off x="0" y="961059"/>
        <a:ext cx="6734362" cy="704477"/>
      </dsp:txXfrm>
    </dsp:sp>
    <dsp:sp modelId="{640ECC18-FF71-FC4D-B4E2-345CA264C731}">
      <dsp:nvSpPr>
        <dsp:cNvPr id="0" name=""/>
        <dsp:cNvSpPr/>
      </dsp:nvSpPr>
      <dsp:spPr>
        <a:xfrm>
          <a:off x="2182672" y="908525"/>
          <a:ext cx="4903927" cy="1497598"/>
        </a:xfrm>
        <a:prstGeom prst="rightArrow">
          <a:avLst>
            <a:gd name="adj1" fmla="val 50000"/>
            <a:gd name="adj2" fmla="val 50000"/>
          </a:avLst>
        </a:prstGeom>
        <a:solidFill>
          <a:schemeClr val="bg1"/>
        </a:solidFill>
        <a:ln w="25400" cap="flat" cmpd="sng" algn="ctr">
          <a:solidFill>
            <a:srgbClr val="BA1C7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254000" bIns="163843" numCol="1" spcCol="1270" anchor="ctr" anchorCtr="0">
          <a:noAutofit/>
        </a:bodyPr>
        <a:lstStyle/>
        <a:p>
          <a:pPr marL="0" lvl="0" indent="0" algn="l" defTabSz="1422400">
            <a:lnSpc>
              <a:spcPct val="90000"/>
            </a:lnSpc>
            <a:spcBef>
              <a:spcPct val="0"/>
            </a:spcBef>
            <a:spcAft>
              <a:spcPct val="35000"/>
            </a:spcAft>
            <a:buNone/>
          </a:pPr>
          <a:r>
            <a:rPr lang="en-US" sz="3200" kern="1200" dirty="0">
              <a:solidFill>
                <a:schemeClr val="tx1"/>
              </a:solidFill>
              <a:latin typeface="Franklin Gothic Medium"/>
              <a:cs typeface="Franklin Gothic Medium"/>
            </a:rPr>
            <a:t>Marketing</a:t>
          </a:r>
        </a:p>
      </dsp:txBody>
      <dsp:txXfrm>
        <a:off x="2182672" y="1282925"/>
        <a:ext cx="4529528" cy="748799"/>
      </dsp:txXfrm>
    </dsp:sp>
    <dsp:sp modelId="{62A469E4-8FE2-4E46-B9BA-A36D6F5123C4}">
      <dsp:nvSpPr>
        <dsp:cNvPr id="0" name=""/>
        <dsp:cNvSpPr/>
      </dsp:nvSpPr>
      <dsp:spPr>
        <a:xfrm>
          <a:off x="4365345" y="1239330"/>
          <a:ext cx="2721254" cy="1524040"/>
        </a:xfrm>
        <a:prstGeom prst="rightArrow">
          <a:avLst>
            <a:gd name="adj1" fmla="val 50000"/>
            <a:gd name="adj2" fmla="val 50000"/>
          </a:avLst>
        </a:prstGeom>
        <a:solidFill>
          <a:schemeClr val="bg1"/>
        </a:solidFill>
        <a:ln w="25400" cap="flat" cmpd="sng" algn="ctr">
          <a:solidFill>
            <a:srgbClr val="BA1C7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254000" bIns="163843" numCol="1" spcCol="1270" anchor="ctr" anchorCtr="0">
          <a:noAutofit/>
        </a:bodyPr>
        <a:lstStyle/>
        <a:p>
          <a:pPr marL="0" lvl="0" indent="0" algn="l" defTabSz="1422400">
            <a:lnSpc>
              <a:spcPct val="90000"/>
            </a:lnSpc>
            <a:spcBef>
              <a:spcPct val="0"/>
            </a:spcBef>
            <a:spcAft>
              <a:spcPct val="35000"/>
            </a:spcAft>
            <a:buNone/>
          </a:pPr>
          <a:r>
            <a:rPr lang="en-US" sz="3200" kern="1200" dirty="0">
              <a:solidFill>
                <a:schemeClr val="tx1"/>
              </a:solidFill>
              <a:latin typeface="Franklin Gothic Medium"/>
              <a:cs typeface="Franklin Gothic Medium"/>
            </a:rPr>
            <a:t>Rev. Mgmt</a:t>
          </a:r>
        </a:p>
      </dsp:txBody>
      <dsp:txXfrm>
        <a:off x="4365345" y="1620340"/>
        <a:ext cx="2340244" cy="7620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F1F1B-985F-4677-A84A-2F1C2746BF55}">
      <dsp:nvSpPr>
        <dsp:cNvPr id="0" name=""/>
        <dsp:cNvSpPr/>
      </dsp:nvSpPr>
      <dsp:spPr>
        <a:xfrm>
          <a:off x="6861" y="916274"/>
          <a:ext cx="2295082" cy="918032"/>
        </a:xfrm>
        <a:prstGeom prst="chevron">
          <a:avLst/>
        </a:prstGeom>
        <a:solidFill>
          <a:srgbClr val="B93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mj-lt"/>
              <a:ea typeface="MS PGothic" pitchFamily="34" charset="-128"/>
              <a:cs typeface="Arial" pitchFamily="34" charset="0"/>
            </a:rPr>
            <a:t>Recognition of impact</a:t>
          </a:r>
          <a:endParaRPr lang="en-US" sz="2000" i="1" kern="1200" dirty="0"/>
        </a:p>
      </dsp:txBody>
      <dsp:txXfrm>
        <a:off x="465877" y="916274"/>
        <a:ext cx="1377050" cy="918032"/>
      </dsp:txXfrm>
    </dsp:sp>
    <dsp:sp modelId="{DF49A042-AC3E-4FCA-B2B6-F34F66EF7629}">
      <dsp:nvSpPr>
        <dsp:cNvPr id="0" name=""/>
        <dsp:cNvSpPr/>
      </dsp:nvSpPr>
      <dsp:spPr>
        <a:xfrm>
          <a:off x="6861" y="1949060"/>
          <a:ext cx="1836065" cy="3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889000">
            <a:lnSpc>
              <a:spcPct val="90000"/>
            </a:lnSpc>
            <a:spcBef>
              <a:spcPct val="0"/>
            </a:spcBef>
            <a:spcAft>
              <a:spcPct val="15000"/>
            </a:spcAft>
            <a:buNone/>
          </a:pPr>
          <a:r>
            <a:rPr lang="en-US" sz="2000" b="1" i="1" kern="1200" dirty="0">
              <a:latin typeface="Franklin Gothic Book" panose="020B0503020102020204" pitchFamily="34" charset="0"/>
              <a:ea typeface="MS PGothic" pitchFamily="34" charset="-128"/>
              <a:cs typeface="Arial" pitchFamily="34" charset="0"/>
            </a:rPr>
            <a:t>Consultative</a:t>
          </a:r>
          <a:endParaRPr lang="en-US" sz="2000" i="1" kern="1200" dirty="0">
            <a:latin typeface="Franklin Gothic Book" panose="020B0503020102020204" pitchFamily="34" charset="0"/>
          </a:endParaRPr>
        </a:p>
      </dsp:txBody>
      <dsp:txXfrm>
        <a:off x="6861" y="1949060"/>
        <a:ext cx="1836065" cy="360000"/>
      </dsp:txXfrm>
    </dsp:sp>
    <dsp:sp modelId="{89592170-5DF5-4B9B-BD7B-9266A2FF3768}">
      <dsp:nvSpPr>
        <dsp:cNvPr id="0" name=""/>
        <dsp:cNvSpPr/>
      </dsp:nvSpPr>
      <dsp:spPr>
        <a:xfrm>
          <a:off x="2085943" y="916274"/>
          <a:ext cx="2295082" cy="918032"/>
        </a:xfrm>
        <a:prstGeom prst="chevron">
          <a:avLst/>
        </a:prstGeom>
        <a:solidFill>
          <a:srgbClr val="B93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mj-lt"/>
              <a:ea typeface="MS PGothic" pitchFamily="34" charset="-128"/>
              <a:cs typeface="Arial" pitchFamily="34" charset="0"/>
            </a:rPr>
            <a:t>Evaluation of Options</a:t>
          </a:r>
          <a:endParaRPr lang="en-US" sz="2000" kern="1200" dirty="0"/>
        </a:p>
      </dsp:txBody>
      <dsp:txXfrm>
        <a:off x="2544959" y="916274"/>
        <a:ext cx="1377050" cy="918032"/>
      </dsp:txXfrm>
    </dsp:sp>
    <dsp:sp modelId="{2A1A1A81-E358-40FC-84A0-30BAD654CDB1}">
      <dsp:nvSpPr>
        <dsp:cNvPr id="0" name=""/>
        <dsp:cNvSpPr/>
      </dsp:nvSpPr>
      <dsp:spPr>
        <a:xfrm>
          <a:off x="4165025" y="916274"/>
          <a:ext cx="2295082" cy="918032"/>
        </a:xfrm>
        <a:prstGeom prst="chevron">
          <a:avLst/>
        </a:prstGeom>
        <a:solidFill>
          <a:srgbClr val="B93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 </a:t>
          </a:r>
          <a:r>
            <a:rPr lang="en-US" sz="2000" b="1" kern="1200" dirty="0">
              <a:latin typeface="+mj-lt"/>
              <a:ea typeface="MS PGothic" pitchFamily="34" charset="-128"/>
              <a:cs typeface="Arial" pitchFamily="34" charset="0"/>
            </a:rPr>
            <a:t>Resolution of Concerns</a:t>
          </a:r>
          <a:endParaRPr lang="en-US" sz="2000" kern="1200" dirty="0"/>
        </a:p>
      </dsp:txBody>
      <dsp:txXfrm>
        <a:off x="4624041" y="916274"/>
        <a:ext cx="1377050" cy="918032"/>
      </dsp:txXfrm>
    </dsp:sp>
    <dsp:sp modelId="{A81B0BEF-4884-4501-BD43-3A29FEDB6F4C}">
      <dsp:nvSpPr>
        <dsp:cNvPr id="0" name=""/>
        <dsp:cNvSpPr/>
      </dsp:nvSpPr>
      <dsp:spPr>
        <a:xfrm>
          <a:off x="6244107" y="916274"/>
          <a:ext cx="2295082" cy="918032"/>
        </a:xfrm>
        <a:prstGeom prst="chevron">
          <a:avLst/>
        </a:prstGeom>
        <a:solidFill>
          <a:srgbClr val="B93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mj-lt"/>
              <a:ea typeface="MS PGothic" pitchFamily="34" charset="-128"/>
              <a:cs typeface="Arial" pitchFamily="34" charset="0"/>
            </a:rPr>
            <a:t>Purchase</a:t>
          </a:r>
          <a:endParaRPr lang="en-US" sz="2000" i="1" kern="1200" dirty="0"/>
        </a:p>
      </dsp:txBody>
      <dsp:txXfrm>
        <a:off x="6703123" y="916274"/>
        <a:ext cx="1377050" cy="918032"/>
      </dsp:txXfrm>
    </dsp:sp>
    <dsp:sp modelId="{CE062F10-A945-409B-B0F0-CB23BB567390}">
      <dsp:nvSpPr>
        <dsp:cNvPr id="0" name=""/>
        <dsp:cNvSpPr/>
      </dsp:nvSpPr>
      <dsp:spPr>
        <a:xfrm>
          <a:off x="6598982" y="1969631"/>
          <a:ext cx="1836065" cy="3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889000">
            <a:lnSpc>
              <a:spcPct val="90000"/>
            </a:lnSpc>
            <a:spcBef>
              <a:spcPct val="0"/>
            </a:spcBef>
            <a:spcAft>
              <a:spcPct val="15000"/>
            </a:spcAft>
            <a:buNone/>
          </a:pPr>
          <a:r>
            <a:rPr lang="en-US" sz="2000" b="1" i="1" kern="1200" dirty="0">
              <a:latin typeface="Franklin Gothic Book" panose="020B0503020102020204" pitchFamily="34" charset="0"/>
              <a:ea typeface="MS PGothic" pitchFamily="34" charset="-128"/>
              <a:cs typeface="Arial" pitchFamily="34" charset="0"/>
            </a:rPr>
            <a:t>Transactional</a:t>
          </a:r>
          <a:endParaRPr lang="en-US" sz="2000" i="1" kern="1200" dirty="0">
            <a:latin typeface="Franklin Gothic Book" panose="020B0503020102020204" pitchFamily="34" charset="0"/>
          </a:endParaRPr>
        </a:p>
      </dsp:txBody>
      <dsp:txXfrm>
        <a:off x="6598982" y="1969631"/>
        <a:ext cx="1836065" cy="360000"/>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D143358F-61C6-1B4F-B604-6507434D0F38}" type="datetimeFigureOut">
              <a:rPr lang="en-US" smtClean="0"/>
              <a:t>11/13/21</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B7F7AA2-CD4B-B647-91DF-6F7A48C4266B}" type="slidenum">
              <a:rPr lang="en-US" smtClean="0"/>
              <a:t>‹#›</a:t>
            </a:fld>
            <a:endParaRPr lang="en-US"/>
          </a:p>
        </p:txBody>
      </p:sp>
    </p:spTree>
    <p:extLst>
      <p:ext uri="{BB962C8B-B14F-4D97-AF65-F5344CB8AC3E}">
        <p14:creationId xmlns:p14="http://schemas.microsoft.com/office/powerpoint/2010/main" val="362106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B7F7AA2-CD4B-B647-91DF-6F7A48C4266B}" type="slidenum">
              <a:rPr lang="en-US" smtClean="0"/>
              <a:t>1</a:t>
            </a:fld>
            <a:endParaRPr lang="en-US"/>
          </a:p>
        </p:txBody>
      </p:sp>
    </p:spTree>
    <p:extLst>
      <p:ext uri="{BB962C8B-B14F-4D97-AF65-F5344CB8AC3E}">
        <p14:creationId xmlns:p14="http://schemas.microsoft.com/office/powerpoint/2010/main" val="4062606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Jo-Ann.   We focus on Profitable Revenue Growth , like Maxine said we do that through elevating the level of play within sales, revenue management and marketing.  </a:t>
            </a:r>
          </a:p>
          <a:p>
            <a:endParaRPr lang="en-US" dirty="0"/>
          </a:p>
          <a:p>
            <a:r>
              <a:rPr lang="en-US" dirty="0"/>
              <a:t>When people hear revenue growth, they automatically think revenue management, but it is the integration of those three critical disciplines that optimizes revenue.</a:t>
            </a:r>
          </a:p>
          <a:p>
            <a:endParaRPr lang="en-US" dirty="0"/>
          </a:p>
          <a:p>
            <a:r>
              <a:rPr lang="en-US" dirty="0"/>
              <a:t>The blue directional ring, shows how we help teams to create the right Science &amp; Strategy, elevate how they engage with customers optimize and develop talent and lastly measure performance.  We have done this for large organizations to small boutique hotels.    The methodology and thinking is right; we just adjust the dosage</a:t>
            </a:r>
          </a:p>
          <a:p>
            <a:endParaRPr lang="en-US" dirty="0"/>
          </a:p>
          <a:p>
            <a:r>
              <a:rPr lang="en-US" dirty="0"/>
              <a:t>On the left are the programs that we have within our suite of products and the the right is some of our services </a:t>
            </a:r>
          </a:p>
        </p:txBody>
      </p:sp>
      <p:sp>
        <p:nvSpPr>
          <p:cNvPr id="4" name="Slide Number Placeholder 3"/>
          <p:cNvSpPr>
            <a:spLocks noGrp="1"/>
          </p:cNvSpPr>
          <p:nvPr>
            <p:ph type="sldNum" sz="quarter" idx="5"/>
          </p:nvPr>
        </p:nvSpPr>
        <p:spPr/>
        <p:txBody>
          <a:bodyPr/>
          <a:lstStyle/>
          <a:p>
            <a:fld id="{DB7F7AA2-CD4B-B647-91DF-6F7A48C4266B}" type="slidenum">
              <a:rPr lang="en-US" smtClean="0"/>
              <a:t>2</a:t>
            </a:fld>
            <a:endParaRPr lang="en-US"/>
          </a:p>
        </p:txBody>
      </p:sp>
    </p:spTree>
    <p:extLst>
      <p:ext uri="{BB962C8B-B14F-4D97-AF65-F5344CB8AC3E}">
        <p14:creationId xmlns:p14="http://schemas.microsoft.com/office/powerpoint/2010/main" val="1384256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Teams must understand what segments have the ability to grow.   Meta-</a:t>
            </a:r>
            <a:r>
              <a:rPr lang="en-US" dirty="0" err="1"/>
              <a:t>Segmants</a:t>
            </a:r>
            <a:r>
              <a:rPr lang="en-US" dirty="0"/>
              <a:t>; Group, Transient and Crew relevant only to reporting….not to revenue strategy.   Understanding customers and guests at the segment level i.e. Group - Corporate,  AAA  break strategy down to the segment level to be actionable and create results.   A focus on meta-segment strategy is too ambiguous to create results.    If you ask for ambiguity you get ambiguity.   If you ask how they are going to grow group, be prepared for the politician's answer.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Within our MPC </a:t>
            </a:r>
            <a:r>
              <a:rPr lang="en-US" dirty="0" err="1"/>
              <a:t>Acclerator</a:t>
            </a:r>
            <a:r>
              <a:rPr lang="en-US" dirty="0"/>
              <a:t>, we can quickly see what segments and even what customers have the ability to grow in occupancy, rate or a blend of both and develop a plan from there.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B7F7AA2-CD4B-B647-91DF-6F7A48C4266B}" type="slidenum">
              <a:rPr lang="en-US" smtClean="0"/>
              <a:t>5</a:t>
            </a:fld>
            <a:endParaRPr lang="en-US"/>
          </a:p>
        </p:txBody>
      </p:sp>
    </p:spTree>
    <p:extLst>
      <p:ext uri="{BB962C8B-B14F-4D97-AF65-F5344CB8AC3E}">
        <p14:creationId xmlns:p14="http://schemas.microsoft.com/office/powerpoint/2010/main" val="3049957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Shakespeare’s quote really resonates with me during many an asset management call.    There is a long list of what the team is doing.     What I call random acts of activity.</a:t>
            </a:r>
          </a:p>
          <a:p>
            <a:endParaRPr lang="en-US" dirty="0"/>
          </a:p>
          <a:p>
            <a:r>
              <a:rPr lang="en-US" dirty="0"/>
              <a:t>On our call when we get asked what we are doing.   I have a long list of things we are doing”.   </a:t>
            </a:r>
          </a:p>
          <a:p>
            <a:pPr marL="228600" indent="-228600">
              <a:buAutoNum type="arabicPlain" startAt="1981"/>
            </a:pPr>
            <a:endParaRPr lang="en-US" dirty="0"/>
          </a:p>
          <a:p>
            <a:pPr marL="0" indent="0">
              <a:buFontTx/>
              <a:buNone/>
            </a:pPr>
            <a:r>
              <a:rPr lang="en-US" dirty="0"/>
              <a:t>In 1981 the construct of SMART goals were introduced.   And boy did they took hold.    Today they are still widely used.    They worked well when markets were growing and it wasn't as competitive.  </a:t>
            </a:r>
          </a:p>
          <a:p>
            <a:pPr marL="0" indent="0">
              <a:buFontTx/>
              <a:buNone/>
            </a:pPr>
            <a:endParaRPr lang="en-US" dirty="0"/>
          </a:p>
          <a:p>
            <a:pPr marL="0" indent="0">
              <a:buFontTx/>
              <a:buNone/>
            </a:pPr>
            <a:r>
              <a:rPr lang="en-US" dirty="0"/>
              <a:t>They are activity based and a measurement of efficiencies vs. effectiveness. </a:t>
            </a:r>
          </a:p>
          <a:p>
            <a:pPr marL="0" indent="0">
              <a:buFontTx/>
              <a:buNone/>
            </a:pPr>
            <a:endParaRPr lang="en-US" dirty="0"/>
          </a:p>
          <a:p>
            <a:pPr marL="0" indent="0">
              <a:buFontTx/>
              <a:buNone/>
            </a:pPr>
            <a:r>
              <a:rPr lang="en-US" dirty="0"/>
              <a:t>40 Years later we have to be effective </a:t>
            </a:r>
            <a:r>
              <a:rPr lang="en-US" b="1" dirty="0"/>
              <a:t>and  </a:t>
            </a:r>
            <a:r>
              <a:rPr lang="en-US" b="1" dirty="0" err="1"/>
              <a:t>efficent</a:t>
            </a:r>
            <a:r>
              <a:rPr lang="en-US" b="1" dirty="0"/>
              <a:t>.   More over we have </a:t>
            </a:r>
            <a:r>
              <a:rPr lang="en-US" dirty="0"/>
              <a:t>create impact to our work.  </a:t>
            </a:r>
          </a:p>
          <a:p>
            <a:endParaRPr lang="en-US" dirty="0"/>
          </a:p>
          <a:p>
            <a:r>
              <a:rPr lang="en-US" dirty="0"/>
              <a:t>Old thinking- look what we are doing</a:t>
            </a:r>
          </a:p>
          <a:p>
            <a:endParaRPr lang="en-US" dirty="0"/>
          </a:p>
          <a:p>
            <a:r>
              <a:rPr lang="en-US" dirty="0"/>
              <a:t>New thinking- did what we do, move the needle.</a:t>
            </a:r>
          </a:p>
          <a:p>
            <a:endParaRPr lang="en-US" dirty="0"/>
          </a:p>
          <a:p>
            <a:endParaRPr lang="en-US" dirty="0"/>
          </a:p>
        </p:txBody>
      </p:sp>
      <p:sp>
        <p:nvSpPr>
          <p:cNvPr id="4" name="Slide Number Placeholder 3"/>
          <p:cNvSpPr>
            <a:spLocks noGrp="1"/>
          </p:cNvSpPr>
          <p:nvPr>
            <p:ph type="sldNum" sz="quarter" idx="5"/>
          </p:nvPr>
        </p:nvSpPr>
        <p:spPr/>
        <p:txBody>
          <a:bodyPr/>
          <a:lstStyle/>
          <a:p>
            <a:fld id="{DB7F7AA2-CD4B-B647-91DF-6F7A48C4266B}" type="slidenum">
              <a:rPr lang="en-US" smtClean="0"/>
              <a:t>6</a:t>
            </a:fld>
            <a:endParaRPr lang="en-US"/>
          </a:p>
        </p:txBody>
      </p:sp>
    </p:spTree>
    <p:extLst>
      <p:ext uri="{BB962C8B-B14F-4D97-AF65-F5344CB8AC3E}">
        <p14:creationId xmlns:p14="http://schemas.microsoft.com/office/powerpoint/2010/main" val="921232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Best of class teams have the financial goal,  strategy synopsis of how it is to be achieved, and tactics supporting the strategy.</a:t>
            </a:r>
          </a:p>
          <a:p>
            <a:pPr marL="0" indent="0">
              <a:buFontTx/>
              <a:buNone/>
            </a:pPr>
            <a:endParaRPr lang="en-US" dirty="0"/>
          </a:p>
          <a:p>
            <a:pPr marL="0" indent="0">
              <a:buFontTx/>
              <a:buNone/>
            </a:pPr>
            <a:r>
              <a:rPr lang="en-US" dirty="0"/>
              <a:t>Rarely do we see a roadmap that has the financial goal and a strategy of how to get there that is aligned with where they are going.     In many cases there is no strategy.     In one case a segment that was forecasted for the quarter to 20% of their revenue had a strategy of "We will not be offering Last Room </a:t>
            </a:r>
            <a:r>
              <a:rPr lang="en-US" dirty="0" err="1"/>
              <a:t>Availablitly</a:t>
            </a:r>
            <a:r>
              <a:rPr lang="en-US" dirty="0"/>
              <a:t>. </a:t>
            </a:r>
          </a:p>
          <a:p>
            <a:pPr marL="0" indent="0">
              <a:buFontTx/>
              <a:buNone/>
            </a:pPr>
            <a:endParaRPr lang="en-US" dirty="0"/>
          </a:p>
          <a:p>
            <a:pPr marL="0" indent="0">
              <a:buFontTx/>
              <a:buNone/>
            </a:pPr>
            <a:r>
              <a:rPr lang="en-US" dirty="0"/>
              <a:t>Financial Goals is the financial expectation, it is not the strategy.     </a:t>
            </a:r>
          </a:p>
          <a:p>
            <a:pPr marL="0" indent="0">
              <a:buFontTx/>
              <a:buNone/>
            </a:pPr>
            <a:endParaRPr lang="en-US" dirty="0"/>
          </a:p>
          <a:p>
            <a:pPr marL="0" indent="0">
              <a:buFontTx/>
              <a:buNone/>
            </a:pPr>
            <a:r>
              <a:rPr lang="en-US" dirty="0"/>
              <a:t>Here is what one great strategy sounded </a:t>
            </a:r>
            <a:r>
              <a:rPr lang="en-US" dirty="0" err="1"/>
              <a:t>likefor</a:t>
            </a:r>
            <a:r>
              <a:rPr lang="en-US" dirty="0"/>
              <a:t> a team focused on corporate business.  "to hit our financial goals we are looking 5000 additional rooms at a rate of $257.    The four accounts that have that potential are: GE Healthcare- potential of 2000 </a:t>
            </a:r>
            <a:r>
              <a:rPr lang="en-US" dirty="0" err="1"/>
              <a:t>roomnights</a:t>
            </a:r>
            <a:r>
              <a:rPr lang="en-US" dirty="0"/>
              <a:t>,   Kaiser </a:t>
            </a:r>
            <a:r>
              <a:rPr lang="en-US" dirty="0" err="1"/>
              <a:t>Permenente</a:t>
            </a:r>
            <a:r>
              <a:rPr lang="en-US" dirty="0"/>
              <a:t> Healthcare (1500 rooms)  Kodak (500 </a:t>
            </a:r>
            <a:r>
              <a:rPr lang="en-US" dirty="0" err="1"/>
              <a:t>roomnights</a:t>
            </a:r>
            <a:r>
              <a:rPr lang="en-US" dirty="0"/>
              <a:t>, which is related to the hospital reimaging center).     500 </a:t>
            </a:r>
            <a:r>
              <a:rPr lang="en-US" dirty="0" err="1"/>
              <a:t>roomnights</a:t>
            </a:r>
            <a:r>
              <a:rPr lang="en-US" dirty="0"/>
              <a:t> from Medtronic.    Below is our account development plan for each.   </a:t>
            </a:r>
          </a:p>
          <a:p>
            <a:pPr marL="0" indent="0">
              <a:buFontTx/>
              <a:buNone/>
            </a:pPr>
            <a:endParaRPr lang="en-US" dirty="0"/>
          </a:p>
          <a:p>
            <a:pPr marL="228600" indent="-228600">
              <a:buAutoNum type="arabicPlain" startAt="1981"/>
            </a:pPr>
            <a:endParaRPr lang="en-US" dirty="0"/>
          </a:p>
          <a:p>
            <a:pPr marL="0" indent="0">
              <a:buFontTx/>
              <a:buNone/>
            </a:pPr>
            <a:endParaRPr lang="en-US" dirty="0"/>
          </a:p>
        </p:txBody>
      </p:sp>
      <p:sp>
        <p:nvSpPr>
          <p:cNvPr id="4" name="Slide Number Placeholder 3"/>
          <p:cNvSpPr>
            <a:spLocks noGrp="1"/>
          </p:cNvSpPr>
          <p:nvPr>
            <p:ph type="sldNum" sz="quarter" idx="5"/>
          </p:nvPr>
        </p:nvSpPr>
        <p:spPr/>
        <p:txBody>
          <a:bodyPr/>
          <a:lstStyle/>
          <a:p>
            <a:fld id="{DB7F7AA2-CD4B-B647-91DF-6F7A48C4266B}" type="slidenum">
              <a:rPr lang="en-US" smtClean="0"/>
              <a:t>7</a:t>
            </a:fld>
            <a:endParaRPr lang="en-US" dirty="0"/>
          </a:p>
        </p:txBody>
      </p:sp>
    </p:spTree>
    <p:extLst>
      <p:ext uri="{BB962C8B-B14F-4D97-AF65-F5344CB8AC3E}">
        <p14:creationId xmlns:p14="http://schemas.microsoft.com/office/powerpoint/2010/main" val="998068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protected the innocent-    This is an example he financial goal, the strategy, and the tactics.</a:t>
            </a:r>
          </a:p>
          <a:p>
            <a:endParaRPr lang="en-US" dirty="0"/>
          </a:p>
          <a:p>
            <a:r>
              <a:rPr lang="en-US" dirty="0"/>
              <a:t>Strategy:   They are looking to partner with third-party intermediaries, which drives up the cost of acquisition in the highest revenue segment for this hotel.   There is no look at what accounts and how they look to grow revenue by 40%</a:t>
            </a:r>
          </a:p>
          <a:p>
            <a:endParaRPr lang="en-US" dirty="0"/>
          </a:p>
          <a:p>
            <a:r>
              <a:rPr lang="en-US" dirty="0"/>
              <a:t>Tactics:   The tactics in green illustrate the time and effort that is being put towards the brand where they are selling to the brand vs. the customer</a:t>
            </a:r>
          </a:p>
          <a:p>
            <a:r>
              <a:rPr lang="en-US" dirty="0"/>
              <a:t>	The tactics in pink illustrate the sales time and energy that were being allocated to the CVB Chamber or other random activities</a:t>
            </a:r>
          </a:p>
          <a:p>
            <a:r>
              <a:rPr lang="en-US" dirty="0"/>
              <a:t>	The outline in blue represents the one tactic that mentions a corporate account.   </a:t>
            </a:r>
          </a:p>
          <a:p>
            <a:endParaRPr lang="en-US" dirty="0"/>
          </a:p>
          <a:p>
            <a:endParaRPr lang="en-US" dirty="0"/>
          </a:p>
          <a:p>
            <a:r>
              <a:rPr lang="en-US" dirty="0"/>
              <a:t>Yet…. They were very busy.    Their pipeline was over $2 million dollars, yet if we peeled away business that was not even awarded to the city or that they were working with directly that pipeline fell to $90k Which would not be make the financial projections for the quarter.  </a:t>
            </a:r>
          </a:p>
          <a:p>
            <a:endParaRPr lang="en-US" dirty="0"/>
          </a:p>
          <a:p>
            <a:endParaRPr lang="en-US" dirty="0"/>
          </a:p>
        </p:txBody>
      </p:sp>
      <p:sp>
        <p:nvSpPr>
          <p:cNvPr id="4" name="Slide Number Placeholder 3"/>
          <p:cNvSpPr>
            <a:spLocks noGrp="1"/>
          </p:cNvSpPr>
          <p:nvPr>
            <p:ph type="sldNum" sz="quarter" idx="5"/>
          </p:nvPr>
        </p:nvSpPr>
        <p:spPr/>
        <p:txBody>
          <a:bodyPr/>
          <a:lstStyle/>
          <a:p>
            <a:fld id="{DB7F7AA2-CD4B-B647-91DF-6F7A48C4266B}" type="slidenum">
              <a:rPr lang="en-US" smtClean="0"/>
              <a:t>8</a:t>
            </a:fld>
            <a:endParaRPr lang="en-US"/>
          </a:p>
        </p:txBody>
      </p:sp>
    </p:spTree>
    <p:extLst>
      <p:ext uri="{BB962C8B-B14F-4D97-AF65-F5344CB8AC3E}">
        <p14:creationId xmlns:p14="http://schemas.microsoft.com/office/powerpoint/2010/main" val="1220425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B7F7AA2-CD4B-B647-91DF-6F7A48C4266B}" type="slidenum">
              <a:rPr lang="en-US" smtClean="0"/>
              <a:t>9</a:t>
            </a:fld>
            <a:endParaRPr lang="en-US"/>
          </a:p>
        </p:txBody>
      </p:sp>
    </p:spTree>
    <p:extLst>
      <p:ext uri="{BB962C8B-B14F-4D97-AF65-F5344CB8AC3E}">
        <p14:creationId xmlns:p14="http://schemas.microsoft.com/office/powerpoint/2010/main" val="4044053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today we are discussing sales and marketing.  And leaving out revenue management. I love the three equally... but it is sales and marketing that need to be the work horses in this environment</a:t>
            </a:r>
          </a:p>
          <a:p>
            <a:endParaRPr lang="en-US" dirty="0"/>
          </a:p>
          <a:p>
            <a:r>
              <a:rPr lang="en-US" dirty="0"/>
              <a:t>Why?   Because Revenue management manages existing demand. HIT Sales and Marketing create demand. </a:t>
            </a:r>
          </a:p>
          <a:p>
            <a:endParaRPr lang="en-US" dirty="0"/>
          </a:p>
          <a:p>
            <a:endParaRPr lang="en-US" dirty="0"/>
          </a:p>
          <a:p>
            <a:r>
              <a:rPr lang="en-US" dirty="0"/>
              <a:t>last year and through 2021 we are in a situation where we must create demand.  To do so... sales and marketing have to reinvent themselves in order to be successful in this pursuit of demand creation</a:t>
            </a:r>
          </a:p>
        </p:txBody>
      </p:sp>
      <p:sp>
        <p:nvSpPr>
          <p:cNvPr id="4" name="Slide Number Placeholder 3"/>
          <p:cNvSpPr>
            <a:spLocks noGrp="1"/>
          </p:cNvSpPr>
          <p:nvPr>
            <p:ph type="sldNum" sz="quarter" idx="10"/>
          </p:nvPr>
        </p:nvSpPr>
        <p:spPr/>
        <p:txBody>
          <a:bodyPr/>
          <a:lstStyle/>
          <a:p>
            <a:fld id="{AFC204A1-840D-CA41-9990-2FBF1DA0CC27}" type="slidenum">
              <a:rPr lang="en-US" smtClean="0"/>
              <a:t>10</a:t>
            </a:fld>
            <a:endParaRPr lang="en-US" dirty="0"/>
          </a:p>
        </p:txBody>
      </p:sp>
    </p:spTree>
    <p:extLst>
      <p:ext uri="{BB962C8B-B14F-4D97-AF65-F5344CB8AC3E}">
        <p14:creationId xmlns:p14="http://schemas.microsoft.com/office/powerpoint/2010/main" val="2315678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quote Bob Igor and speaks directly to what we will exploring today.    Steve Jobs had the same aversion to the status quo, from that aversion was borne Apple’s wildly successful mantra of ‘Think Different’ that brought Apple back from the verge of extinction.</a:t>
            </a:r>
          </a:p>
        </p:txBody>
      </p:sp>
      <p:sp>
        <p:nvSpPr>
          <p:cNvPr id="4" name="Slide Number Placeholder 3"/>
          <p:cNvSpPr>
            <a:spLocks noGrp="1"/>
          </p:cNvSpPr>
          <p:nvPr>
            <p:ph type="sldNum" sz="quarter" idx="5"/>
          </p:nvPr>
        </p:nvSpPr>
        <p:spPr/>
        <p:txBody>
          <a:bodyPr/>
          <a:lstStyle/>
          <a:p>
            <a:fld id="{DB7F7AA2-CD4B-B647-91DF-6F7A48C4266B}" type="slidenum">
              <a:rPr lang="en-US" smtClean="0"/>
              <a:t>11</a:t>
            </a:fld>
            <a:endParaRPr lang="en-US" dirty="0"/>
          </a:p>
        </p:txBody>
      </p:sp>
    </p:spTree>
    <p:extLst>
      <p:ext uri="{BB962C8B-B14F-4D97-AF65-F5344CB8AC3E}">
        <p14:creationId xmlns:p14="http://schemas.microsoft.com/office/powerpoint/2010/main" val="1432022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 net….what we did Pre-</a:t>
            </a:r>
            <a:r>
              <a:rPr lang="en-US" dirty="0" err="1"/>
              <a:t>Covid</a:t>
            </a:r>
            <a:r>
              <a:rPr lang="en-US" dirty="0"/>
              <a:t> barely worked ….   The nostalgia of how did it before, like Bob Igor said, is a loosing strategy.   The key factor in moving away from what we did before to a new approach is mindset.</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B7F7AA2-CD4B-B647-91DF-6F7A48C4266B}" type="slidenum">
              <a:rPr lang="en-US" smtClean="0"/>
              <a:t>12</a:t>
            </a:fld>
            <a:endParaRPr lang="en-US" dirty="0"/>
          </a:p>
        </p:txBody>
      </p:sp>
    </p:spTree>
    <p:extLst>
      <p:ext uri="{BB962C8B-B14F-4D97-AF65-F5344CB8AC3E}">
        <p14:creationId xmlns:p14="http://schemas.microsoft.com/office/powerpoint/2010/main" val="1169709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clients have shared with us the t mindsets work in transformation   Here are a few  that relate to s &amp;M  HIT</a:t>
            </a:r>
          </a:p>
          <a:p>
            <a:endParaRPr lang="en-US" dirty="0"/>
          </a:p>
          <a:p>
            <a:r>
              <a:rPr lang="en-US" dirty="0"/>
              <a:t>Move away from an activity focus to strategy achievement HIT</a:t>
            </a:r>
          </a:p>
          <a:p>
            <a:endParaRPr lang="en-US" dirty="0"/>
          </a:p>
          <a:p>
            <a:r>
              <a:rPr lang="en-US" dirty="0"/>
              <a:t>Conversations beyond box.  and  understanding the hunters vs. gatherer environment</a:t>
            </a:r>
          </a:p>
          <a:p>
            <a:endParaRPr lang="en-US" dirty="0"/>
          </a:p>
          <a:p>
            <a:r>
              <a:rPr lang="en-US" dirty="0"/>
              <a:t>There are other key elements that we won't have time to hit on today, but can speak further about it at another time.</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B7F7AA2-CD4B-B647-91DF-6F7A48C4266B}" type="slidenum">
              <a:rPr lang="en-US" smtClean="0"/>
              <a:t>13</a:t>
            </a:fld>
            <a:endParaRPr lang="en-US" dirty="0"/>
          </a:p>
        </p:txBody>
      </p:sp>
    </p:spTree>
    <p:extLst>
      <p:ext uri="{BB962C8B-B14F-4D97-AF65-F5344CB8AC3E}">
        <p14:creationId xmlns:p14="http://schemas.microsoft.com/office/powerpoint/2010/main" val="2492592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last few months we have listened to many calls, webinars, articles and teams</a:t>
            </a:r>
          </a:p>
          <a:p>
            <a:endParaRPr lang="en-US" dirty="0"/>
          </a:p>
          <a:p>
            <a:r>
              <a:rPr lang="en-US" dirty="0"/>
              <a:t>What was being presented was interesting and in fact was cause for alarm. What we saw was presenters and audiences were focused on when the market would return.    All said it was unprecedented, referred to the new normal and what activities they should be doing that a repurposing of 'back to the basics" </a:t>
            </a:r>
          </a:p>
          <a:p>
            <a:endParaRPr lang="en-US" dirty="0"/>
          </a:p>
          <a:p>
            <a:r>
              <a:rPr lang="en-US" dirty="0"/>
              <a:t>No-one spoke of how do we show up differently in this dramatically new environment.   </a:t>
            </a:r>
          </a:p>
          <a:p>
            <a:endParaRPr lang="en-US" dirty="0"/>
          </a:p>
          <a:p>
            <a:r>
              <a:rPr lang="en-US" dirty="0"/>
              <a:t>Here is what was missing:   </a:t>
            </a:r>
          </a:p>
          <a:p>
            <a:endParaRPr lang="en-US" dirty="0"/>
          </a:p>
          <a:p>
            <a:r>
              <a:rPr lang="en-US" dirty="0"/>
              <a:t>What is the right strategy, or IS there a </a:t>
            </a:r>
            <a:r>
              <a:rPr lang="en-US" i="1" dirty="0"/>
              <a:t>strategy?  </a:t>
            </a:r>
          </a:p>
          <a:p>
            <a:r>
              <a:rPr lang="en-US" dirty="0"/>
              <a:t>Do we have the right competencies within the team and  leaders in the future state.   </a:t>
            </a:r>
          </a:p>
          <a:p>
            <a:r>
              <a:rPr lang="en-US" dirty="0"/>
              <a:t>Do we have the right mind set within our culture to actually do things differently.</a:t>
            </a:r>
          </a:p>
          <a:p>
            <a:r>
              <a:rPr lang="en-US" dirty="0"/>
              <a:t>Do we even have the right approach to customers that is beyond 'our stuff'</a:t>
            </a:r>
          </a:p>
          <a:p>
            <a:endParaRPr lang="en-US" dirty="0"/>
          </a:p>
          <a:p>
            <a:r>
              <a:rPr lang="en-US" dirty="0"/>
              <a:t>What we saw was sales and marketing teams and leaders seemingly waiting for the tide to rise, vs. reinventing for the future.  </a:t>
            </a:r>
          </a:p>
          <a:p>
            <a:endParaRPr lang="en-US" dirty="0"/>
          </a:p>
          <a:p>
            <a:r>
              <a:rPr lang="en-US" dirty="0"/>
              <a:t>Albeit unprecedent, other events have proven that the revenue trifecta (sales, marketing, and revenue management” ) was indeed unsuccessful post 9/11 or the financial crisis.    Within sales we had incredible growth within third </a:t>
            </a:r>
            <a:r>
              <a:rPr lang="en-US" dirty="0" err="1"/>
              <a:t>paries</a:t>
            </a:r>
            <a:r>
              <a:rPr lang="en-US" dirty="0"/>
              <a:t>, be it OTAs or other intermediaries, thusly a heartbreaking rise in cost of acquisition.   Within Revenue management we saw rate decreases across the board to create demand.     </a:t>
            </a:r>
          </a:p>
          <a:p>
            <a:endParaRPr lang="en-US" dirty="0"/>
          </a:p>
          <a:p>
            <a:r>
              <a:rPr lang="en-US" dirty="0"/>
              <a:t>The marketplace will be very different than it was before.    Yet leaders may not know how to reinvent themselves to be successful;.    History has shown that we haven’t learned lessons from the past and teams are waiting to return to do doing the same things they had done.   </a:t>
            </a:r>
          </a:p>
          <a:p>
            <a:endParaRPr lang="en-US" dirty="0"/>
          </a:p>
          <a:p>
            <a:r>
              <a:rPr lang="en-US" dirty="0"/>
              <a:t>So in this post-</a:t>
            </a:r>
            <a:r>
              <a:rPr lang="en-US" dirty="0" err="1"/>
              <a:t>apolcalyptic</a:t>
            </a:r>
            <a:r>
              <a:rPr lang="en-US" dirty="0"/>
              <a:t> Covid environment, why are we hoping there will be anything different?</a:t>
            </a:r>
          </a:p>
          <a:p>
            <a:endParaRPr lang="en-US" dirty="0"/>
          </a:p>
          <a:p>
            <a:r>
              <a:rPr lang="en-US" dirty="0"/>
              <a:t>So here’s the good part.    We have been studying and developing a road map to make a plan that works: Retreat, Reinvent, Return</a:t>
            </a:r>
          </a:p>
          <a:p>
            <a:endParaRPr lang="en-US" dirty="0"/>
          </a:p>
          <a:p>
            <a:r>
              <a:rPr lang="en-US" dirty="0"/>
              <a:t>Retreat: Building the Right Strategy, Structure, and leadership </a:t>
            </a:r>
          </a:p>
          <a:p>
            <a:endParaRPr lang="en-US" dirty="0"/>
          </a:p>
          <a:p>
            <a:r>
              <a:rPr lang="en-US" dirty="0"/>
              <a:t>Reinvent:    Demand Creation – Hunter vs. Gatherer conversation and how critical it it is.   And the </a:t>
            </a:r>
            <a:r>
              <a:rPr lang="en-US" dirty="0" err="1"/>
              <a:t>abillity</a:t>
            </a:r>
            <a:r>
              <a:rPr lang="en-US" dirty="0"/>
              <a:t> to be confident in the </a:t>
            </a:r>
            <a:r>
              <a:rPr lang="en-US" dirty="0" err="1"/>
              <a:t>mindshift</a:t>
            </a:r>
            <a:r>
              <a:rPr lang="en-US" dirty="0"/>
              <a:t> needed,  shake the tree and put to bed nostalgic processes </a:t>
            </a:r>
          </a:p>
          <a:p>
            <a:endParaRPr lang="en-US" dirty="0"/>
          </a:p>
          <a:p>
            <a:r>
              <a:rPr lang="en-US" dirty="0"/>
              <a:t>We are going to give you a wine sampler of some of the key points Assets Managers will want to have marinating in your brain to be apart of the Return Roadmap.  	</a:t>
            </a:r>
          </a:p>
        </p:txBody>
      </p:sp>
      <p:sp>
        <p:nvSpPr>
          <p:cNvPr id="4" name="Slide Number Placeholder 3"/>
          <p:cNvSpPr>
            <a:spLocks noGrp="1"/>
          </p:cNvSpPr>
          <p:nvPr>
            <p:ph type="sldNum" sz="quarter" idx="5"/>
          </p:nvPr>
        </p:nvSpPr>
        <p:spPr/>
        <p:txBody>
          <a:bodyPr/>
          <a:lstStyle/>
          <a:p>
            <a:fld id="{AF4F19D1-024F-7148-9A40-CD5D226C1ACE}" type="slidenum">
              <a:rPr lang="en-US" smtClean="0"/>
              <a:t>14</a:t>
            </a:fld>
            <a:endParaRPr lang="en-US" dirty="0"/>
          </a:p>
        </p:txBody>
      </p:sp>
    </p:spTree>
    <p:extLst>
      <p:ext uri="{BB962C8B-B14F-4D97-AF65-F5344CB8AC3E}">
        <p14:creationId xmlns:p14="http://schemas.microsoft.com/office/powerpoint/2010/main" val="95595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some foundation to what good strategy looks like in  Revenue Acceleration</a:t>
            </a:r>
          </a:p>
          <a:p>
            <a:endParaRPr lang="en-US" dirty="0"/>
          </a:p>
          <a:p>
            <a:r>
              <a:rPr lang="en-US" dirty="0"/>
              <a:t>1- Having strategy that is focused on the most profitable segments and the ones that have an ability to grow</a:t>
            </a:r>
          </a:p>
          <a:p>
            <a:r>
              <a:rPr lang="en-US" dirty="0"/>
              <a:t>  </a:t>
            </a:r>
          </a:p>
          <a:p>
            <a:r>
              <a:rPr lang="en-US" dirty="0"/>
              <a:t>2- Having a strategy that ALIGNS to the financial goal.</a:t>
            </a:r>
          </a:p>
          <a:p>
            <a:endParaRPr lang="en-US" dirty="0"/>
          </a:p>
          <a:p>
            <a:r>
              <a:rPr lang="en-US" dirty="0"/>
              <a:t>3- Impact vs. Activity</a:t>
            </a:r>
          </a:p>
        </p:txBody>
      </p:sp>
      <p:sp>
        <p:nvSpPr>
          <p:cNvPr id="4" name="Slide Number Placeholder 3"/>
          <p:cNvSpPr>
            <a:spLocks noGrp="1"/>
          </p:cNvSpPr>
          <p:nvPr>
            <p:ph type="sldNum" sz="quarter" idx="5"/>
          </p:nvPr>
        </p:nvSpPr>
        <p:spPr/>
        <p:txBody>
          <a:bodyPr/>
          <a:lstStyle/>
          <a:p>
            <a:fld id="{DB7F7AA2-CD4B-B647-91DF-6F7A48C4266B}" type="slidenum">
              <a:rPr lang="en-US" smtClean="0"/>
              <a:t>15</a:t>
            </a:fld>
            <a:endParaRPr lang="en-US"/>
          </a:p>
        </p:txBody>
      </p:sp>
    </p:spTree>
    <p:extLst>
      <p:ext uri="{BB962C8B-B14F-4D97-AF65-F5344CB8AC3E}">
        <p14:creationId xmlns:p14="http://schemas.microsoft.com/office/powerpoint/2010/main" val="891867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go of operational mindset / construct of production and start demanding strategy focus</a:t>
            </a:r>
          </a:p>
        </p:txBody>
      </p:sp>
      <p:sp>
        <p:nvSpPr>
          <p:cNvPr id="4" name="Slide Number Placeholder 3"/>
          <p:cNvSpPr>
            <a:spLocks noGrp="1"/>
          </p:cNvSpPr>
          <p:nvPr>
            <p:ph type="sldNum" sz="quarter" idx="5"/>
          </p:nvPr>
        </p:nvSpPr>
        <p:spPr/>
        <p:txBody>
          <a:bodyPr/>
          <a:lstStyle/>
          <a:p>
            <a:fld id="{DB7F7AA2-CD4B-B647-91DF-6F7A48C4266B}" type="slidenum">
              <a:rPr lang="en-US" smtClean="0"/>
              <a:t>16</a:t>
            </a:fld>
            <a:endParaRPr lang="en-US"/>
          </a:p>
        </p:txBody>
      </p:sp>
    </p:spTree>
    <p:extLst>
      <p:ext uri="{BB962C8B-B14F-4D97-AF65-F5344CB8AC3E}">
        <p14:creationId xmlns:p14="http://schemas.microsoft.com/office/powerpoint/2010/main" val="489227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acts of activity, what we have lovingly termed ‘Ducks and Bunnies”.   Will not be successful in the new world.    During this retreat is the PERFECT time to take the time to rebuild a strategy that is effective.    If they are doing it now, they won’t be doing it in the future.   </a:t>
            </a:r>
          </a:p>
        </p:txBody>
      </p:sp>
      <p:sp>
        <p:nvSpPr>
          <p:cNvPr id="4" name="Slide Number Placeholder 3"/>
          <p:cNvSpPr>
            <a:spLocks noGrp="1"/>
          </p:cNvSpPr>
          <p:nvPr>
            <p:ph type="sldNum" sz="quarter" idx="5"/>
          </p:nvPr>
        </p:nvSpPr>
        <p:spPr/>
        <p:txBody>
          <a:bodyPr/>
          <a:lstStyle/>
          <a:p>
            <a:fld id="{DB7F7AA2-CD4B-B647-91DF-6F7A48C4266B}" type="slidenum">
              <a:rPr lang="en-US" smtClean="0"/>
              <a:t>17</a:t>
            </a:fld>
            <a:endParaRPr lang="en-US"/>
          </a:p>
        </p:txBody>
      </p:sp>
    </p:spTree>
    <p:extLst>
      <p:ext uri="{BB962C8B-B14F-4D97-AF65-F5344CB8AC3E}">
        <p14:creationId xmlns:p14="http://schemas.microsoft.com/office/powerpoint/2010/main" val="1183580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4F19D1-024F-7148-9A40-CD5D226C1ACE}" type="slidenum">
              <a:rPr lang="en-US" smtClean="0"/>
              <a:t>18</a:t>
            </a:fld>
            <a:endParaRPr lang="en-US" dirty="0"/>
          </a:p>
        </p:txBody>
      </p:sp>
    </p:spTree>
    <p:extLst>
      <p:ext uri="{BB962C8B-B14F-4D97-AF65-F5344CB8AC3E}">
        <p14:creationId xmlns:p14="http://schemas.microsoft.com/office/powerpoint/2010/main" val="1579262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such a great topic.    So my goal is to give you some understanding of the why the hunter is so elusive.  </a:t>
            </a:r>
          </a:p>
          <a:p>
            <a:endParaRPr lang="en-US" dirty="0"/>
          </a:p>
          <a:p>
            <a:r>
              <a:rPr lang="en-US" dirty="0"/>
              <a:t> If you remember the role of sales and marketing is to create demand.  </a:t>
            </a:r>
          </a:p>
          <a:p>
            <a:endParaRPr lang="en-US" dirty="0"/>
          </a:p>
          <a:p>
            <a:r>
              <a:rPr lang="en-US" dirty="0"/>
              <a:t>Is it nurture or nature?   </a:t>
            </a:r>
          </a:p>
        </p:txBody>
      </p:sp>
      <p:sp>
        <p:nvSpPr>
          <p:cNvPr id="4" name="Slide Number Placeholder 3"/>
          <p:cNvSpPr>
            <a:spLocks noGrp="1"/>
          </p:cNvSpPr>
          <p:nvPr>
            <p:ph type="sldNum" sz="quarter" idx="5"/>
          </p:nvPr>
        </p:nvSpPr>
        <p:spPr/>
        <p:txBody>
          <a:bodyPr/>
          <a:lstStyle/>
          <a:p>
            <a:fld id="{DB7F7AA2-CD4B-B647-91DF-6F7A48C4266B}" type="slidenum">
              <a:rPr lang="en-US" smtClean="0"/>
              <a:t>19</a:t>
            </a:fld>
            <a:endParaRPr lang="en-US"/>
          </a:p>
        </p:txBody>
      </p:sp>
    </p:spTree>
    <p:extLst>
      <p:ext uri="{BB962C8B-B14F-4D97-AF65-F5344CB8AC3E}">
        <p14:creationId xmlns:p14="http://schemas.microsoft.com/office/powerpoint/2010/main" val="1113651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sales and marketing approach that is being used and still taught by brands today was designed in 1970 by Wilson learning.    The Needs Benefits Feature / NBF sales approach worked then and well I might add.    Marriott invested heavily in it and it has been embedded  in our world today.   </a:t>
            </a:r>
          </a:p>
          <a:p>
            <a:endParaRPr lang="en-US" dirty="0"/>
          </a:p>
          <a:p>
            <a:r>
              <a:rPr lang="en-US" dirty="0"/>
              <a:t> Teams are using still using it...</a:t>
            </a:r>
          </a:p>
          <a:p>
            <a:endParaRPr lang="en-US" dirty="0"/>
          </a:p>
          <a:p>
            <a:r>
              <a:rPr lang="en-US" dirty="0"/>
              <a:t>Wilson Learning had abandoned it a decade ago..     </a:t>
            </a:r>
          </a:p>
          <a:p>
            <a:endParaRPr lang="en-US" dirty="0"/>
          </a:p>
          <a:p>
            <a:endParaRPr lang="en-US" dirty="0"/>
          </a:p>
        </p:txBody>
      </p:sp>
      <p:sp>
        <p:nvSpPr>
          <p:cNvPr id="4" name="Slide Number Placeholder 3"/>
          <p:cNvSpPr>
            <a:spLocks noGrp="1"/>
          </p:cNvSpPr>
          <p:nvPr>
            <p:ph type="sldNum" sz="quarter" idx="5"/>
          </p:nvPr>
        </p:nvSpPr>
        <p:spPr/>
        <p:txBody>
          <a:bodyPr/>
          <a:lstStyle/>
          <a:p>
            <a:fld id="{DB7F7AA2-CD4B-B647-91DF-6F7A48C4266B}" type="slidenum">
              <a:rPr lang="en-US" smtClean="0"/>
              <a:t>20</a:t>
            </a:fld>
            <a:endParaRPr lang="en-US"/>
          </a:p>
        </p:txBody>
      </p:sp>
    </p:spTree>
    <p:extLst>
      <p:ext uri="{BB962C8B-B14F-4D97-AF65-F5344CB8AC3E}">
        <p14:creationId xmlns:p14="http://schemas.microsoft.com/office/powerpoint/2010/main" val="15325184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known very well.    It does not work in todays world.    </a:t>
            </a:r>
          </a:p>
          <a:p>
            <a:endParaRPr lang="en-US" dirty="0"/>
          </a:p>
          <a:p>
            <a:r>
              <a:rPr lang="en-US" dirty="0"/>
              <a:t>We have two issues;   1- there isn’t another methodology that is being considered, so either teams do the outdated approach or they don’t have an approach are professional visitors</a:t>
            </a:r>
          </a:p>
          <a:p>
            <a:endParaRPr lang="en-US" dirty="0"/>
          </a:p>
          <a:p>
            <a:r>
              <a:rPr lang="en-US" dirty="0"/>
              <a:t>2- sales leadership doesn’t have a different methodology or a proven way of doing anything different,   thusly we have have a sales and marketing approach circa 1970.   Even harder is they don’t know how to coach anything different.   Because you can’t give away what you don’t have</a:t>
            </a:r>
          </a:p>
          <a:p>
            <a:endParaRPr lang="en-US" dirty="0"/>
          </a:p>
          <a:p>
            <a:r>
              <a:rPr lang="en-US" dirty="0"/>
              <a:t>How does this relate to hunter gatherer?     Liken it to our teams hunting with a bow and arrow.  </a:t>
            </a:r>
          </a:p>
        </p:txBody>
      </p:sp>
      <p:sp>
        <p:nvSpPr>
          <p:cNvPr id="4" name="Slide Number Placeholder 3"/>
          <p:cNvSpPr>
            <a:spLocks noGrp="1"/>
          </p:cNvSpPr>
          <p:nvPr>
            <p:ph type="sldNum" sz="quarter" idx="5"/>
          </p:nvPr>
        </p:nvSpPr>
        <p:spPr/>
        <p:txBody>
          <a:bodyPr/>
          <a:lstStyle/>
          <a:p>
            <a:fld id="{AF4F19D1-024F-7148-9A40-CD5D226C1ACE}" type="slidenum">
              <a:rPr lang="en-US" smtClean="0"/>
              <a:t>21</a:t>
            </a:fld>
            <a:endParaRPr lang="en-US" dirty="0"/>
          </a:p>
        </p:txBody>
      </p:sp>
    </p:spTree>
    <p:extLst>
      <p:ext uri="{BB962C8B-B14F-4D97-AF65-F5344CB8AC3E}">
        <p14:creationId xmlns:p14="http://schemas.microsoft.com/office/powerpoint/2010/main" val="16430417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Franklin Gothic Book" panose="020B0503020102020204" pitchFamily="34" charset="0"/>
              </a:rPr>
              <a:t>Let me ask you give me your general definition of proactive selling?    </a:t>
            </a:r>
          </a:p>
          <a:p>
            <a:r>
              <a:rPr lang="en-US" sz="1200" i="1" dirty="0">
                <a:latin typeface="Franklin Gothic Book" panose="020B0503020102020204" pitchFamily="34" charset="0"/>
              </a:rPr>
              <a:t>Answer will probably be…when we reach out to the customer… </a:t>
            </a:r>
          </a:p>
          <a:p>
            <a:endParaRPr lang="en-US" sz="1200" i="1" dirty="0">
              <a:latin typeface="Franklin Gothic Book" panose="020B0503020102020204" pitchFamily="34" charset="0"/>
            </a:endParaRPr>
          </a:p>
          <a:p>
            <a:r>
              <a:rPr lang="en-US" sz="1200" i="0" dirty="0">
                <a:latin typeface="Franklin Gothic Book" panose="020B0503020102020204" pitchFamily="34" charset="0"/>
              </a:rPr>
              <a:t>Lets explore that thinking together.  </a:t>
            </a:r>
          </a:p>
          <a:p>
            <a:endParaRPr lang="en-US" sz="1200" i="0" dirty="0">
              <a:latin typeface="Franklin Gothic Book" panose="020B0503020102020204" pitchFamily="34" charset="0"/>
            </a:endParaRPr>
          </a:p>
          <a:p>
            <a:r>
              <a:rPr lang="en-US" sz="1200" i="0" dirty="0">
                <a:latin typeface="Franklin Gothic Book" panose="020B0503020102020204" pitchFamily="34" charset="0"/>
              </a:rPr>
              <a:t>Whenever something happens there is a response.    Apple loosing stock price, Shannon and Dane getting married,  Price per barrel of oil.    Whatever happens there is an organizational response.  So lets take apple as an example.    Their stock price decreases due to changes in tariff structures.  </a:t>
            </a:r>
          </a:p>
          <a:p>
            <a:endParaRPr lang="en-US" sz="1200" i="0" dirty="0">
              <a:latin typeface="Franklin Gothic Book" panose="020B0503020102020204" pitchFamily="34" charset="0"/>
            </a:endParaRPr>
          </a:p>
          <a:p>
            <a:r>
              <a:rPr lang="en-US" sz="1200" i="0" dirty="0">
                <a:latin typeface="Franklin Gothic Book" panose="020B0503020102020204" pitchFamily="34" charset="0"/>
              </a:rPr>
              <a:t>1- First there is a recognition of need-   ”We have to do something”   Lets get everyone together and look at the direction.   </a:t>
            </a:r>
          </a:p>
          <a:p>
            <a:r>
              <a:rPr lang="en-US" sz="1200" i="0" dirty="0">
                <a:latin typeface="Franklin Gothic Book" panose="020B0503020102020204" pitchFamily="34" charset="0"/>
              </a:rPr>
              <a:t>2- Then there is the evaluation of options.   “Given what is in front of us what are our choices?”  We evaluate plans of action</a:t>
            </a:r>
          </a:p>
          <a:p>
            <a:r>
              <a:rPr lang="en-US" sz="1200" i="0" dirty="0">
                <a:latin typeface="Franklin Gothic Book" panose="020B0503020102020204" pitchFamily="34" charset="0"/>
              </a:rPr>
              <a:t>3- From there we have a resolution of concerns.   ”This is our choice, this is the direction”</a:t>
            </a:r>
          </a:p>
          <a:p>
            <a:r>
              <a:rPr lang="en-US" sz="1200" i="0" dirty="0">
                <a:latin typeface="Franklin Gothic Book" panose="020B0503020102020204" pitchFamily="34" charset="0"/>
              </a:rPr>
              <a:t>4- lastly is we decide to purchase.    We involve those groups who are involved with the purchase portion.</a:t>
            </a:r>
          </a:p>
          <a:p>
            <a:r>
              <a:rPr lang="en-US" sz="1200" i="0" dirty="0">
                <a:latin typeface="Franklin Gothic Book" panose="020B0503020102020204" pitchFamily="34" charset="0"/>
              </a:rPr>
              <a:t>What are some of the positions that you believe are related to the purchase?   </a:t>
            </a:r>
          </a:p>
          <a:p>
            <a:endParaRPr lang="en-US" sz="1200" i="0" dirty="0">
              <a:latin typeface="Franklin Gothic Book" panose="020B0503020102020204" pitchFamily="34" charset="0"/>
            </a:endParaRPr>
          </a:p>
          <a:p>
            <a:r>
              <a:rPr lang="en-US" sz="1200" i="0" dirty="0">
                <a:latin typeface="Franklin Gothic Book" panose="020B0503020102020204" pitchFamily="34" charset="0"/>
              </a:rPr>
              <a:t>When is our sales team showing up.... at the point of purchase..   when it is a product - price driven sale.   When it shows up as a lead from a lead source... in a engagement we did 120 sales </a:t>
            </a:r>
            <a:r>
              <a:rPr lang="en-US" sz="1200" i="0" dirty="0" err="1">
                <a:latin typeface="Franklin Gothic Book" panose="020B0503020102020204" pitchFamily="34" charset="0"/>
              </a:rPr>
              <a:t>teammembers</a:t>
            </a:r>
            <a:r>
              <a:rPr lang="en-US" sz="1200" i="0" dirty="0">
                <a:latin typeface="Franklin Gothic Book" panose="020B0503020102020204" pitchFamily="34" charset="0"/>
              </a:rPr>
              <a:t>. </a:t>
            </a:r>
          </a:p>
          <a:p>
            <a:endParaRPr lang="en-US" sz="1200" i="0" dirty="0">
              <a:latin typeface="Franklin Gothic Book" panose="020B0503020102020204" pitchFamily="34" charset="0"/>
            </a:endParaRPr>
          </a:p>
          <a:p>
            <a:r>
              <a:rPr lang="en-US" sz="1200" i="0" dirty="0">
                <a:latin typeface="Franklin Gothic Book" panose="020B0503020102020204" pitchFamily="34" charset="0"/>
              </a:rPr>
              <a:t>This customer buying journey helps to clarify what the difference is between the transactional sale and the consultative sale.    When we engage with the customer at the recognition of need or the evaluation of options we are able to conduct a consultative partnership.  When we engage at the point purchase we are transactional.   Very difficult if not impossible in that space.   </a:t>
            </a:r>
          </a:p>
          <a:p>
            <a:endParaRPr lang="en-US" sz="1200" i="0" dirty="0">
              <a:latin typeface="Franklin Gothic Book" panose="020B0503020102020204" pitchFamily="34" charset="0"/>
            </a:endParaRPr>
          </a:p>
          <a:p>
            <a:r>
              <a:rPr lang="en-US" sz="1200" i="0" dirty="0">
                <a:latin typeface="Franklin Gothic Book" panose="020B0503020102020204" pitchFamily="34" charset="0"/>
              </a:rPr>
              <a:t>Here is the other difficulty that sales people have when we are in the selling in the purchase phase.     More and more third-party companies are in this space, driving down the price and making it more commoditized and more of a price driven sale.  Where they can’t compete is at the consultative level.   If you are competing against third- party channels you are in a transactional sale.  </a:t>
            </a:r>
          </a:p>
          <a:p>
            <a:endParaRPr lang="en-US" sz="1200" i="0" dirty="0">
              <a:latin typeface="Franklin Gothic Book" panose="020B0503020102020204" pitchFamily="34" charset="0"/>
            </a:endParaRPr>
          </a:p>
          <a:p>
            <a:r>
              <a:rPr lang="en-US" sz="1200" i="0" dirty="0">
                <a:latin typeface="Franklin Gothic Book" panose="020B0503020102020204" pitchFamily="34" charset="0"/>
              </a:rPr>
              <a:t>We are know that we are times that we sell transactional or even have to sell </a:t>
            </a:r>
            <a:r>
              <a:rPr lang="en-US" sz="1200" i="0" dirty="0" err="1">
                <a:latin typeface="Franklin Gothic Book" panose="020B0503020102020204" pitchFamily="34" charset="0"/>
              </a:rPr>
              <a:t>transactionally</a:t>
            </a:r>
            <a:r>
              <a:rPr lang="en-US" sz="1200" i="0" dirty="0">
                <a:latin typeface="Franklin Gothic Book" panose="020B0503020102020204" pitchFamily="34" charset="0"/>
              </a:rPr>
              <a:t>.   Our goal here is that we know how to prospect and sell with an approach that is about co-creation and partnership.     We want and need you to have skills to sell both</a:t>
            </a:r>
            <a:endParaRPr lang="en-US" dirty="0">
              <a:latin typeface="Franklin Gothic Book" panose="020B0503020102020204" pitchFamily="34"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691F09-11E6-44F7-A806-DCB6099148B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63369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E2C2B794-AE0F-40E2-AC07-24394D21B391}" type="slidenum">
              <a:rPr lang="en-US" smtClean="0"/>
              <a:pPr/>
              <a:t>23</a:t>
            </a:fld>
            <a:endParaRPr lang="en-US"/>
          </a:p>
        </p:txBody>
      </p:sp>
    </p:spTree>
    <p:extLst>
      <p:ext uri="{BB962C8B-B14F-4D97-AF65-F5344CB8AC3E}">
        <p14:creationId xmlns:p14="http://schemas.microsoft.com/office/powerpoint/2010/main" val="39874554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7F7AA2-CD4B-B647-91DF-6F7A48C4266B}" type="slidenum">
              <a:rPr lang="en-US" smtClean="0"/>
              <a:t>25</a:t>
            </a:fld>
            <a:endParaRPr lang="en-US"/>
          </a:p>
        </p:txBody>
      </p:sp>
    </p:spTree>
    <p:extLst>
      <p:ext uri="{BB962C8B-B14F-4D97-AF65-F5344CB8AC3E}">
        <p14:creationId xmlns:p14="http://schemas.microsoft.com/office/powerpoint/2010/main" val="163636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4154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lgn="ctr">
              <a:defRPr sz="2700" b="0" i="0">
                <a:solidFill>
                  <a:schemeClr val="tx1"/>
                </a:solidFill>
                <a:latin typeface="Franklin Gothic Book"/>
                <a:cs typeface="Franklin Gothic Book"/>
              </a:defRPr>
            </a:lvl1pPr>
          </a:lstStyle>
          <a:p>
            <a:endParaRPr dirty="0"/>
          </a:p>
        </p:txBody>
      </p:sp>
      <p:sp>
        <p:nvSpPr>
          <p:cNvPr id="3" name="Holder 3"/>
          <p:cNvSpPr>
            <a:spLocks noGrp="1"/>
          </p:cNvSpPr>
          <p:nvPr>
            <p:ph type="body" idx="1"/>
          </p:nvPr>
        </p:nvSpPr>
        <p:spPr/>
        <p:txBody>
          <a:bodyPr lIns="0" tIns="0" rIns="0" bIns="0"/>
          <a:lstStyle>
            <a:lvl1pPr>
              <a:defRPr sz="1800" b="0" i="0">
                <a:solidFill>
                  <a:schemeClr val="tx1"/>
                </a:solidFill>
                <a:latin typeface="Franklin Gothic Book"/>
                <a:cs typeface="Franklin Gothic Boo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7" name="bk object 16">
            <a:extLst>
              <a:ext uri="{FF2B5EF4-FFF2-40B4-BE49-F238E27FC236}">
                <a16:creationId xmlns:a16="http://schemas.microsoft.com/office/drawing/2014/main" id="{48414A04-2698-0A4B-8456-3ED15481069F}"/>
              </a:ext>
            </a:extLst>
          </p:cNvPr>
          <p:cNvSpPr/>
          <p:nvPr userDrawn="1"/>
        </p:nvSpPr>
        <p:spPr>
          <a:xfrm>
            <a:off x="4199404" y="4411980"/>
            <a:ext cx="745191" cy="742949"/>
          </a:xfrm>
          <a:prstGeom prst="rect">
            <a:avLst/>
          </a:prstGeom>
          <a:blipFill>
            <a:blip r:embed="rId2" cstate="print"/>
            <a:stretch>
              <a:fillRect/>
            </a:stretch>
          </a:blipFill>
        </p:spPr>
        <p:txBody>
          <a:bodyPr wrap="square" lIns="0" tIns="0" rIns="0" bIns="0" rtlCol="0"/>
          <a:lstStyle/>
          <a:p>
            <a:endParaRPr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001284" y="4411980"/>
            <a:ext cx="745191" cy="742949"/>
          </a:xfrm>
          <a:prstGeom prst="rect">
            <a:avLst/>
          </a:prstGeom>
          <a:blipFill>
            <a:blip r:embed="rId2" cstate="print"/>
            <a:stretch>
              <a:fillRect/>
            </a:stretch>
          </a:blipFill>
        </p:spPr>
        <p:txBody>
          <a:bodyPr wrap="square" lIns="0" tIns="0" rIns="0" bIns="0" rtlCol="0"/>
          <a:lstStyle/>
          <a:p>
            <a:endParaRPr sz="1800"/>
          </a:p>
        </p:txBody>
      </p:sp>
      <p:sp>
        <p:nvSpPr>
          <p:cNvPr id="29" name="bk object 29"/>
          <p:cNvSpPr/>
          <p:nvPr/>
        </p:nvSpPr>
        <p:spPr>
          <a:xfrm>
            <a:off x="0" y="1"/>
            <a:ext cx="9144000" cy="495300"/>
          </a:xfrm>
          <a:custGeom>
            <a:avLst/>
            <a:gdLst/>
            <a:ahLst/>
            <a:cxnLst/>
            <a:rect l="l" t="t" r="r" b="b"/>
            <a:pathLst>
              <a:path w="9144000" h="660400">
                <a:moveTo>
                  <a:pt x="0" y="660398"/>
                </a:moveTo>
                <a:lnTo>
                  <a:pt x="9143998" y="660398"/>
                </a:lnTo>
                <a:lnTo>
                  <a:pt x="9143998" y="0"/>
                </a:lnTo>
                <a:lnTo>
                  <a:pt x="0" y="0"/>
                </a:lnTo>
                <a:lnTo>
                  <a:pt x="0" y="660398"/>
                </a:lnTo>
                <a:close/>
              </a:path>
            </a:pathLst>
          </a:custGeom>
          <a:solidFill>
            <a:srgbClr val="E0E0E0"/>
          </a:solidFill>
        </p:spPr>
        <p:txBody>
          <a:bodyPr wrap="square" lIns="0" tIns="0" rIns="0" bIns="0" rtlCol="0"/>
          <a:lstStyle/>
          <a:p>
            <a:endParaRPr sz="1800"/>
          </a:p>
        </p:txBody>
      </p:sp>
      <p:sp>
        <p:nvSpPr>
          <p:cNvPr id="30" name="bk object 30"/>
          <p:cNvSpPr/>
          <p:nvPr/>
        </p:nvSpPr>
        <p:spPr>
          <a:xfrm>
            <a:off x="0" y="1"/>
            <a:ext cx="9143998" cy="495299"/>
          </a:xfrm>
          <a:prstGeom prst="rect">
            <a:avLst/>
          </a:prstGeom>
          <a:blipFill>
            <a:blip r:embed="rId3" cstate="print"/>
            <a:stretch>
              <a:fillRect/>
            </a:stretch>
          </a:blipFill>
        </p:spPr>
        <p:txBody>
          <a:bodyPr wrap="square" lIns="0" tIns="0" rIns="0" bIns="0" rtlCol="0"/>
          <a:lstStyle/>
          <a:p>
            <a:pPr algn="ctr"/>
            <a:endParaRPr sz="1800"/>
          </a:p>
        </p:txBody>
      </p:sp>
      <p:sp>
        <p:nvSpPr>
          <p:cNvPr id="2" name="Holder 2"/>
          <p:cNvSpPr>
            <a:spLocks noGrp="1"/>
          </p:cNvSpPr>
          <p:nvPr>
            <p:ph type="title"/>
          </p:nvPr>
        </p:nvSpPr>
        <p:spPr>
          <a:xfrm>
            <a:off x="2362200" y="39901"/>
            <a:ext cx="4295749" cy="415498"/>
          </a:xfrm>
        </p:spPr>
        <p:txBody>
          <a:bodyPr lIns="0" tIns="0" rIns="0" bIns="0"/>
          <a:lstStyle>
            <a:lvl1pPr algn="ctr">
              <a:defRPr sz="2700" b="0" i="0">
                <a:solidFill>
                  <a:schemeClr val="tx1"/>
                </a:solidFill>
                <a:latin typeface="Franklin Gothic Book"/>
                <a:cs typeface="Franklin Gothic Book"/>
              </a:defRPr>
            </a:lvl1pPr>
          </a:lstStyle>
          <a:p>
            <a:endParaRPr dirty="0"/>
          </a:p>
        </p:txBody>
      </p:sp>
      <p:sp>
        <p:nvSpPr>
          <p:cNvPr id="5" name="Holder 5"/>
          <p:cNvSpPr>
            <a:spLocks noGrp="1"/>
          </p:cNvSpPr>
          <p:nvPr>
            <p:ph type="ftr" sz="quarter" idx="5"/>
          </p:nvPr>
        </p:nvSpPr>
        <p:spPr>
          <a:xfrm>
            <a:off x="3108960" y="4783455"/>
            <a:ext cx="2529840" cy="276999"/>
          </a:xfr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590550"/>
            <a:ext cx="9144000" cy="4552950"/>
          </a:xfrm>
          <a:custGeom>
            <a:avLst/>
            <a:gdLst/>
            <a:ahLst/>
            <a:cxnLst/>
            <a:rect l="l" t="t" r="r" b="b"/>
            <a:pathLst>
              <a:path w="9144000" h="5943600">
                <a:moveTo>
                  <a:pt x="0" y="5943598"/>
                </a:moveTo>
                <a:lnTo>
                  <a:pt x="9143998" y="5943598"/>
                </a:lnTo>
                <a:lnTo>
                  <a:pt x="9143998" y="0"/>
                </a:lnTo>
                <a:lnTo>
                  <a:pt x="0" y="0"/>
                </a:lnTo>
                <a:lnTo>
                  <a:pt x="0" y="5943598"/>
                </a:lnTo>
                <a:close/>
              </a:path>
            </a:pathLst>
          </a:custGeom>
          <a:solidFill>
            <a:srgbClr val="D4D2D2"/>
          </a:solidFill>
        </p:spPr>
        <p:txBody>
          <a:bodyPr wrap="square" lIns="0" tIns="0" rIns="0" bIns="0" rtlCol="0"/>
          <a:lstStyle/>
          <a:p>
            <a:endParaRPr sz="1800"/>
          </a:p>
        </p:txBody>
      </p:sp>
      <p:sp>
        <p:nvSpPr>
          <p:cNvPr id="17" name="bk object 17"/>
          <p:cNvSpPr/>
          <p:nvPr/>
        </p:nvSpPr>
        <p:spPr>
          <a:xfrm>
            <a:off x="152400" y="0"/>
            <a:ext cx="914400" cy="1047750"/>
          </a:xfrm>
          <a:prstGeom prst="rect">
            <a:avLst/>
          </a:prstGeom>
          <a:blipFill>
            <a:blip r:embed="rId2" cstate="print"/>
            <a:stretch>
              <a:fillRect/>
            </a:stretch>
          </a:blipFill>
        </p:spPr>
        <p:txBody>
          <a:bodyPr wrap="square" lIns="0" tIns="0" rIns="0" bIns="0" rtlCol="0"/>
          <a:lstStyle/>
          <a:p>
            <a:endParaRPr sz="1800"/>
          </a:p>
        </p:txBody>
      </p:sp>
      <p:sp>
        <p:nvSpPr>
          <p:cNvPr id="2" name="Holder 2"/>
          <p:cNvSpPr>
            <a:spLocks noGrp="1"/>
          </p:cNvSpPr>
          <p:nvPr>
            <p:ph type="title"/>
          </p:nvPr>
        </p:nvSpPr>
        <p:spPr>
          <a:xfrm>
            <a:off x="4572000" y="108377"/>
            <a:ext cx="4295749" cy="415498"/>
          </a:xfrm>
        </p:spPr>
        <p:txBody>
          <a:bodyPr lIns="0" tIns="0" rIns="0" bIns="0"/>
          <a:lstStyle>
            <a:lvl1pPr algn="r">
              <a:defRPr sz="2700" b="0" i="0">
                <a:solidFill>
                  <a:schemeClr val="tx1">
                    <a:lumMod val="50000"/>
                    <a:lumOff val="50000"/>
                  </a:schemeClr>
                </a:solidFill>
                <a:latin typeface="Franklin Gothic Book"/>
                <a:cs typeface="Franklin Gothic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11/13/21</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11/13/21</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5" name="bk object 16">
            <a:extLst>
              <a:ext uri="{FF2B5EF4-FFF2-40B4-BE49-F238E27FC236}">
                <a16:creationId xmlns:a16="http://schemas.microsoft.com/office/drawing/2014/main" id="{230A8D8E-9327-9E44-B756-B2A99F849969}"/>
              </a:ext>
            </a:extLst>
          </p:cNvPr>
          <p:cNvSpPr/>
          <p:nvPr userDrawn="1"/>
        </p:nvSpPr>
        <p:spPr>
          <a:xfrm>
            <a:off x="4199404" y="4411980"/>
            <a:ext cx="745191" cy="742949"/>
          </a:xfrm>
          <a:prstGeom prst="rect">
            <a:avLst/>
          </a:prstGeom>
          <a:blipFill>
            <a:blip r:embed="rId2" cstate="print"/>
            <a:stretch>
              <a:fillRect/>
            </a:stretch>
          </a:blipFill>
        </p:spPr>
        <p:txBody>
          <a:bodyPr wrap="square" lIns="0" tIns="0" rIns="0" bIns="0" rtlCol="0"/>
          <a:lstStyle/>
          <a:p>
            <a:endParaRPr sz="1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Kate Burda &amp; Co. - Title 3">
    <p:spTree>
      <p:nvGrpSpPr>
        <p:cNvPr id="1" name=""/>
        <p:cNvGrpSpPr/>
        <p:nvPr/>
      </p:nvGrpSpPr>
      <p:grpSpPr>
        <a:xfrm>
          <a:off x="0" y="0"/>
          <a:ext cx="0" cy="0"/>
          <a:chOff x="0" y="0"/>
          <a:chExt cx="0" cy="0"/>
        </a:xfrm>
      </p:grpSpPr>
      <p:sp>
        <p:nvSpPr>
          <p:cNvPr id="8" name="Rectangle 7"/>
          <p:cNvSpPr/>
          <p:nvPr userDrawn="1"/>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685800"/>
            <a:ext cx="9144000" cy="44577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rgbClr val="CAC8C8"/>
              </a:solidFill>
            </a:endParaRPr>
          </a:p>
        </p:txBody>
      </p:sp>
      <p:sp>
        <p:nvSpPr>
          <p:cNvPr id="15" name="Picture Placeholder 14"/>
          <p:cNvSpPr>
            <a:spLocks noGrp="1"/>
          </p:cNvSpPr>
          <p:nvPr>
            <p:ph type="pic" sz="quarter" idx="10"/>
          </p:nvPr>
        </p:nvSpPr>
        <p:spPr>
          <a:xfrm>
            <a:off x="0" y="685800"/>
            <a:ext cx="9144000" cy="4457700"/>
          </a:xfrm>
        </p:spPr>
        <p:txBody>
          <a:bodyPr/>
          <a:lstStyle/>
          <a:p>
            <a:endParaRPr lang="en-US"/>
          </a:p>
        </p:txBody>
      </p:sp>
      <p:sp>
        <p:nvSpPr>
          <p:cNvPr id="11" name="Title 1"/>
          <p:cNvSpPr>
            <a:spLocks noGrp="1"/>
          </p:cNvSpPr>
          <p:nvPr>
            <p:ph type="ctrTitle" hasCustomPrompt="1"/>
          </p:nvPr>
        </p:nvSpPr>
        <p:spPr>
          <a:xfrm>
            <a:off x="1143000" y="171450"/>
            <a:ext cx="7772400" cy="323165"/>
          </a:xfrm>
        </p:spPr>
        <p:txBody>
          <a:bodyPr/>
          <a:lstStyle>
            <a:lvl1pPr algn="r">
              <a:defRPr sz="2100" b="1" baseline="0">
                <a:solidFill>
                  <a:srgbClr val="8A8C8C"/>
                </a:solidFill>
                <a:latin typeface="Franklin Gothic Book" panose="020B0503020102020204" pitchFamily="34" charset="0"/>
              </a:defRPr>
            </a:lvl1pPr>
          </a:lstStyle>
          <a:p>
            <a:r>
              <a:rPr lang="en-US"/>
              <a:t>Click to Insert Title Here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145" y="-537260"/>
            <a:ext cx="1295522" cy="1817468"/>
          </a:xfrm>
          <a:prstGeom prst="rect">
            <a:avLst/>
          </a:prstGeom>
        </p:spPr>
      </p:pic>
      <p:sp>
        <p:nvSpPr>
          <p:cNvPr id="7" name="Holder 4">
            <a:extLst>
              <a:ext uri="{FF2B5EF4-FFF2-40B4-BE49-F238E27FC236}">
                <a16:creationId xmlns:a16="http://schemas.microsoft.com/office/drawing/2014/main" id="{9581F233-BCDC-1D47-8FFD-154F2846ECEA}"/>
              </a:ext>
            </a:extLst>
          </p:cNvPr>
          <p:cNvSpPr>
            <a:spLocks noGrp="1"/>
          </p:cNvSpPr>
          <p:nvPr>
            <p:ph type="sldNum" sz="quarter" idx="7"/>
          </p:nvPr>
        </p:nvSpPr>
        <p:spPr>
          <a:xfrm>
            <a:off x="8382000" y="4783455"/>
            <a:ext cx="304800" cy="184666"/>
          </a:xfrm>
        </p:spPr>
        <p:txBody>
          <a:bodyPr lIns="0" tIns="0" rIns="0" bIns="0"/>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4218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6B6AD-631E-774A-8A58-FAD992F7E6FB}"/>
              </a:ext>
            </a:extLst>
          </p:cNvPr>
          <p:cNvSpPr>
            <a:spLocks noGrp="1"/>
          </p:cNvSpPr>
          <p:nvPr>
            <p:ph type="title"/>
          </p:nvPr>
        </p:nvSpPr>
        <p:spPr>
          <a:xfrm>
            <a:off x="629841" y="273844"/>
            <a:ext cx="7886700" cy="492443"/>
          </a:xfrm>
        </p:spPr>
        <p:txBody>
          <a:bodyPr/>
          <a:lstStyle>
            <a:lvl1pPr>
              <a:defRPr>
                <a:latin typeface="Franklin Gothic Book" panose="020B050302010202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87CCC052-98A1-E942-BC1C-310866967CA5}"/>
              </a:ext>
            </a:extLst>
          </p:cNvPr>
          <p:cNvSpPr>
            <a:spLocks noGrp="1"/>
          </p:cNvSpPr>
          <p:nvPr>
            <p:ph type="body" idx="1"/>
          </p:nvPr>
        </p:nvSpPr>
        <p:spPr>
          <a:xfrm>
            <a:off x="629842" y="1601807"/>
            <a:ext cx="3868340" cy="276999"/>
          </a:xfrm>
        </p:spPr>
        <p:txBody>
          <a:bodyPr anchor="b"/>
          <a:lstStyle>
            <a:lvl1pPr marL="0" indent="0">
              <a:buNone/>
              <a:defRPr sz="1800" b="1">
                <a:latin typeface="Franklin Gothic Book" panose="020B05030201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738D1B33-B40D-E944-B704-BB49585D6408}"/>
              </a:ext>
            </a:extLst>
          </p:cNvPr>
          <p:cNvSpPr>
            <a:spLocks noGrp="1"/>
          </p:cNvSpPr>
          <p:nvPr>
            <p:ph sz="half" idx="2"/>
          </p:nvPr>
        </p:nvSpPr>
        <p:spPr>
          <a:xfrm>
            <a:off x="629842" y="1878806"/>
            <a:ext cx="3868340" cy="1415772"/>
          </a:xfrm>
        </p:spPr>
        <p:txBody>
          <a:bodyPr/>
          <a:lstStyle>
            <a:lvl1pPr>
              <a:defRPr>
                <a:latin typeface="Franklin Gothic Book" panose="020B0503020102020204" pitchFamily="34" charset="0"/>
              </a:defRPr>
            </a:lvl1pPr>
            <a:lvl2pPr>
              <a:defRPr>
                <a:latin typeface="Franklin Gothic Book" panose="020B0503020102020204" pitchFamily="34" charset="0"/>
              </a:defRPr>
            </a:lvl2pPr>
            <a:lvl3pPr>
              <a:defRPr>
                <a:latin typeface="Franklin Gothic Book" panose="020B0503020102020204" pitchFamily="34" charset="0"/>
              </a:defRPr>
            </a:lvl3pPr>
            <a:lvl4pPr>
              <a:defRPr>
                <a:latin typeface="Franklin Gothic Book" panose="020B0503020102020204" pitchFamily="34" charset="0"/>
              </a:defRPr>
            </a:lvl4pPr>
            <a:lvl5pPr>
              <a:defRPr>
                <a:latin typeface="Franklin Gothic Book" panose="020B05030201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B5DABB-5DB6-344E-9D34-400B2FC97496}"/>
              </a:ext>
            </a:extLst>
          </p:cNvPr>
          <p:cNvSpPr>
            <a:spLocks noGrp="1"/>
          </p:cNvSpPr>
          <p:nvPr>
            <p:ph type="body" sz="quarter" idx="3"/>
          </p:nvPr>
        </p:nvSpPr>
        <p:spPr>
          <a:xfrm>
            <a:off x="4629150" y="1601807"/>
            <a:ext cx="3887391" cy="276999"/>
          </a:xfrm>
        </p:spPr>
        <p:txBody>
          <a:bodyPr anchor="b"/>
          <a:lstStyle>
            <a:lvl1pPr marL="0" indent="0">
              <a:buNone/>
              <a:defRPr sz="1800" b="1">
                <a:latin typeface="Franklin Gothic Book" panose="020B05030201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9C2C19C9-F668-E549-BD48-1BF963D7B4D5}"/>
              </a:ext>
            </a:extLst>
          </p:cNvPr>
          <p:cNvSpPr>
            <a:spLocks noGrp="1"/>
          </p:cNvSpPr>
          <p:nvPr>
            <p:ph sz="quarter" idx="4"/>
          </p:nvPr>
        </p:nvSpPr>
        <p:spPr>
          <a:xfrm>
            <a:off x="4629150" y="1878806"/>
            <a:ext cx="3887391" cy="1415772"/>
          </a:xfrm>
        </p:spPr>
        <p:txBody>
          <a:bodyPr/>
          <a:lstStyle>
            <a:lvl1pPr>
              <a:defRPr>
                <a:latin typeface="Franklin Gothic Book" panose="020B0503020102020204" pitchFamily="34" charset="0"/>
              </a:defRPr>
            </a:lvl1pPr>
            <a:lvl2pPr>
              <a:defRPr>
                <a:latin typeface="Franklin Gothic Book" panose="020B0503020102020204" pitchFamily="34" charset="0"/>
              </a:defRPr>
            </a:lvl2pPr>
            <a:lvl3pPr>
              <a:defRPr>
                <a:latin typeface="Franklin Gothic Book" panose="020B0503020102020204" pitchFamily="34" charset="0"/>
              </a:defRPr>
            </a:lvl3pPr>
            <a:lvl4pPr>
              <a:defRPr>
                <a:latin typeface="Franklin Gothic Book" panose="020B0503020102020204" pitchFamily="34" charset="0"/>
              </a:defRPr>
            </a:lvl4pPr>
            <a:lvl5pPr>
              <a:defRPr>
                <a:latin typeface="Franklin Gothic Book" panose="020B05030201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27066B-759C-EE49-A2B6-BD778CB7886C}"/>
              </a:ext>
            </a:extLst>
          </p:cNvPr>
          <p:cNvSpPr>
            <a:spLocks noGrp="1"/>
          </p:cNvSpPr>
          <p:nvPr>
            <p:ph type="dt" sz="half" idx="10"/>
          </p:nvPr>
        </p:nvSpPr>
        <p:spPr>
          <a:xfrm>
            <a:off x="457200" y="4783455"/>
            <a:ext cx="2103120" cy="276999"/>
          </a:xfrm>
        </p:spPr>
        <p:txBody>
          <a:bodyPr/>
          <a:lstStyle>
            <a:lvl1pPr>
              <a:defRPr>
                <a:latin typeface="Franklin Gothic Book" panose="020B0503020102020204" pitchFamily="34" charset="0"/>
              </a:defRPr>
            </a:lvl1pPr>
          </a:lstStyle>
          <a:p>
            <a:fld id="{A19CB682-B926-5247-89C5-C91454255D3E}" type="datetimeFigureOut">
              <a:rPr lang="en-US" smtClean="0"/>
              <a:pPr/>
              <a:t>11/13/21</a:t>
            </a:fld>
            <a:endParaRPr lang="en-US"/>
          </a:p>
        </p:txBody>
      </p:sp>
      <p:sp>
        <p:nvSpPr>
          <p:cNvPr id="8" name="Footer Placeholder 7">
            <a:extLst>
              <a:ext uri="{FF2B5EF4-FFF2-40B4-BE49-F238E27FC236}">
                <a16:creationId xmlns:a16="http://schemas.microsoft.com/office/drawing/2014/main" id="{234B0F41-25B3-8747-9FD8-78B8E598E2D1}"/>
              </a:ext>
            </a:extLst>
          </p:cNvPr>
          <p:cNvSpPr>
            <a:spLocks noGrp="1"/>
          </p:cNvSpPr>
          <p:nvPr>
            <p:ph type="ftr" sz="quarter" idx="11"/>
          </p:nvPr>
        </p:nvSpPr>
        <p:spPr>
          <a:xfrm>
            <a:off x="3108960" y="4783455"/>
            <a:ext cx="2926080" cy="276999"/>
          </a:xfrm>
        </p:spPr>
        <p:txBody>
          <a:bodyPr/>
          <a:lstStyle>
            <a:lvl1pPr>
              <a:defRPr>
                <a:latin typeface="Franklin Gothic Book" panose="020B0503020102020204" pitchFamily="34" charset="0"/>
              </a:defRPr>
            </a:lvl1pPr>
          </a:lstStyle>
          <a:p>
            <a:endParaRPr lang="en-US"/>
          </a:p>
        </p:txBody>
      </p:sp>
      <p:sp>
        <p:nvSpPr>
          <p:cNvPr id="9" name="Slide Number Placeholder 8">
            <a:extLst>
              <a:ext uri="{FF2B5EF4-FFF2-40B4-BE49-F238E27FC236}">
                <a16:creationId xmlns:a16="http://schemas.microsoft.com/office/drawing/2014/main" id="{9E878DBB-345F-A543-8D55-A750F5F03716}"/>
              </a:ext>
            </a:extLst>
          </p:cNvPr>
          <p:cNvSpPr>
            <a:spLocks noGrp="1"/>
          </p:cNvSpPr>
          <p:nvPr>
            <p:ph type="sldNum" sz="quarter" idx="12"/>
          </p:nvPr>
        </p:nvSpPr>
        <p:spPr>
          <a:xfrm>
            <a:off x="6583680" y="4783455"/>
            <a:ext cx="2103120" cy="276999"/>
          </a:xfrm>
        </p:spPr>
        <p:txBody>
          <a:bodyPr/>
          <a:lstStyle>
            <a:lvl1pPr>
              <a:defRPr>
                <a:latin typeface="Franklin Gothic Book" panose="020B0503020102020204" pitchFamily="34" charset="0"/>
              </a:defRPr>
            </a:lvl1pPr>
          </a:lstStyle>
          <a:p>
            <a:fld id="{519D767B-9CD1-C444-BAB4-F980E50E549D}" type="slidenum">
              <a:rPr lang="en-US" smtClean="0"/>
              <a:pPr/>
              <a:t>‹#›</a:t>
            </a:fld>
            <a:endParaRPr lang="en-US"/>
          </a:p>
        </p:txBody>
      </p:sp>
      <p:sp>
        <p:nvSpPr>
          <p:cNvPr id="10" name="bk object 16">
            <a:extLst>
              <a:ext uri="{FF2B5EF4-FFF2-40B4-BE49-F238E27FC236}">
                <a16:creationId xmlns:a16="http://schemas.microsoft.com/office/drawing/2014/main" id="{538FC607-4D84-2043-999D-D243BC2016A2}"/>
              </a:ext>
            </a:extLst>
          </p:cNvPr>
          <p:cNvSpPr/>
          <p:nvPr userDrawn="1"/>
        </p:nvSpPr>
        <p:spPr>
          <a:xfrm>
            <a:off x="4199404" y="4411980"/>
            <a:ext cx="745191" cy="742949"/>
          </a:xfrm>
          <a:prstGeom prst="rect">
            <a:avLst/>
          </a:prstGeom>
          <a:blipFill>
            <a:blip r:embed="rId2" cstate="print"/>
            <a:stretch>
              <a:fillRect/>
            </a:stretch>
          </a:blipFill>
        </p:spPr>
        <p:txBody>
          <a:bodyPr wrap="square" lIns="0" tIns="0" rIns="0" bIns="0" rtlCol="0"/>
          <a:lstStyle/>
          <a:p>
            <a:endParaRPr sz="1800"/>
          </a:p>
        </p:txBody>
      </p:sp>
    </p:spTree>
    <p:extLst>
      <p:ext uri="{BB962C8B-B14F-4D97-AF65-F5344CB8AC3E}">
        <p14:creationId xmlns:p14="http://schemas.microsoft.com/office/powerpoint/2010/main" val="2370914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Pag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665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g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39781" y="522585"/>
            <a:ext cx="5963025" cy="475258"/>
          </a:xfrm>
          <a:prstGeom prst="rect">
            <a:avLst/>
          </a:prstGeom>
        </p:spPr>
        <p:txBody>
          <a:bodyPr/>
          <a:lstStyle>
            <a:lvl1pPr marL="0" indent="0" algn="l">
              <a:buNone/>
              <a:defRPr sz="1500">
                <a:solidFill>
                  <a:srgbClr val="1D5A79"/>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8" name="Text Placeholder 7"/>
          <p:cNvSpPr>
            <a:spLocks noGrp="1"/>
          </p:cNvSpPr>
          <p:nvPr>
            <p:ph type="body" sz="quarter" idx="12" hasCustomPrompt="1"/>
          </p:nvPr>
        </p:nvSpPr>
        <p:spPr>
          <a:xfrm>
            <a:off x="1839780" y="1034877"/>
            <a:ext cx="6375180" cy="3586039"/>
          </a:xfrm>
          <a:prstGeom prst="rect">
            <a:avLst/>
          </a:prstGeom>
        </p:spPr>
        <p:txBody>
          <a:bodyPr/>
          <a:lstStyle>
            <a:lvl1pPr marL="0" marR="0" indent="0" algn="just" defTabSz="685800" rtl="0" eaLnBrk="1" fontAlgn="auto" latinLnBrk="0" hangingPunct="1">
              <a:lnSpc>
                <a:spcPts val="1275"/>
              </a:lnSpc>
              <a:spcBef>
                <a:spcPct val="20000"/>
              </a:spcBef>
              <a:spcAft>
                <a:spcPts val="0"/>
              </a:spcAft>
              <a:buClrTx/>
              <a:buSzTx/>
              <a:buFont typeface="Arial" pitchFamily="34" charset="0"/>
              <a:buNone/>
              <a:tabLst/>
              <a:defRPr lang="en-US" sz="1013" smtClean="0">
                <a:solidFill>
                  <a:schemeClr val="accent3"/>
                </a:solidFill>
                <a:effectLst/>
                <a:latin typeface="Palatino Linotype" pitchFamily="18" charset="0"/>
                <a:cs typeface="Palatino Linotype" pitchFamily="18" charset="0"/>
              </a:defRPr>
            </a:lvl1pPr>
          </a:lstStyle>
          <a:p>
            <a:pPr marL="0" marR="0" lvl="0" indent="0" algn="l" defTabSz="685800" rtl="0" eaLnBrk="1" fontAlgn="auto" latinLnBrk="0" hangingPunct="1">
              <a:lnSpc>
                <a:spcPts val="1350"/>
              </a:lnSpc>
              <a:spcBef>
                <a:spcPct val="20000"/>
              </a:spcBef>
              <a:spcAft>
                <a:spcPts val="0"/>
              </a:spcAft>
              <a:buClrTx/>
              <a:buSzTx/>
              <a:buFont typeface="Arial" pitchFamily="34" charset="0"/>
              <a:buNone/>
              <a:tabLst/>
              <a:defRPr/>
            </a:pPr>
            <a:r>
              <a:rPr lang="en-US" dirty="0"/>
              <a:t>Click to edit Master text style. </a:t>
            </a:r>
          </a:p>
        </p:txBody>
      </p:sp>
    </p:spTree>
    <p:extLst>
      <p:ext uri="{BB962C8B-B14F-4D97-AF65-F5344CB8AC3E}">
        <p14:creationId xmlns:p14="http://schemas.microsoft.com/office/powerpoint/2010/main" val="3842124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Pag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885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ate Burda &amp; Co. - Title 3">
    <p:spTree>
      <p:nvGrpSpPr>
        <p:cNvPr id="1" name=""/>
        <p:cNvGrpSpPr/>
        <p:nvPr/>
      </p:nvGrpSpPr>
      <p:grpSpPr>
        <a:xfrm>
          <a:off x="0" y="0"/>
          <a:ext cx="0" cy="0"/>
          <a:chOff x="0" y="0"/>
          <a:chExt cx="0" cy="0"/>
        </a:xfrm>
      </p:grpSpPr>
      <p:sp>
        <p:nvSpPr>
          <p:cNvPr id="8" name="Rectangle 7"/>
          <p:cNvSpPr/>
          <p:nvPr userDrawn="1"/>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 name="Rectangle 8"/>
          <p:cNvSpPr/>
          <p:nvPr userDrawn="1"/>
        </p:nvSpPr>
        <p:spPr>
          <a:xfrm>
            <a:off x="0" y="685800"/>
            <a:ext cx="9144000" cy="44577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rgbClr val="CAC8C8"/>
              </a:solidFill>
            </a:endParaRPr>
          </a:p>
        </p:txBody>
      </p:sp>
      <p:sp>
        <p:nvSpPr>
          <p:cNvPr id="15" name="Picture Placeholder 14"/>
          <p:cNvSpPr>
            <a:spLocks noGrp="1"/>
          </p:cNvSpPr>
          <p:nvPr>
            <p:ph type="pic" sz="quarter" idx="10"/>
          </p:nvPr>
        </p:nvSpPr>
        <p:spPr>
          <a:xfrm>
            <a:off x="0" y="685800"/>
            <a:ext cx="9144000" cy="4457700"/>
          </a:xfrm>
        </p:spPr>
        <p:txBody>
          <a:bodyPr/>
          <a:lstStyle/>
          <a:p>
            <a:endParaRPr lang="en-US"/>
          </a:p>
        </p:txBody>
      </p:sp>
      <p:sp>
        <p:nvSpPr>
          <p:cNvPr id="11" name="Title 1"/>
          <p:cNvSpPr>
            <a:spLocks noGrp="1"/>
          </p:cNvSpPr>
          <p:nvPr>
            <p:ph type="ctrTitle" hasCustomPrompt="1"/>
          </p:nvPr>
        </p:nvSpPr>
        <p:spPr>
          <a:xfrm>
            <a:off x="1143000" y="171451"/>
            <a:ext cx="7772400" cy="323165"/>
          </a:xfrm>
        </p:spPr>
        <p:txBody>
          <a:bodyPr/>
          <a:lstStyle>
            <a:lvl1pPr algn="r">
              <a:defRPr sz="1575" b="1" baseline="0">
                <a:solidFill>
                  <a:srgbClr val="8A8C8C"/>
                </a:solidFill>
                <a:latin typeface="Franklin Gothic Book" panose="020B0503020102020204" pitchFamily="34" charset="0"/>
              </a:defRPr>
            </a:lvl1pPr>
          </a:lstStyle>
          <a:p>
            <a:r>
              <a:rPr lang="en-US" dirty="0"/>
              <a:t>Click to Insert Title Here</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145" y="-537260"/>
            <a:ext cx="1295522" cy="1817468"/>
          </a:xfrm>
          <a:prstGeom prst="rect">
            <a:avLst/>
          </a:prstGeom>
        </p:spPr>
      </p:pic>
      <p:sp>
        <p:nvSpPr>
          <p:cNvPr id="7" name="Holder 4">
            <a:extLst>
              <a:ext uri="{FF2B5EF4-FFF2-40B4-BE49-F238E27FC236}">
                <a16:creationId xmlns:a16="http://schemas.microsoft.com/office/drawing/2014/main" id="{9581F233-BCDC-1D47-8FFD-154F2846ECEA}"/>
              </a:ext>
            </a:extLst>
          </p:cNvPr>
          <p:cNvSpPr>
            <a:spLocks noGrp="1"/>
          </p:cNvSpPr>
          <p:nvPr>
            <p:ph type="sldNum" sz="quarter" idx="7"/>
          </p:nvPr>
        </p:nvSpPr>
        <p:spPr>
          <a:xfrm>
            <a:off x="8382000" y="4783455"/>
            <a:ext cx="304800" cy="184666"/>
          </a:xfrm>
        </p:spPr>
        <p:txBody>
          <a:bodyPr lIns="0" tIns="0" rIns="0" bIns="0"/>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7640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41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a:extLst>
              <a:ext uri="{FF2B5EF4-FFF2-40B4-BE49-F238E27FC236}">
                <a16:creationId xmlns:a16="http://schemas.microsoft.com/office/drawing/2014/main" id="{6DBFB149-21F3-43A0-BCBA-7F533E81453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3E720B6-87B7-44CC-9472-EBF5A775DC4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E1DD30B-73BF-4293-B13D-C2E43FA4C90C}"/>
              </a:ext>
            </a:extLst>
          </p:cNvPr>
          <p:cNvSpPr>
            <a:spLocks noGrp="1" noChangeArrowheads="1"/>
          </p:cNvSpPr>
          <p:nvPr>
            <p:ph type="sldNum" sz="quarter" idx="12"/>
          </p:nvPr>
        </p:nvSpPr>
        <p:spPr>
          <a:ln/>
        </p:spPr>
        <p:txBody>
          <a:bodyPr/>
          <a:lstStyle>
            <a:lvl1pPr>
              <a:defRPr/>
            </a:lvl1pPr>
          </a:lstStyle>
          <a:p>
            <a:fld id="{54D71028-BE51-4259-AD91-E6F45F2C024C}" type="slidenum">
              <a:rPr lang="en-US" altLang="en-US"/>
              <a:pPr/>
              <a:t>‹#›</a:t>
            </a:fld>
            <a:endParaRPr lang="en-US" altLang="en-US"/>
          </a:p>
        </p:txBody>
      </p:sp>
    </p:spTree>
    <p:extLst>
      <p:ext uri="{BB962C8B-B14F-4D97-AF65-F5344CB8AC3E}">
        <p14:creationId xmlns:p14="http://schemas.microsoft.com/office/powerpoint/2010/main" val="329735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CA"/>
          </a:p>
        </p:txBody>
      </p:sp>
      <p:sp>
        <p:nvSpPr>
          <p:cNvPr id="3" name="Text Placeholder 2"/>
          <p:cNvSpPr>
            <a:spLocks noGrp="1"/>
          </p:cNvSpPr>
          <p:nvPr>
            <p:ph type="body" idx="1"/>
          </p:nvPr>
        </p:nvSpPr>
        <p:spPr>
          <a:xfrm>
            <a:off x="623888" y="3442098"/>
            <a:ext cx="7886700" cy="1125140"/>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
        <p:nvSpPr>
          <p:cNvPr id="4" name="Rectangle 4">
            <a:extLst>
              <a:ext uri="{FF2B5EF4-FFF2-40B4-BE49-F238E27FC236}">
                <a16:creationId xmlns:a16="http://schemas.microsoft.com/office/drawing/2014/main" id="{EB7443E4-0DF1-4048-9A10-1FBAE75D17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0F1920C-1E34-4F20-8C3B-2D8F6CAD7E7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CAA293B-F7DB-4368-BD59-D54428A2536D}"/>
              </a:ext>
            </a:extLst>
          </p:cNvPr>
          <p:cNvSpPr>
            <a:spLocks noGrp="1" noChangeArrowheads="1"/>
          </p:cNvSpPr>
          <p:nvPr>
            <p:ph type="sldNum" sz="quarter" idx="12"/>
          </p:nvPr>
        </p:nvSpPr>
        <p:spPr>
          <a:ln/>
        </p:spPr>
        <p:txBody>
          <a:bodyPr/>
          <a:lstStyle>
            <a:lvl1pPr>
              <a:defRPr/>
            </a:lvl1pPr>
          </a:lstStyle>
          <a:p>
            <a:fld id="{A18650B2-D8E8-49E5-9B0A-DFC79D9E5D69}" type="slidenum">
              <a:rPr lang="en-US" altLang="en-US"/>
              <a:pPr/>
              <a:t>‹#›</a:t>
            </a:fld>
            <a:endParaRPr lang="en-US" altLang="en-US"/>
          </a:p>
        </p:txBody>
      </p:sp>
    </p:spTree>
    <p:extLst>
      <p:ext uri="{BB962C8B-B14F-4D97-AF65-F5344CB8AC3E}">
        <p14:creationId xmlns:p14="http://schemas.microsoft.com/office/powerpoint/2010/main" val="1860474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228600" y="1143000"/>
            <a:ext cx="426720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26720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Rectangle 4">
            <a:extLst>
              <a:ext uri="{FF2B5EF4-FFF2-40B4-BE49-F238E27FC236}">
                <a16:creationId xmlns:a16="http://schemas.microsoft.com/office/drawing/2014/main" id="{E42DD31A-0772-4FA6-8A79-8FBD2CCFDCA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3B4265D-3B0B-4FB1-8E1E-88D02A86BE8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093909D8-4A44-4182-9376-945C454D7B9D}"/>
              </a:ext>
            </a:extLst>
          </p:cNvPr>
          <p:cNvSpPr>
            <a:spLocks noGrp="1" noChangeArrowheads="1"/>
          </p:cNvSpPr>
          <p:nvPr>
            <p:ph type="sldNum" sz="quarter" idx="12"/>
          </p:nvPr>
        </p:nvSpPr>
        <p:spPr>
          <a:ln/>
        </p:spPr>
        <p:txBody>
          <a:bodyPr/>
          <a:lstStyle>
            <a:lvl1pPr>
              <a:defRPr/>
            </a:lvl1pPr>
          </a:lstStyle>
          <a:p>
            <a:fld id="{4A3476F0-CD0E-4BF9-8CB4-5BADDBEE7D0F}" type="slidenum">
              <a:rPr lang="en-US" altLang="en-US"/>
              <a:pPr/>
              <a:t>‹#›</a:t>
            </a:fld>
            <a:endParaRPr lang="en-US" altLang="en-US"/>
          </a:p>
        </p:txBody>
      </p:sp>
    </p:spTree>
    <p:extLst>
      <p:ext uri="{BB962C8B-B14F-4D97-AF65-F5344CB8AC3E}">
        <p14:creationId xmlns:p14="http://schemas.microsoft.com/office/powerpoint/2010/main" val="1691395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3844"/>
            <a:ext cx="7886700" cy="994172"/>
          </a:xfrm>
        </p:spPr>
        <p:txBody>
          <a:bodyPr/>
          <a:lstStyle/>
          <a:p>
            <a:r>
              <a:rPr lang="en-US"/>
              <a:t>Click to edit Master title style</a:t>
            </a:r>
            <a:endParaRPr lang="en-CA"/>
          </a:p>
        </p:txBody>
      </p:sp>
      <p:sp>
        <p:nvSpPr>
          <p:cNvPr id="3" name="Text Placeholder 2"/>
          <p:cNvSpPr>
            <a:spLocks noGrp="1"/>
          </p:cNvSpPr>
          <p:nvPr>
            <p:ph type="body" idx="1"/>
          </p:nvPr>
        </p:nvSpPr>
        <p:spPr>
          <a:xfrm>
            <a:off x="630239" y="1260872"/>
            <a:ext cx="3868737"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30239" y="1878806"/>
            <a:ext cx="3868737"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29150" y="1260872"/>
            <a:ext cx="3887788"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788"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Rectangle 4">
            <a:extLst>
              <a:ext uri="{FF2B5EF4-FFF2-40B4-BE49-F238E27FC236}">
                <a16:creationId xmlns:a16="http://schemas.microsoft.com/office/drawing/2014/main" id="{0D76FDFE-FCE7-46D8-ACCB-FBC6251B65F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C5096137-6494-401C-B181-E91FE77EEBE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693F1272-81D0-423A-8C24-BA9E289C5B50}"/>
              </a:ext>
            </a:extLst>
          </p:cNvPr>
          <p:cNvSpPr>
            <a:spLocks noGrp="1" noChangeArrowheads="1"/>
          </p:cNvSpPr>
          <p:nvPr>
            <p:ph type="sldNum" sz="quarter" idx="12"/>
          </p:nvPr>
        </p:nvSpPr>
        <p:spPr>
          <a:ln/>
        </p:spPr>
        <p:txBody>
          <a:bodyPr/>
          <a:lstStyle>
            <a:lvl1pPr>
              <a:defRPr/>
            </a:lvl1pPr>
          </a:lstStyle>
          <a:p>
            <a:fld id="{17DCB637-2D88-4884-918E-B32BE658346F}" type="slidenum">
              <a:rPr lang="en-US" altLang="en-US"/>
              <a:pPr/>
              <a:t>‹#›</a:t>
            </a:fld>
            <a:endParaRPr lang="en-US" altLang="en-US"/>
          </a:p>
        </p:txBody>
      </p:sp>
    </p:spTree>
    <p:extLst>
      <p:ext uri="{BB962C8B-B14F-4D97-AF65-F5344CB8AC3E}">
        <p14:creationId xmlns:p14="http://schemas.microsoft.com/office/powerpoint/2010/main" val="141277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Rectangle 4">
            <a:extLst>
              <a:ext uri="{FF2B5EF4-FFF2-40B4-BE49-F238E27FC236}">
                <a16:creationId xmlns:a16="http://schemas.microsoft.com/office/drawing/2014/main" id="{F6051573-1F5E-4A4C-94F1-9445CE5779B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3489C987-4A68-4C01-A9D0-EA936EAB8FA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226725FF-195B-4D20-9966-3F499E96B7EA}"/>
              </a:ext>
            </a:extLst>
          </p:cNvPr>
          <p:cNvSpPr>
            <a:spLocks noGrp="1" noChangeArrowheads="1"/>
          </p:cNvSpPr>
          <p:nvPr>
            <p:ph type="sldNum" sz="quarter" idx="12"/>
          </p:nvPr>
        </p:nvSpPr>
        <p:spPr>
          <a:ln/>
        </p:spPr>
        <p:txBody>
          <a:bodyPr/>
          <a:lstStyle>
            <a:lvl1pPr>
              <a:defRPr/>
            </a:lvl1pPr>
          </a:lstStyle>
          <a:p>
            <a:fld id="{1630EADD-DA91-49EA-8A01-F205399EB843}" type="slidenum">
              <a:rPr lang="en-US" altLang="en-US"/>
              <a:pPr/>
              <a:t>‹#›</a:t>
            </a:fld>
            <a:endParaRPr lang="en-US" altLang="en-US"/>
          </a:p>
        </p:txBody>
      </p:sp>
    </p:spTree>
    <p:extLst>
      <p:ext uri="{BB962C8B-B14F-4D97-AF65-F5344CB8AC3E}">
        <p14:creationId xmlns:p14="http://schemas.microsoft.com/office/powerpoint/2010/main" val="27486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8F09817-EF0F-4279-9559-9E804FC8E39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DDCBCD3F-47FF-4239-9BA4-598E242377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D40FC8CC-2169-456A-BD6C-29F3C8959A77}"/>
              </a:ext>
            </a:extLst>
          </p:cNvPr>
          <p:cNvSpPr>
            <a:spLocks noGrp="1" noChangeArrowheads="1"/>
          </p:cNvSpPr>
          <p:nvPr>
            <p:ph type="sldNum" sz="quarter" idx="12"/>
          </p:nvPr>
        </p:nvSpPr>
        <p:spPr>
          <a:ln/>
        </p:spPr>
        <p:txBody>
          <a:bodyPr/>
          <a:lstStyle>
            <a:lvl1pPr>
              <a:defRPr/>
            </a:lvl1pPr>
          </a:lstStyle>
          <a:p>
            <a:fld id="{530BC8FA-06C2-4868-A8FD-51CF5E2D71F6}" type="slidenum">
              <a:rPr lang="en-US" altLang="en-US"/>
              <a:pPr/>
              <a:t>‹#›</a:t>
            </a:fld>
            <a:endParaRPr lang="en-US" altLang="en-US"/>
          </a:p>
        </p:txBody>
      </p:sp>
    </p:spTree>
    <p:extLst>
      <p:ext uri="{BB962C8B-B14F-4D97-AF65-F5344CB8AC3E}">
        <p14:creationId xmlns:p14="http://schemas.microsoft.com/office/powerpoint/2010/main" val="94576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342900"/>
            <a:ext cx="2949575" cy="1200150"/>
          </a:xfrm>
        </p:spPr>
        <p:txBody>
          <a:bodyPr anchor="b"/>
          <a:lstStyle>
            <a:lvl1pPr>
              <a:defRPr sz="2400"/>
            </a:lvl1pPr>
          </a:lstStyle>
          <a:p>
            <a:r>
              <a:rPr lang="en-US"/>
              <a:t>Click to edit Master title style</a:t>
            </a:r>
            <a:endParaRPr lang="en-CA"/>
          </a:p>
        </p:txBody>
      </p:sp>
      <p:sp>
        <p:nvSpPr>
          <p:cNvPr id="3" name="Content Placeholder 2"/>
          <p:cNvSpPr>
            <a:spLocks noGrp="1"/>
          </p:cNvSpPr>
          <p:nvPr>
            <p:ph idx="1"/>
          </p:nvPr>
        </p:nvSpPr>
        <p:spPr>
          <a:xfrm>
            <a:off x="3887788"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Rectangle 4">
            <a:extLst>
              <a:ext uri="{FF2B5EF4-FFF2-40B4-BE49-F238E27FC236}">
                <a16:creationId xmlns:a16="http://schemas.microsoft.com/office/drawing/2014/main" id="{C8AFD154-B9B6-4B9C-A6C0-0819D83FCE8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0883C9C8-7717-44BF-AC4E-1409A60B71C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17C65DC4-4D09-4A21-9F55-F025A211ECBA}"/>
              </a:ext>
            </a:extLst>
          </p:cNvPr>
          <p:cNvSpPr>
            <a:spLocks noGrp="1" noChangeArrowheads="1"/>
          </p:cNvSpPr>
          <p:nvPr>
            <p:ph type="sldNum" sz="quarter" idx="12"/>
          </p:nvPr>
        </p:nvSpPr>
        <p:spPr>
          <a:ln/>
        </p:spPr>
        <p:txBody>
          <a:bodyPr/>
          <a:lstStyle>
            <a:lvl1pPr>
              <a:defRPr/>
            </a:lvl1pPr>
          </a:lstStyle>
          <a:p>
            <a:fld id="{4CAAD5E2-CF0B-43E4-BE66-D56599B60CB5}" type="slidenum">
              <a:rPr lang="en-US" altLang="en-US"/>
              <a:pPr/>
              <a:t>‹#›</a:t>
            </a:fld>
            <a:endParaRPr lang="en-US" altLang="en-US"/>
          </a:p>
        </p:txBody>
      </p:sp>
    </p:spTree>
    <p:extLst>
      <p:ext uri="{BB962C8B-B14F-4D97-AF65-F5344CB8AC3E}">
        <p14:creationId xmlns:p14="http://schemas.microsoft.com/office/powerpoint/2010/main" val="3141616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342900"/>
            <a:ext cx="2949575" cy="1200150"/>
          </a:xfrm>
        </p:spPr>
        <p:txBody>
          <a:bodyPr anchor="b"/>
          <a:lstStyle>
            <a:lvl1pPr>
              <a:defRPr sz="2400"/>
            </a:lvl1pPr>
          </a:lstStyle>
          <a:p>
            <a:r>
              <a:rPr lang="en-US"/>
              <a:t>Click to edit Master title style</a:t>
            </a:r>
            <a:endParaRPr lang="en-CA"/>
          </a:p>
        </p:txBody>
      </p:sp>
      <p:sp>
        <p:nvSpPr>
          <p:cNvPr id="3" name="Picture Placeholder 2"/>
          <p:cNvSpPr>
            <a:spLocks noGrp="1"/>
          </p:cNvSpPr>
          <p:nvPr>
            <p:ph type="pic" idx="1"/>
          </p:nvPr>
        </p:nvSpPr>
        <p:spPr>
          <a:xfrm>
            <a:off x="3887788"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CA" noProof="0"/>
          </a:p>
        </p:txBody>
      </p:sp>
      <p:sp>
        <p:nvSpPr>
          <p:cNvPr id="4" name="Text Placeholder 3"/>
          <p:cNvSpPr>
            <a:spLocks noGrp="1"/>
          </p:cNvSpPr>
          <p:nvPr>
            <p:ph type="body" sz="half" idx="2"/>
          </p:nvPr>
        </p:nvSpPr>
        <p:spPr>
          <a:xfrm>
            <a:off x="630239"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Rectangle 4">
            <a:extLst>
              <a:ext uri="{FF2B5EF4-FFF2-40B4-BE49-F238E27FC236}">
                <a16:creationId xmlns:a16="http://schemas.microsoft.com/office/drawing/2014/main" id="{0A27225C-6740-47FD-8769-03787FC9015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B70DDA6D-84D7-4A75-B12D-CF37A2DF7A3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BE0C25D4-0A7B-473B-B2B8-9F2DE1C98135}"/>
              </a:ext>
            </a:extLst>
          </p:cNvPr>
          <p:cNvSpPr>
            <a:spLocks noGrp="1" noChangeArrowheads="1"/>
          </p:cNvSpPr>
          <p:nvPr>
            <p:ph type="sldNum" sz="quarter" idx="12"/>
          </p:nvPr>
        </p:nvSpPr>
        <p:spPr>
          <a:ln/>
        </p:spPr>
        <p:txBody>
          <a:bodyPr/>
          <a:lstStyle>
            <a:lvl1pPr>
              <a:defRPr/>
            </a:lvl1pPr>
          </a:lstStyle>
          <a:p>
            <a:fld id="{07C72A58-5CA2-4231-ADDE-D38EC35607EF}" type="slidenum">
              <a:rPr lang="en-US" altLang="en-US"/>
              <a:pPr/>
              <a:t>‹#›</a:t>
            </a:fld>
            <a:endParaRPr lang="en-US" altLang="en-US"/>
          </a:p>
        </p:txBody>
      </p:sp>
    </p:spTree>
    <p:extLst>
      <p:ext uri="{BB962C8B-B14F-4D97-AF65-F5344CB8AC3E}">
        <p14:creationId xmlns:p14="http://schemas.microsoft.com/office/powerpoint/2010/main" val="679156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a:extLst>
              <a:ext uri="{FF2B5EF4-FFF2-40B4-BE49-F238E27FC236}">
                <a16:creationId xmlns:a16="http://schemas.microsoft.com/office/drawing/2014/main" id="{2DD2175A-F5DF-4E47-A450-F0309AC591B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28BD656F-F71C-4BF8-A28C-4F3E6A2BDA0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5E85F3B5-481E-4F2D-9488-8F88F42CF95C}"/>
              </a:ext>
            </a:extLst>
          </p:cNvPr>
          <p:cNvSpPr>
            <a:spLocks noGrp="1" noChangeArrowheads="1"/>
          </p:cNvSpPr>
          <p:nvPr>
            <p:ph type="sldNum" sz="quarter" idx="12"/>
          </p:nvPr>
        </p:nvSpPr>
        <p:spPr>
          <a:ln/>
        </p:spPr>
        <p:txBody>
          <a:bodyPr/>
          <a:lstStyle>
            <a:lvl1pPr>
              <a:defRPr/>
            </a:lvl1pPr>
          </a:lstStyle>
          <a:p>
            <a:fld id="{53009464-2579-42C6-B04D-A18524E28231}" type="slidenum">
              <a:rPr lang="en-US" altLang="en-US"/>
              <a:pPr/>
              <a:t>‹#›</a:t>
            </a:fld>
            <a:endParaRPr lang="en-US" altLang="en-US"/>
          </a:p>
        </p:txBody>
      </p:sp>
    </p:spTree>
    <p:extLst>
      <p:ext uri="{BB962C8B-B14F-4D97-AF65-F5344CB8AC3E}">
        <p14:creationId xmlns:p14="http://schemas.microsoft.com/office/powerpoint/2010/main" val="10172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71450"/>
            <a:ext cx="2171700" cy="440055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228600" y="171450"/>
            <a:ext cx="636270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a:extLst>
              <a:ext uri="{FF2B5EF4-FFF2-40B4-BE49-F238E27FC236}">
                <a16:creationId xmlns:a16="http://schemas.microsoft.com/office/drawing/2014/main" id="{52ADC288-E4AC-4D3D-B44E-2E6D80C6C91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96EF953B-8C5B-42C4-8561-F16175EF40A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F05E6AA-10A1-4028-BF8E-4BDA27A4A75C}"/>
              </a:ext>
            </a:extLst>
          </p:cNvPr>
          <p:cNvSpPr>
            <a:spLocks noGrp="1" noChangeArrowheads="1"/>
          </p:cNvSpPr>
          <p:nvPr>
            <p:ph type="sldNum" sz="quarter" idx="12"/>
          </p:nvPr>
        </p:nvSpPr>
        <p:spPr>
          <a:ln/>
        </p:spPr>
        <p:txBody>
          <a:bodyPr/>
          <a:lstStyle>
            <a:lvl1pPr>
              <a:defRPr/>
            </a:lvl1pPr>
          </a:lstStyle>
          <a:p>
            <a:fld id="{38BBFF92-9145-4AF6-9C0B-B85795AA4CE9}" type="slidenum">
              <a:rPr lang="en-US" altLang="en-US"/>
              <a:pPr/>
              <a:t>‹#›</a:t>
            </a:fld>
            <a:endParaRPr lang="en-US" altLang="en-US"/>
          </a:p>
        </p:txBody>
      </p:sp>
    </p:spTree>
    <p:extLst>
      <p:ext uri="{BB962C8B-B14F-4D97-AF65-F5344CB8AC3E}">
        <p14:creationId xmlns:p14="http://schemas.microsoft.com/office/powerpoint/2010/main" val="3721296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171450"/>
            <a:ext cx="7772400" cy="800100"/>
          </a:xfrm>
        </p:spPr>
        <p:txBody>
          <a:bodyPr/>
          <a:lstStyle/>
          <a:p>
            <a:r>
              <a:rPr lang="en-US"/>
              <a:t>Click to edit Master title style</a:t>
            </a:r>
            <a:endParaRPr lang="en-CA"/>
          </a:p>
        </p:txBody>
      </p:sp>
      <p:sp>
        <p:nvSpPr>
          <p:cNvPr id="3" name="Content Placeholder 2"/>
          <p:cNvSpPr>
            <a:spLocks noGrp="1"/>
          </p:cNvSpPr>
          <p:nvPr>
            <p:ph sz="quarter" idx="1"/>
          </p:nvPr>
        </p:nvSpPr>
        <p:spPr>
          <a:xfrm>
            <a:off x="228600" y="1143000"/>
            <a:ext cx="4267200" cy="1657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648200" y="1143000"/>
            <a:ext cx="4267200" cy="1657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228600" y="2914650"/>
            <a:ext cx="4267200" cy="1657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4648200" y="2914650"/>
            <a:ext cx="4267200" cy="1657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Rectangle 4">
            <a:extLst>
              <a:ext uri="{FF2B5EF4-FFF2-40B4-BE49-F238E27FC236}">
                <a16:creationId xmlns:a16="http://schemas.microsoft.com/office/drawing/2014/main" id="{90399E20-CFD1-41F9-8910-C0A3C09CE58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332BDA9D-B41C-483E-9D30-4211086F10E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70CCB471-4E2F-470B-9A3A-96C9FC4DC7DE}"/>
              </a:ext>
            </a:extLst>
          </p:cNvPr>
          <p:cNvSpPr>
            <a:spLocks noGrp="1" noChangeArrowheads="1"/>
          </p:cNvSpPr>
          <p:nvPr>
            <p:ph type="sldNum" sz="quarter" idx="12"/>
          </p:nvPr>
        </p:nvSpPr>
        <p:spPr>
          <a:ln/>
        </p:spPr>
        <p:txBody>
          <a:bodyPr/>
          <a:lstStyle>
            <a:lvl1pPr>
              <a:defRPr/>
            </a:lvl1pPr>
          </a:lstStyle>
          <a:p>
            <a:fld id="{6AF10D5C-C67C-4C59-9DBC-0855013DAB99}" type="slidenum">
              <a:rPr lang="en-US" altLang="en-US"/>
              <a:pPr/>
              <a:t>‹#›</a:t>
            </a:fld>
            <a:endParaRPr lang="en-US" altLang="en-US"/>
          </a:p>
        </p:txBody>
      </p:sp>
    </p:spTree>
    <p:extLst>
      <p:ext uri="{BB962C8B-B14F-4D97-AF65-F5344CB8AC3E}">
        <p14:creationId xmlns:p14="http://schemas.microsoft.com/office/powerpoint/2010/main" val="243390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171450"/>
            <a:ext cx="7772400" cy="800100"/>
          </a:xfrm>
        </p:spPr>
        <p:txBody>
          <a:bodyPr/>
          <a:lstStyle/>
          <a:p>
            <a:r>
              <a:rPr lang="en-US"/>
              <a:t>Click to edit Master title style</a:t>
            </a:r>
            <a:endParaRPr lang="en-CA"/>
          </a:p>
        </p:txBody>
      </p:sp>
      <p:sp>
        <p:nvSpPr>
          <p:cNvPr id="3" name="Content Placeholder 2"/>
          <p:cNvSpPr>
            <a:spLocks noGrp="1"/>
          </p:cNvSpPr>
          <p:nvPr>
            <p:ph sz="half" idx="1"/>
          </p:nvPr>
        </p:nvSpPr>
        <p:spPr>
          <a:xfrm>
            <a:off x="228600" y="1143000"/>
            <a:ext cx="426720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648200" y="1143000"/>
            <a:ext cx="426720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Rectangle 4">
            <a:extLst>
              <a:ext uri="{FF2B5EF4-FFF2-40B4-BE49-F238E27FC236}">
                <a16:creationId xmlns:a16="http://schemas.microsoft.com/office/drawing/2014/main" id="{3590D57C-9953-4C3D-AD8B-EC070096AAB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02CE8A3-0AE7-4492-A231-32B4F98E49B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24EE7B9B-526D-4D64-B424-BD78BA7E2FE4}"/>
              </a:ext>
            </a:extLst>
          </p:cNvPr>
          <p:cNvSpPr>
            <a:spLocks noGrp="1" noChangeArrowheads="1"/>
          </p:cNvSpPr>
          <p:nvPr>
            <p:ph type="sldNum" sz="quarter" idx="12"/>
          </p:nvPr>
        </p:nvSpPr>
        <p:spPr>
          <a:ln/>
        </p:spPr>
        <p:txBody>
          <a:bodyPr/>
          <a:lstStyle>
            <a:lvl1pPr>
              <a:defRPr/>
            </a:lvl1pPr>
          </a:lstStyle>
          <a:p>
            <a:fld id="{546D3501-177B-4993-9D86-F864DE8F51A8}" type="slidenum">
              <a:rPr lang="en-US" altLang="en-US"/>
              <a:pPr/>
              <a:t>‹#›</a:t>
            </a:fld>
            <a:endParaRPr lang="en-US" altLang="en-US"/>
          </a:p>
        </p:txBody>
      </p:sp>
    </p:spTree>
    <p:extLst>
      <p:ext uri="{BB962C8B-B14F-4D97-AF65-F5344CB8AC3E}">
        <p14:creationId xmlns:p14="http://schemas.microsoft.com/office/powerpoint/2010/main" val="78845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idx="12"/>
          </p:nvPr>
        </p:nvSpPr>
        <p:spPr>
          <a:xfrm>
            <a:off x="457200" y="1028700"/>
            <a:ext cx="5029200" cy="3543300"/>
          </a:xfrm>
        </p:spPr>
        <p:txBody>
          <a:bodyPr/>
          <a:lstStyle>
            <a:lvl1pPr>
              <a:lnSpc>
                <a:spcPts val="2250"/>
              </a:lnSpc>
              <a:spcBef>
                <a:spcPts val="750"/>
              </a:spcBef>
              <a:defRPr sz="1800"/>
            </a:lvl1pPr>
            <a:lvl2pPr>
              <a:lnSpc>
                <a:spcPts val="2250"/>
              </a:lnSpc>
              <a:spcBef>
                <a:spcPts val="750"/>
              </a:spcBef>
              <a:defRPr sz="1500"/>
            </a:lvl2pPr>
            <a:lvl3pPr>
              <a:lnSpc>
                <a:spcPts val="1950"/>
              </a:lnSpc>
              <a:spcBef>
                <a:spcPts val="750"/>
              </a:spcBef>
              <a:defRPr sz="1350"/>
            </a:lvl3pPr>
            <a:lvl4pPr>
              <a:lnSpc>
                <a:spcPts val="2250"/>
              </a:lnSpc>
              <a:spcBef>
                <a:spcPts val="750"/>
              </a:spcBef>
              <a:defRPr sz="1200"/>
            </a:lvl4pPr>
            <a:lvl5pPr>
              <a:lnSpc>
                <a:spcPts val="2250"/>
              </a:lnSpc>
              <a:spcBef>
                <a:spcPts val="75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p:cNvSpPr>
            <a:spLocks noGrp="1"/>
          </p:cNvSpPr>
          <p:nvPr>
            <p:ph type="pic" sz="quarter" idx="13"/>
          </p:nvPr>
        </p:nvSpPr>
        <p:spPr>
          <a:xfrm>
            <a:off x="5715000" y="1028700"/>
            <a:ext cx="2971800" cy="3543300"/>
          </a:xfrm>
        </p:spPr>
        <p:txBody>
          <a:bodyPr rtlCol="0">
            <a:normAutofit/>
          </a:bodyPr>
          <a:lstStyle/>
          <a:p>
            <a:pPr lvl="0"/>
            <a:endParaRPr lang="en-US" noProof="0"/>
          </a:p>
        </p:txBody>
      </p:sp>
    </p:spTree>
    <p:extLst>
      <p:ext uri="{BB962C8B-B14F-4D97-AF65-F5344CB8AC3E}">
        <p14:creationId xmlns:p14="http://schemas.microsoft.com/office/powerpoint/2010/main" val="2203543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8.png"/><Relationship Id="rId2" Type="http://schemas.openxmlformats.org/officeDocument/2006/relationships/slideLayout" Target="../slideLayouts/slideLayout13.xml"/><Relationship Id="rId16" Type="http://schemas.openxmlformats.org/officeDocument/2006/relationships/image" Target="../media/image7.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3.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424126" y="24764"/>
            <a:ext cx="4295749" cy="415498"/>
          </a:xfrm>
          <a:prstGeom prst="rect">
            <a:avLst/>
          </a:prstGeom>
        </p:spPr>
        <p:txBody>
          <a:bodyPr wrap="square" lIns="0" tIns="0" rIns="0" bIns="0">
            <a:spAutoFit/>
          </a:bodyPr>
          <a:lstStyle>
            <a:lvl1pPr>
              <a:defRPr sz="27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a:xfrm>
            <a:off x="292100" y="1268244"/>
            <a:ext cx="8281034" cy="276999"/>
          </a:xfrm>
          <a:prstGeom prst="rect">
            <a:avLst/>
          </a:prstGeom>
        </p:spPr>
        <p:txBody>
          <a:bodyPr wrap="square" lIns="0" tIns="0" rIns="0" bIns="0">
            <a:spAutoFit/>
          </a:bodyPr>
          <a:lstStyle>
            <a:lvl1pPr>
              <a:defRPr sz="1800" b="0" i="0">
                <a:solidFill>
                  <a:schemeClr val="tx1"/>
                </a:solidFill>
                <a:latin typeface="Franklin Gothic Book"/>
                <a:cs typeface="Franklin Gothic Book"/>
              </a:defRPr>
            </a:lvl1pPr>
          </a:lstStyle>
          <a:p>
            <a:endParaRPr/>
          </a:p>
        </p:txBody>
      </p:sp>
      <p:sp>
        <p:nvSpPr>
          <p:cNvPr id="4" name="Holder 4"/>
          <p:cNvSpPr>
            <a:spLocks noGrp="1"/>
          </p:cNvSpPr>
          <p:nvPr>
            <p:ph type="ftr" sz="quarter" idx="5"/>
          </p:nvPr>
        </p:nvSpPr>
        <p:spPr>
          <a:xfrm>
            <a:off x="3108960" y="4783455"/>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11/13/21</a:t>
            </a:fld>
            <a:endParaRPr lang="en-US"/>
          </a:p>
        </p:txBody>
      </p:sp>
      <p:sp>
        <p:nvSpPr>
          <p:cNvPr id="6" name="Holder 6"/>
          <p:cNvSpPr>
            <a:spLocks noGrp="1"/>
          </p:cNvSpPr>
          <p:nvPr>
            <p:ph type="sldNum" sz="quarter" idx="7"/>
          </p:nvPr>
        </p:nvSpPr>
        <p:spPr>
          <a:xfrm>
            <a:off x="6583680" y="4783455"/>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9" r:id="rId8"/>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39780" y="2056028"/>
            <a:ext cx="6375180" cy="857250"/>
          </a:xfrm>
          <a:prstGeom prst="rect">
            <a:avLst/>
          </a:prstGeom>
        </p:spPr>
        <p:txBody>
          <a:bodyPr vert="horz" lIns="91440" tIns="45720" rIns="91440" bIns="45720" rtlCol="0" anchor="ctr">
            <a:normAutofit/>
          </a:bodyPr>
          <a:lstStyle/>
          <a:p>
            <a:r>
              <a:rPr lang="en-US" dirty="0"/>
              <a:t>Click to edit Master title style</a:t>
            </a:r>
          </a:p>
        </p:txBody>
      </p:sp>
      <p:sp>
        <p:nvSpPr>
          <p:cNvPr id="12" name="Rectangle 11"/>
          <p:cNvSpPr/>
          <p:nvPr/>
        </p:nvSpPr>
        <p:spPr>
          <a:xfrm>
            <a:off x="-8458" y="2287143"/>
            <a:ext cx="1359707" cy="2856357"/>
          </a:xfrm>
          <a:prstGeom prst="rect">
            <a:avLst/>
          </a:prstGeom>
          <a:solidFill>
            <a:srgbClr val="1D5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p:cNvSpPr txBox="1"/>
          <p:nvPr/>
        </p:nvSpPr>
        <p:spPr>
          <a:xfrm>
            <a:off x="503829" y="2400986"/>
            <a:ext cx="349198" cy="2685363"/>
          </a:xfrm>
          <a:prstGeom prst="rect">
            <a:avLst/>
          </a:prstGeom>
          <a:noFill/>
        </p:spPr>
        <p:txBody>
          <a:bodyPr vert="vert270" wrap="square" rtlCol="0" anchor="ctr">
            <a:spAutoFit/>
          </a:bodyPr>
          <a:lstStyle/>
          <a:p>
            <a:pPr algn="ctr"/>
            <a:r>
              <a:rPr lang="en-US" sz="1069" b="1">
                <a:solidFill>
                  <a:schemeClr val="bg1"/>
                </a:solidFill>
                <a:latin typeface="Palatino Linotype" pitchFamily="18" charset="0"/>
              </a:rPr>
              <a:t> </a:t>
            </a:r>
            <a:r>
              <a:rPr lang="en-US" sz="1069" b="1" cap="all">
                <a:solidFill>
                  <a:schemeClr val="bg1"/>
                </a:solidFill>
                <a:latin typeface="Palatino Linotype" pitchFamily="18" charset="0"/>
              </a:rPr>
              <a:t>JH Hospitality</a:t>
            </a:r>
          </a:p>
        </p:txBody>
      </p:sp>
      <p:pic>
        <p:nvPicPr>
          <p:cNvPr id="4" name="Picture 3"/>
          <p:cNvPicPr>
            <a:picLocks noChangeAspect="1"/>
          </p:cNvPicPr>
          <p:nvPr/>
        </p:nvPicPr>
        <p:blipFill rotWithShape="1">
          <a:blip r:embed="rId5">
            <a:extLst>
              <a:ext uri="{BEBA8EAE-BF5A-486C-A8C5-ECC9F3942E4B}">
                <a14:imgProps xmlns:a14="http://schemas.microsoft.com/office/drawing/2010/main">
                  <a14:imgLayer r:embed="rId6">
                    <a14:imgEffect>
                      <a14:colorTemperature colorTemp="5900"/>
                    </a14:imgEffect>
                  </a14:imgLayer>
                </a14:imgProps>
              </a:ext>
              <a:ext uri="{28A0092B-C50C-407E-A947-70E740481C1C}">
                <a14:useLocalDpi xmlns:a14="http://schemas.microsoft.com/office/drawing/2010/main" val="0"/>
              </a:ext>
            </a:extLst>
          </a:blip>
          <a:srcRect l="4044" t="5342" r="6241" b="6344"/>
          <a:stretch/>
        </p:blipFill>
        <p:spPr>
          <a:xfrm>
            <a:off x="-2" y="1264183"/>
            <a:ext cx="1351251" cy="1022960"/>
          </a:xfrm>
          <a:prstGeom prst="rect">
            <a:avLst/>
          </a:prstGeom>
        </p:spPr>
      </p:pic>
    </p:spTree>
    <p:extLst>
      <p:ext uri="{BB962C8B-B14F-4D97-AF65-F5344CB8AC3E}">
        <p14:creationId xmlns:p14="http://schemas.microsoft.com/office/powerpoint/2010/main" val="4978479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685800" rtl="0" eaLnBrk="1" latinLnBrk="0" hangingPunct="1">
        <a:spcBef>
          <a:spcPct val="0"/>
        </a:spcBef>
        <a:buNone/>
        <a:defRPr sz="2400" kern="1200" spc="-113">
          <a:solidFill>
            <a:schemeClr val="accent3"/>
          </a:solidFill>
          <a:latin typeface="Palatino Linotype" pitchFamily="18" charset="0"/>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9218" name="Rectangle 9">
            <a:extLst>
              <a:ext uri="{FF2B5EF4-FFF2-40B4-BE49-F238E27FC236}">
                <a16:creationId xmlns:a16="http://schemas.microsoft.com/office/drawing/2014/main" id="{3D14B80D-EB6D-4470-826F-A4DD0503F8B4}"/>
              </a:ext>
            </a:extLst>
          </p:cNvPr>
          <p:cNvSpPr>
            <a:spLocks noChangeArrowheads="1"/>
          </p:cNvSpPr>
          <p:nvPr userDrawn="1"/>
        </p:nvSpPr>
        <p:spPr bwMode="auto">
          <a:xfrm>
            <a:off x="0" y="114300"/>
            <a:ext cx="9144000" cy="914400"/>
          </a:xfrm>
          <a:prstGeom prst="rect">
            <a:avLst/>
          </a:prstGeom>
          <a:solidFill>
            <a:srgbClr val="BCBCBC"/>
          </a:solidFill>
          <a:ln>
            <a:noFill/>
          </a:ln>
          <a:effectLst>
            <a:outerShdw dist="38083" dir="5400000" algn="ctr" rotWithShape="0">
              <a:srgbClr val="808080">
                <a:alpha val="14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1600">
                <a:solidFill>
                  <a:srgbClr val="3D3D3D"/>
                </a:solidFill>
                <a:latin typeface="Trebuchet MS" panose="020B0603020202020204" pitchFamily="34" charset="0"/>
                <a:ea typeface="MS PGothic" panose="020B0600070205080204" pitchFamily="34" charset="-128"/>
              </a:defRPr>
            </a:lvl1pPr>
            <a:lvl2pPr marL="742950" indent="-285750">
              <a:defRPr sz="1600">
                <a:solidFill>
                  <a:srgbClr val="3D3D3D"/>
                </a:solidFill>
                <a:latin typeface="Trebuchet MS" panose="020B0603020202020204" pitchFamily="34" charset="0"/>
                <a:ea typeface="MS PGothic" panose="020B0600070205080204" pitchFamily="34" charset="-128"/>
              </a:defRPr>
            </a:lvl2pPr>
            <a:lvl3pPr marL="1143000" indent="-228600">
              <a:defRPr sz="1600">
                <a:solidFill>
                  <a:srgbClr val="3D3D3D"/>
                </a:solidFill>
                <a:latin typeface="Trebuchet MS" panose="020B0603020202020204" pitchFamily="34" charset="0"/>
                <a:ea typeface="MS PGothic" panose="020B0600070205080204" pitchFamily="34" charset="-128"/>
              </a:defRPr>
            </a:lvl3pPr>
            <a:lvl4pPr marL="1600200" indent="-228600">
              <a:defRPr sz="1600">
                <a:solidFill>
                  <a:srgbClr val="3D3D3D"/>
                </a:solidFill>
                <a:latin typeface="Trebuchet MS" panose="020B0603020202020204" pitchFamily="34" charset="0"/>
                <a:ea typeface="MS PGothic" panose="020B0600070205080204" pitchFamily="34" charset="-128"/>
              </a:defRPr>
            </a:lvl4pPr>
            <a:lvl5pPr marL="2057400" indent="-228600">
              <a:defRPr sz="1600">
                <a:solidFill>
                  <a:srgbClr val="3D3D3D"/>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rgbClr val="3D3D3D"/>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rgbClr val="3D3D3D"/>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rgbClr val="3D3D3D"/>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rgbClr val="3D3D3D"/>
                </a:solidFill>
                <a:latin typeface="Trebuchet MS" panose="020B0603020202020204" pitchFamily="34" charset="0"/>
                <a:ea typeface="MS PGothic" panose="020B0600070205080204" pitchFamily="34" charset="-128"/>
              </a:defRPr>
            </a:lvl9pPr>
          </a:lstStyle>
          <a:p>
            <a:pPr>
              <a:defRPr/>
            </a:pPr>
            <a:endParaRPr lang="en-CA" altLang="en-US" sz="1500"/>
          </a:p>
        </p:txBody>
      </p:sp>
      <p:sp>
        <p:nvSpPr>
          <p:cNvPr id="9219" name="Rectangle 10">
            <a:extLst>
              <a:ext uri="{FF2B5EF4-FFF2-40B4-BE49-F238E27FC236}">
                <a16:creationId xmlns:a16="http://schemas.microsoft.com/office/drawing/2014/main" id="{474ED7BB-1B26-42F7-94DE-324A09241437}"/>
              </a:ext>
            </a:extLst>
          </p:cNvPr>
          <p:cNvSpPr>
            <a:spLocks noChangeArrowheads="1"/>
          </p:cNvSpPr>
          <p:nvPr userDrawn="1"/>
        </p:nvSpPr>
        <p:spPr bwMode="auto">
          <a:xfrm>
            <a:off x="3175" y="228600"/>
            <a:ext cx="9144000" cy="685800"/>
          </a:xfrm>
          <a:prstGeom prst="rect">
            <a:avLst/>
          </a:prstGeom>
          <a:solidFill>
            <a:srgbClr val="003174"/>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1600">
                <a:solidFill>
                  <a:srgbClr val="3D3D3D"/>
                </a:solidFill>
                <a:latin typeface="Trebuchet MS" panose="020B0603020202020204" pitchFamily="34" charset="0"/>
                <a:ea typeface="MS PGothic" panose="020B0600070205080204" pitchFamily="34" charset="-128"/>
              </a:defRPr>
            </a:lvl1pPr>
            <a:lvl2pPr marL="742950" indent="-285750">
              <a:defRPr sz="1600">
                <a:solidFill>
                  <a:srgbClr val="3D3D3D"/>
                </a:solidFill>
                <a:latin typeface="Trebuchet MS" panose="020B0603020202020204" pitchFamily="34" charset="0"/>
                <a:ea typeface="MS PGothic" panose="020B0600070205080204" pitchFamily="34" charset="-128"/>
              </a:defRPr>
            </a:lvl2pPr>
            <a:lvl3pPr marL="1143000" indent="-228600">
              <a:defRPr sz="1600">
                <a:solidFill>
                  <a:srgbClr val="3D3D3D"/>
                </a:solidFill>
                <a:latin typeface="Trebuchet MS" panose="020B0603020202020204" pitchFamily="34" charset="0"/>
                <a:ea typeface="MS PGothic" panose="020B0600070205080204" pitchFamily="34" charset="-128"/>
              </a:defRPr>
            </a:lvl3pPr>
            <a:lvl4pPr marL="1600200" indent="-228600">
              <a:defRPr sz="1600">
                <a:solidFill>
                  <a:srgbClr val="3D3D3D"/>
                </a:solidFill>
                <a:latin typeface="Trebuchet MS" panose="020B0603020202020204" pitchFamily="34" charset="0"/>
                <a:ea typeface="MS PGothic" panose="020B0600070205080204" pitchFamily="34" charset="-128"/>
              </a:defRPr>
            </a:lvl4pPr>
            <a:lvl5pPr marL="2057400" indent="-228600">
              <a:defRPr sz="1600">
                <a:solidFill>
                  <a:srgbClr val="3D3D3D"/>
                </a:solidFill>
                <a:latin typeface="Trebuchet MS" panose="020B0603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rgbClr val="3D3D3D"/>
                </a:solidFill>
                <a:latin typeface="Trebuchet MS" panose="020B0603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rgbClr val="3D3D3D"/>
                </a:solidFill>
                <a:latin typeface="Trebuchet MS" panose="020B0603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rgbClr val="3D3D3D"/>
                </a:solidFill>
                <a:latin typeface="Trebuchet MS" panose="020B0603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rgbClr val="3D3D3D"/>
                </a:solidFill>
                <a:latin typeface="Trebuchet MS" panose="020B0603020202020204" pitchFamily="34" charset="0"/>
                <a:ea typeface="MS PGothic" panose="020B0600070205080204" pitchFamily="34" charset="-128"/>
              </a:defRPr>
            </a:lvl9pPr>
          </a:lstStyle>
          <a:p>
            <a:pPr>
              <a:defRPr/>
            </a:pPr>
            <a:endParaRPr lang="en-CA" altLang="en-US" sz="1500"/>
          </a:p>
        </p:txBody>
      </p:sp>
      <p:sp>
        <p:nvSpPr>
          <p:cNvPr id="4100" name="Rectangle 2">
            <a:extLst>
              <a:ext uri="{FF2B5EF4-FFF2-40B4-BE49-F238E27FC236}">
                <a16:creationId xmlns:a16="http://schemas.microsoft.com/office/drawing/2014/main" id="{4129574B-90B3-4550-85B5-F629A52955E0}"/>
              </a:ext>
            </a:extLst>
          </p:cNvPr>
          <p:cNvSpPr>
            <a:spLocks noGrp="1" noChangeArrowheads="1"/>
          </p:cNvSpPr>
          <p:nvPr>
            <p:ph type="title"/>
          </p:nvPr>
        </p:nvSpPr>
        <p:spPr bwMode="auto">
          <a:xfrm>
            <a:off x="685800" y="171450"/>
            <a:ext cx="7772400" cy="80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101" name="Rectangle 3">
            <a:extLst>
              <a:ext uri="{FF2B5EF4-FFF2-40B4-BE49-F238E27FC236}">
                <a16:creationId xmlns:a16="http://schemas.microsoft.com/office/drawing/2014/main" id="{83EDBA48-6CA5-4CD0-B9F0-3C29216E3920}"/>
              </a:ext>
            </a:extLst>
          </p:cNvPr>
          <p:cNvSpPr>
            <a:spLocks noGrp="1" noChangeArrowheads="1"/>
          </p:cNvSpPr>
          <p:nvPr>
            <p:ph type="body" idx="1"/>
          </p:nvPr>
        </p:nvSpPr>
        <p:spPr bwMode="auto">
          <a:xfrm>
            <a:off x="228600" y="1143000"/>
            <a:ext cx="8686800"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43FCAC9E-5CE3-4EA8-AA07-6FC000BA7B91}"/>
              </a:ext>
            </a:extLst>
          </p:cNvPr>
          <p:cNvSpPr>
            <a:spLocks noGrp="1" noChangeArrowheads="1"/>
          </p:cNvSpPr>
          <p:nvPr>
            <p:ph type="dt" sz="half" idx="2"/>
          </p:nvPr>
        </p:nvSpPr>
        <p:spPr bwMode="auto">
          <a:xfrm>
            <a:off x="685800" y="4686300"/>
            <a:ext cx="19050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050">
                <a:ea typeface="MS PGothic" panose="020B0600070205080204" pitchFamily="34" charset="-128"/>
              </a:defRPr>
            </a:lvl1pPr>
          </a:lstStyle>
          <a:p>
            <a:pPr>
              <a:defRPr/>
            </a:pPr>
            <a:endParaRPr lang="en-US" altLang="en-US"/>
          </a:p>
        </p:txBody>
      </p:sp>
      <p:sp>
        <p:nvSpPr>
          <p:cNvPr id="1029" name="Rectangle 5">
            <a:extLst>
              <a:ext uri="{FF2B5EF4-FFF2-40B4-BE49-F238E27FC236}">
                <a16:creationId xmlns:a16="http://schemas.microsoft.com/office/drawing/2014/main" id="{2A2D2249-E074-4960-B5EA-08AF860478F0}"/>
              </a:ext>
            </a:extLst>
          </p:cNvPr>
          <p:cNvSpPr>
            <a:spLocks noGrp="1" noChangeArrowheads="1"/>
          </p:cNvSpPr>
          <p:nvPr>
            <p:ph type="ftr" sz="quarter" idx="3"/>
          </p:nvPr>
        </p:nvSpPr>
        <p:spPr bwMode="auto">
          <a:xfrm>
            <a:off x="3124200" y="4686300"/>
            <a:ext cx="28956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050">
                <a:ea typeface="MS PGothic" panose="020B0600070205080204" pitchFamily="34" charset="-128"/>
              </a:defRPr>
            </a:lvl1pPr>
          </a:lstStyle>
          <a:p>
            <a:pPr>
              <a:defRPr/>
            </a:pPr>
            <a:endParaRPr lang="en-US" altLang="en-US"/>
          </a:p>
        </p:txBody>
      </p:sp>
      <p:sp>
        <p:nvSpPr>
          <p:cNvPr id="1030" name="Rectangle 6">
            <a:extLst>
              <a:ext uri="{FF2B5EF4-FFF2-40B4-BE49-F238E27FC236}">
                <a16:creationId xmlns:a16="http://schemas.microsoft.com/office/drawing/2014/main" id="{DC24AC09-59E8-4338-998A-8572F855B52E}"/>
              </a:ext>
            </a:extLst>
          </p:cNvPr>
          <p:cNvSpPr>
            <a:spLocks noGrp="1" noChangeArrowheads="1"/>
          </p:cNvSpPr>
          <p:nvPr>
            <p:ph type="sldNum" sz="quarter" idx="4"/>
          </p:nvPr>
        </p:nvSpPr>
        <p:spPr bwMode="auto">
          <a:xfrm>
            <a:off x="6553200" y="4686300"/>
            <a:ext cx="23622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050"/>
            </a:lvl1pPr>
          </a:lstStyle>
          <a:p>
            <a:fld id="{A0FE0583-852E-42E1-B3BC-B08DB0111903}" type="slidenum">
              <a:rPr lang="en-US" altLang="en-US"/>
              <a:pPr/>
              <a:t>‹#›</a:t>
            </a:fld>
            <a:endParaRPr lang="en-US" altLang="en-US"/>
          </a:p>
        </p:txBody>
      </p:sp>
      <p:pic>
        <p:nvPicPr>
          <p:cNvPr id="4105" name="Picture 11" descr="F-Grey">
            <a:extLst>
              <a:ext uri="{FF2B5EF4-FFF2-40B4-BE49-F238E27FC236}">
                <a16:creationId xmlns:a16="http://schemas.microsoft.com/office/drawing/2014/main" id="{37FF7122-B803-4442-923E-67ACE7AA31C1}"/>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l="6253" t="12505" r="29137" b="27052"/>
          <a:stretch>
            <a:fillRect/>
          </a:stretch>
        </p:blipFill>
        <p:spPr bwMode="auto">
          <a:xfrm>
            <a:off x="6781800" y="3486150"/>
            <a:ext cx="2362200" cy="1657350"/>
          </a:xfrm>
          <a:prstGeom prst="rect">
            <a:avLst/>
          </a:prstGeom>
          <a:noFill/>
          <a:ln>
            <a:noFill/>
          </a:ln>
          <a:extLst>
            <a:ext uri="{909E8E84-426E-40DD-AFC4-6F175D3DCCD1}">
              <a14:hiddenFill xmlns:a14="http://schemas.microsoft.com/office/drawing/2010/main">
                <a:solidFill>
                  <a:srgbClr val="FFFFFF">
                    <a:alpha val="14117"/>
                  </a:srgbClr>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802608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eaLnBrk="0" fontAlgn="base" hangingPunct="0">
        <a:spcBef>
          <a:spcPct val="0"/>
        </a:spcBef>
        <a:spcAft>
          <a:spcPct val="0"/>
        </a:spcAft>
        <a:defRPr sz="2700" b="1" kern="1200">
          <a:solidFill>
            <a:srgbClr val="F3F3F3"/>
          </a:solidFill>
          <a:latin typeface="+mj-lt"/>
          <a:ea typeface="ＭＳ Ｐゴシック" panose="020B0600070205080204" pitchFamily="34" charset="-128"/>
          <a:cs typeface="+mj-cs"/>
        </a:defRPr>
      </a:lvl1pPr>
      <a:lvl2pPr algn="ctr" rtl="0" eaLnBrk="0" fontAlgn="base" hangingPunct="0">
        <a:spcBef>
          <a:spcPct val="0"/>
        </a:spcBef>
        <a:spcAft>
          <a:spcPct val="0"/>
        </a:spcAft>
        <a:defRPr sz="2700" b="1">
          <a:solidFill>
            <a:srgbClr val="F3F3F3"/>
          </a:solidFill>
          <a:latin typeface="Trebuchet MS" panose="020B0603020202020204" pitchFamily="34" charset="0"/>
          <a:ea typeface="ＭＳ Ｐゴシック" panose="020B0600070205080204" pitchFamily="34" charset="-128"/>
        </a:defRPr>
      </a:lvl2pPr>
      <a:lvl3pPr algn="ctr" rtl="0" eaLnBrk="0" fontAlgn="base" hangingPunct="0">
        <a:spcBef>
          <a:spcPct val="0"/>
        </a:spcBef>
        <a:spcAft>
          <a:spcPct val="0"/>
        </a:spcAft>
        <a:defRPr sz="2700" b="1">
          <a:solidFill>
            <a:srgbClr val="F3F3F3"/>
          </a:solidFill>
          <a:latin typeface="Trebuchet MS" panose="020B0603020202020204" pitchFamily="34" charset="0"/>
          <a:ea typeface="ＭＳ Ｐゴシック" panose="020B0600070205080204" pitchFamily="34" charset="-128"/>
        </a:defRPr>
      </a:lvl3pPr>
      <a:lvl4pPr algn="ctr" rtl="0" eaLnBrk="0" fontAlgn="base" hangingPunct="0">
        <a:spcBef>
          <a:spcPct val="0"/>
        </a:spcBef>
        <a:spcAft>
          <a:spcPct val="0"/>
        </a:spcAft>
        <a:defRPr sz="2700" b="1">
          <a:solidFill>
            <a:srgbClr val="F3F3F3"/>
          </a:solidFill>
          <a:latin typeface="Trebuchet MS" panose="020B0603020202020204" pitchFamily="34" charset="0"/>
          <a:ea typeface="ＭＳ Ｐゴシック" panose="020B0600070205080204" pitchFamily="34" charset="-128"/>
        </a:defRPr>
      </a:lvl4pPr>
      <a:lvl5pPr algn="ctr" rtl="0" eaLnBrk="0" fontAlgn="base" hangingPunct="0">
        <a:spcBef>
          <a:spcPct val="0"/>
        </a:spcBef>
        <a:spcAft>
          <a:spcPct val="0"/>
        </a:spcAft>
        <a:defRPr sz="2700" b="1">
          <a:solidFill>
            <a:srgbClr val="F3F3F3"/>
          </a:solidFill>
          <a:latin typeface="Trebuchet MS" panose="020B0603020202020204" pitchFamily="34" charset="0"/>
          <a:ea typeface="ＭＳ Ｐゴシック" panose="020B0600070205080204" pitchFamily="34" charset="-128"/>
        </a:defRPr>
      </a:lvl5pPr>
      <a:lvl6pPr marL="342900" algn="ctr" rtl="0" fontAlgn="base">
        <a:spcBef>
          <a:spcPct val="0"/>
        </a:spcBef>
        <a:spcAft>
          <a:spcPct val="0"/>
        </a:spcAft>
        <a:defRPr sz="2700" b="1">
          <a:solidFill>
            <a:srgbClr val="F3F3F3"/>
          </a:solidFill>
          <a:latin typeface="Trebuchet MS" panose="020B0603020202020204" pitchFamily="34" charset="0"/>
          <a:ea typeface="MS PGothic" panose="020B0600070205080204" pitchFamily="34" charset="-128"/>
        </a:defRPr>
      </a:lvl6pPr>
      <a:lvl7pPr marL="685800" algn="ctr" rtl="0" fontAlgn="base">
        <a:spcBef>
          <a:spcPct val="0"/>
        </a:spcBef>
        <a:spcAft>
          <a:spcPct val="0"/>
        </a:spcAft>
        <a:defRPr sz="2700" b="1">
          <a:solidFill>
            <a:srgbClr val="F3F3F3"/>
          </a:solidFill>
          <a:latin typeface="Trebuchet MS" panose="020B0603020202020204" pitchFamily="34" charset="0"/>
          <a:ea typeface="MS PGothic" panose="020B0600070205080204" pitchFamily="34" charset="-128"/>
        </a:defRPr>
      </a:lvl7pPr>
      <a:lvl8pPr marL="1028700" algn="ctr" rtl="0" fontAlgn="base">
        <a:spcBef>
          <a:spcPct val="0"/>
        </a:spcBef>
        <a:spcAft>
          <a:spcPct val="0"/>
        </a:spcAft>
        <a:defRPr sz="2700" b="1">
          <a:solidFill>
            <a:srgbClr val="F3F3F3"/>
          </a:solidFill>
          <a:latin typeface="Trebuchet MS" panose="020B0603020202020204" pitchFamily="34" charset="0"/>
          <a:ea typeface="MS PGothic" panose="020B0600070205080204" pitchFamily="34" charset="-128"/>
        </a:defRPr>
      </a:lvl8pPr>
      <a:lvl9pPr marL="1371600" algn="ctr" rtl="0" fontAlgn="base">
        <a:spcBef>
          <a:spcPct val="0"/>
        </a:spcBef>
        <a:spcAft>
          <a:spcPct val="0"/>
        </a:spcAft>
        <a:defRPr sz="2700" b="1">
          <a:solidFill>
            <a:srgbClr val="F3F3F3"/>
          </a:solidFill>
          <a:latin typeface="Trebuchet MS" panose="020B0603020202020204" pitchFamily="34" charset="0"/>
          <a:ea typeface="MS PGothic" panose="020B0600070205080204" pitchFamily="34" charset="-128"/>
        </a:defRPr>
      </a:lvl9pPr>
    </p:titleStyle>
    <p:bodyStyle>
      <a:lvl1pPr marL="257175" indent="-257175" algn="l" rtl="0" eaLnBrk="0" fontAlgn="base" hangingPunct="0">
        <a:spcBef>
          <a:spcPct val="20000"/>
        </a:spcBef>
        <a:spcAft>
          <a:spcPct val="0"/>
        </a:spcAft>
        <a:buChar char="•"/>
        <a:defRPr sz="2100" kern="1200">
          <a:solidFill>
            <a:srgbClr val="3D3D3D"/>
          </a:solidFill>
          <a:latin typeface="+mn-lt"/>
          <a:ea typeface="ＭＳ Ｐゴシック" panose="020B0600070205080204" pitchFamily="34" charset="-128"/>
          <a:cs typeface="+mn-cs"/>
        </a:defRPr>
      </a:lvl1pPr>
      <a:lvl2pPr marL="557213" indent="-214313" algn="l" rtl="0" eaLnBrk="0" fontAlgn="base" hangingPunct="0">
        <a:spcBef>
          <a:spcPct val="20000"/>
        </a:spcBef>
        <a:spcAft>
          <a:spcPct val="0"/>
        </a:spcAft>
        <a:buChar char="–"/>
        <a:defRPr sz="1800" kern="1200">
          <a:solidFill>
            <a:srgbClr val="3D3D3D"/>
          </a:solidFill>
          <a:latin typeface="+mn-lt"/>
          <a:ea typeface="ＭＳ Ｐゴシック" panose="020B0600070205080204" pitchFamily="34" charset="-128"/>
          <a:cs typeface="+mn-cs"/>
        </a:defRPr>
      </a:lvl2pPr>
      <a:lvl3pPr marL="814388" indent="-171450" algn="l" rtl="0" eaLnBrk="0" fontAlgn="base" hangingPunct="0">
        <a:spcBef>
          <a:spcPct val="20000"/>
        </a:spcBef>
        <a:spcAft>
          <a:spcPct val="0"/>
        </a:spcAft>
        <a:buChar char="•"/>
        <a:defRPr sz="1500" kern="1200">
          <a:solidFill>
            <a:srgbClr val="3D3D3D"/>
          </a:solidFill>
          <a:latin typeface="+mn-lt"/>
          <a:ea typeface="ＭＳ Ｐゴシック" panose="020B0600070205080204" pitchFamily="34" charset="-128"/>
          <a:cs typeface="+mn-cs"/>
        </a:defRPr>
      </a:lvl3pPr>
      <a:lvl4pPr marL="1071563" indent="-171450" algn="l" rtl="0" eaLnBrk="0" fontAlgn="base" hangingPunct="0">
        <a:spcBef>
          <a:spcPct val="20000"/>
        </a:spcBef>
        <a:spcAft>
          <a:spcPct val="0"/>
        </a:spcAft>
        <a:buChar char="–"/>
        <a:defRPr kern="1200">
          <a:solidFill>
            <a:srgbClr val="3D3D3D"/>
          </a:solidFill>
          <a:latin typeface="+mn-lt"/>
          <a:ea typeface="ＭＳ Ｐゴシック" panose="020B0600070205080204" pitchFamily="34" charset="-128"/>
          <a:cs typeface="+mn-cs"/>
        </a:defRPr>
      </a:lvl4pPr>
      <a:lvl5pPr marL="1328738" indent="-171450" algn="l" rtl="0" eaLnBrk="0" fontAlgn="base" hangingPunct="0">
        <a:spcBef>
          <a:spcPct val="20000"/>
        </a:spcBef>
        <a:spcAft>
          <a:spcPct val="0"/>
        </a:spcAft>
        <a:buChar char="»"/>
        <a:defRPr kern="1200">
          <a:solidFill>
            <a:srgbClr val="3D3D3D"/>
          </a:solidFill>
          <a:latin typeface="+mn-lt"/>
          <a:ea typeface="ＭＳ Ｐゴシック" panose="020B060007020508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41.jpeg"/></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microsoft.com/office/2007/relationships/hdphoto" Target="../media/hdphoto2.wdp"/></Relationships>
</file>

<file path=ppt/slides/_rels/slide19.xml.rels><?xml version="1.0" encoding="UTF-8" standalone="yes"?>
<Relationships xmlns="http://schemas.openxmlformats.org/package/2006/relationships"><Relationship Id="rId3" Type="http://schemas.openxmlformats.org/officeDocument/2006/relationships/image" Target="../media/image43.tiff"/><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microsoft.com/office/2007/relationships/hdphoto" Target="../media/hdphoto3.wdp"/><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hyperlink" Target="https://pngimg.com/download/3533"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hyperlink" Target="mailto:Kate@kateburda.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Smoke coming out of the water&#10;&#10;Description automatically generated">
            <a:extLst>
              <a:ext uri="{FF2B5EF4-FFF2-40B4-BE49-F238E27FC236}">
                <a16:creationId xmlns:a16="http://schemas.microsoft.com/office/drawing/2014/main" id="{BFF238EA-62C3-0A45-A624-DD862B1FC5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9" y="0"/>
            <a:ext cx="9138285" cy="5143500"/>
          </a:xfrm>
          <a:prstGeom prst="rect">
            <a:avLst/>
          </a:prstGeom>
        </p:spPr>
      </p:pic>
      <p:sp>
        <p:nvSpPr>
          <p:cNvPr id="2" name="object 2"/>
          <p:cNvSpPr/>
          <p:nvPr/>
        </p:nvSpPr>
        <p:spPr>
          <a:xfrm>
            <a:off x="5943" y="4289971"/>
            <a:ext cx="9138285" cy="854075"/>
          </a:xfrm>
          <a:custGeom>
            <a:avLst/>
            <a:gdLst/>
            <a:ahLst/>
            <a:cxnLst/>
            <a:rect l="l" t="t" r="r" b="b"/>
            <a:pathLst>
              <a:path w="9138285" h="854075">
                <a:moveTo>
                  <a:pt x="9138055" y="0"/>
                </a:moveTo>
                <a:lnTo>
                  <a:pt x="0" y="0"/>
                </a:lnTo>
                <a:lnTo>
                  <a:pt x="0" y="853529"/>
                </a:lnTo>
                <a:lnTo>
                  <a:pt x="9138055" y="853529"/>
                </a:lnTo>
                <a:lnTo>
                  <a:pt x="9138055" y="0"/>
                </a:lnTo>
                <a:close/>
              </a:path>
            </a:pathLst>
          </a:custGeom>
          <a:solidFill>
            <a:srgbClr val="BFBFBF"/>
          </a:solidFill>
        </p:spPr>
        <p:txBody>
          <a:bodyPr wrap="square" lIns="0" tIns="0" rIns="0" bIns="0" rtlCol="0"/>
          <a:lstStyle/>
          <a:p>
            <a:r>
              <a:rPr lang="en-US" dirty="0">
                <a:latin typeface="Franklin Gothic Book" panose="020B0503020102020204" pitchFamily="34" charset="0"/>
              </a:rPr>
              <a:t>Challenging yesterday’s sales and marketing paradigm in today’s uncertain environment to accelerate revenue</a:t>
            </a:r>
            <a:endParaRPr dirty="0">
              <a:latin typeface="Franklin Gothic Book" panose="020B0503020102020204" pitchFamily="34" charset="0"/>
            </a:endParaRPr>
          </a:p>
        </p:txBody>
      </p:sp>
      <p:sp>
        <p:nvSpPr>
          <p:cNvPr id="3" name="object 3"/>
          <p:cNvSpPr/>
          <p:nvPr/>
        </p:nvSpPr>
        <p:spPr>
          <a:xfrm>
            <a:off x="0" y="0"/>
            <a:ext cx="9143998" cy="405384"/>
          </a:xfrm>
          <a:prstGeom prst="rect">
            <a:avLst/>
          </a:prstGeom>
          <a:blipFill>
            <a:blip r:embed="rId4" cstate="print"/>
            <a:stretch>
              <a:fillRect/>
            </a:stretch>
          </a:blipFill>
        </p:spPr>
        <p:txBody>
          <a:bodyPr wrap="square" lIns="0" tIns="0" rIns="0" bIns="0" rtlCol="0"/>
          <a:lstStyle/>
          <a:p>
            <a:endParaRPr dirty="0"/>
          </a:p>
        </p:txBody>
      </p:sp>
      <p:sp>
        <p:nvSpPr>
          <p:cNvPr id="4" name="object 4"/>
          <p:cNvSpPr/>
          <p:nvPr/>
        </p:nvSpPr>
        <p:spPr>
          <a:xfrm>
            <a:off x="5946" y="0"/>
            <a:ext cx="9138285" cy="336550"/>
          </a:xfrm>
          <a:custGeom>
            <a:avLst/>
            <a:gdLst/>
            <a:ahLst/>
            <a:cxnLst/>
            <a:rect l="l" t="t" r="r" b="b"/>
            <a:pathLst>
              <a:path w="9138285" h="336550">
                <a:moveTo>
                  <a:pt x="0" y="336378"/>
                </a:moveTo>
                <a:lnTo>
                  <a:pt x="9138052" y="336378"/>
                </a:lnTo>
                <a:lnTo>
                  <a:pt x="9138052" y="0"/>
                </a:lnTo>
                <a:lnTo>
                  <a:pt x="0" y="0"/>
                </a:lnTo>
                <a:lnTo>
                  <a:pt x="0" y="336378"/>
                </a:lnTo>
                <a:close/>
              </a:path>
            </a:pathLst>
          </a:custGeom>
          <a:solidFill>
            <a:srgbClr val="A0155E"/>
          </a:solidFill>
        </p:spPr>
        <p:txBody>
          <a:bodyPr wrap="square" lIns="0" tIns="0" rIns="0" bIns="0" rtlCol="0"/>
          <a:lstStyle/>
          <a:p>
            <a:endParaRPr dirty="0"/>
          </a:p>
        </p:txBody>
      </p:sp>
      <p:sp>
        <p:nvSpPr>
          <p:cNvPr id="5" name="object 5"/>
          <p:cNvSpPr/>
          <p:nvPr/>
        </p:nvSpPr>
        <p:spPr>
          <a:xfrm>
            <a:off x="5946" y="0"/>
            <a:ext cx="9138285" cy="336550"/>
          </a:xfrm>
          <a:custGeom>
            <a:avLst/>
            <a:gdLst/>
            <a:ahLst/>
            <a:cxnLst/>
            <a:rect l="l" t="t" r="r" b="b"/>
            <a:pathLst>
              <a:path w="9138285" h="336550">
                <a:moveTo>
                  <a:pt x="0" y="0"/>
                </a:moveTo>
                <a:lnTo>
                  <a:pt x="9138053" y="0"/>
                </a:lnTo>
                <a:lnTo>
                  <a:pt x="9138053" y="336378"/>
                </a:lnTo>
                <a:lnTo>
                  <a:pt x="0" y="336378"/>
                </a:lnTo>
                <a:lnTo>
                  <a:pt x="0" y="0"/>
                </a:lnTo>
                <a:close/>
              </a:path>
            </a:pathLst>
          </a:custGeom>
          <a:ln w="9525">
            <a:solidFill>
              <a:srgbClr val="4A7EBB"/>
            </a:solidFill>
          </a:ln>
        </p:spPr>
        <p:txBody>
          <a:bodyPr wrap="square" lIns="0" tIns="0" rIns="0" bIns="0" rtlCol="0"/>
          <a:lstStyle/>
          <a:p>
            <a:endParaRPr dirty="0"/>
          </a:p>
        </p:txBody>
      </p:sp>
      <p:sp>
        <p:nvSpPr>
          <p:cNvPr id="7" name="object 7"/>
          <p:cNvSpPr/>
          <p:nvPr/>
        </p:nvSpPr>
        <p:spPr>
          <a:xfrm>
            <a:off x="5946" y="2732684"/>
            <a:ext cx="9138285" cy="632460"/>
          </a:xfrm>
          <a:custGeom>
            <a:avLst/>
            <a:gdLst/>
            <a:ahLst/>
            <a:cxnLst/>
            <a:rect l="l" t="t" r="r" b="b"/>
            <a:pathLst>
              <a:path w="9138285" h="632460">
                <a:moveTo>
                  <a:pt x="0" y="632459"/>
                </a:moveTo>
                <a:lnTo>
                  <a:pt x="9138052" y="632459"/>
                </a:lnTo>
                <a:lnTo>
                  <a:pt x="9138052" y="0"/>
                </a:lnTo>
                <a:lnTo>
                  <a:pt x="0" y="0"/>
                </a:lnTo>
                <a:lnTo>
                  <a:pt x="0" y="632459"/>
                </a:lnTo>
                <a:close/>
              </a:path>
            </a:pathLst>
          </a:custGeom>
          <a:solidFill>
            <a:srgbClr val="000000">
              <a:alpha val="70199"/>
            </a:srgbClr>
          </a:solidFill>
        </p:spPr>
        <p:txBody>
          <a:bodyPr wrap="square" lIns="0" tIns="0" rIns="0" bIns="0" rtlCol="0"/>
          <a:lstStyle/>
          <a:p>
            <a:endParaRPr dirty="0"/>
          </a:p>
        </p:txBody>
      </p:sp>
      <p:sp>
        <p:nvSpPr>
          <p:cNvPr id="8" name="object 8"/>
          <p:cNvSpPr txBox="1"/>
          <p:nvPr/>
        </p:nvSpPr>
        <p:spPr>
          <a:xfrm>
            <a:off x="221846" y="2774187"/>
            <a:ext cx="8769754" cy="443711"/>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latin typeface="Franklin Gothic Book" panose="020B0503020102020204" pitchFamily="34" charset="0"/>
                <a:cs typeface="Arial"/>
              </a:rPr>
              <a:t>Moving Quickly in a Disrupted World</a:t>
            </a:r>
            <a:endParaRPr sz="2800" dirty="0">
              <a:latin typeface="Franklin Gothic Book" panose="020B0503020102020204" pitchFamily="34" charset="0"/>
              <a:cs typeface="Arial"/>
            </a:endParaRPr>
          </a:p>
        </p:txBody>
      </p:sp>
    </p:spTree>
    <p:extLst>
      <p:ext uri="{BB962C8B-B14F-4D97-AF65-F5344CB8AC3E}">
        <p14:creationId xmlns:p14="http://schemas.microsoft.com/office/powerpoint/2010/main" val="3223588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p:nvPr/>
        </p:nvSpPr>
        <p:spPr>
          <a:xfrm>
            <a:off x="3925566" y="2216748"/>
            <a:ext cx="1298790" cy="1290235"/>
          </a:xfrm>
          <a:prstGeom prst="rect">
            <a:avLst/>
          </a:prstGeom>
          <a:solidFill>
            <a:schemeClr val="bg1"/>
          </a:solidFill>
        </p:spPr>
        <p:txBody>
          <a:bodyPr wrap="square" lIns="0" tIns="0" rIns="0" bIns="0" rtlCol="0"/>
          <a:lstStyle/>
          <a:p>
            <a:endParaRPr dirty="0"/>
          </a:p>
        </p:txBody>
      </p:sp>
      <p:sp>
        <p:nvSpPr>
          <p:cNvPr id="5" name="object 5"/>
          <p:cNvSpPr/>
          <p:nvPr/>
        </p:nvSpPr>
        <p:spPr>
          <a:xfrm>
            <a:off x="2299709" y="701294"/>
            <a:ext cx="4573457" cy="4411924"/>
          </a:xfrm>
          <a:prstGeom prst="rect">
            <a:avLst/>
          </a:prstGeom>
          <a:blipFill>
            <a:blip r:embed="rId3" cstate="print"/>
            <a:stretch>
              <a:fillRect/>
            </a:stretch>
          </a:blipFill>
        </p:spPr>
        <p:txBody>
          <a:bodyPr wrap="square" lIns="0" tIns="0" rIns="0" bIns="0" rtlCol="0"/>
          <a:lstStyle/>
          <a:p>
            <a:endParaRPr dirty="0"/>
          </a:p>
        </p:txBody>
      </p:sp>
      <p:sp>
        <p:nvSpPr>
          <p:cNvPr id="6" name="object 6"/>
          <p:cNvSpPr/>
          <p:nvPr/>
        </p:nvSpPr>
        <p:spPr>
          <a:xfrm>
            <a:off x="3351211" y="1623383"/>
            <a:ext cx="2454691" cy="2168891"/>
          </a:xfrm>
          <a:prstGeom prst="rect">
            <a:avLst/>
          </a:prstGeom>
          <a:blipFill>
            <a:blip r:embed="rId4" cstate="print"/>
            <a:stretch>
              <a:fillRect/>
            </a:stretch>
          </a:blipFill>
        </p:spPr>
        <p:txBody>
          <a:bodyPr wrap="square" lIns="0" tIns="0" rIns="0" bIns="0" rtlCol="0"/>
          <a:lstStyle/>
          <a:p>
            <a:endParaRPr dirty="0"/>
          </a:p>
        </p:txBody>
      </p:sp>
      <p:sp>
        <p:nvSpPr>
          <p:cNvPr id="7" name="object 7"/>
          <p:cNvSpPr/>
          <p:nvPr/>
        </p:nvSpPr>
        <p:spPr>
          <a:xfrm>
            <a:off x="5018370" y="1909291"/>
            <a:ext cx="420370" cy="419100"/>
          </a:xfrm>
          <a:custGeom>
            <a:avLst/>
            <a:gdLst/>
            <a:ahLst/>
            <a:cxnLst/>
            <a:rect l="l" t="t" r="r" b="b"/>
            <a:pathLst>
              <a:path w="420370" h="419100">
                <a:moveTo>
                  <a:pt x="351876" y="0"/>
                </a:moveTo>
                <a:lnTo>
                  <a:pt x="0" y="418583"/>
                </a:lnTo>
                <a:lnTo>
                  <a:pt x="419892" y="414367"/>
                </a:lnTo>
                <a:lnTo>
                  <a:pt x="351876" y="0"/>
                </a:lnTo>
                <a:close/>
              </a:path>
            </a:pathLst>
          </a:custGeom>
          <a:solidFill>
            <a:srgbClr val="17375E"/>
          </a:solidFill>
        </p:spPr>
        <p:txBody>
          <a:bodyPr wrap="square" lIns="0" tIns="0" rIns="0" bIns="0" rtlCol="0"/>
          <a:lstStyle/>
          <a:p>
            <a:endParaRPr dirty="0"/>
          </a:p>
        </p:txBody>
      </p:sp>
      <p:sp>
        <p:nvSpPr>
          <p:cNvPr id="8" name="object 8"/>
          <p:cNvSpPr/>
          <p:nvPr/>
        </p:nvSpPr>
        <p:spPr>
          <a:xfrm>
            <a:off x="3351211" y="2058600"/>
            <a:ext cx="788035" cy="1734185"/>
          </a:xfrm>
          <a:custGeom>
            <a:avLst/>
            <a:gdLst/>
            <a:ahLst/>
            <a:cxnLst/>
            <a:rect l="l" t="t" r="r" b="b"/>
            <a:pathLst>
              <a:path w="788035" h="1734185">
                <a:moveTo>
                  <a:pt x="437741" y="1733674"/>
                </a:moveTo>
                <a:lnTo>
                  <a:pt x="401427" y="1701933"/>
                </a:lnTo>
                <a:lnTo>
                  <a:pt x="366655" y="1669090"/>
                </a:lnTo>
                <a:lnTo>
                  <a:pt x="333429" y="1635193"/>
                </a:lnTo>
                <a:lnTo>
                  <a:pt x="301754" y="1600289"/>
                </a:lnTo>
                <a:lnTo>
                  <a:pt x="271633" y="1564427"/>
                </a:lnTo>
                <a:lnTo>
                  <a:pt x="243070" y="1527656"/>
                </a:lnTo>
                <a:lnTo>
                  <a:pt x="216071" y="1490022"/>
                </a:lnTo>
                <a:lnTo>
                  <a:pt x="190638" y="1451575"/>
                </a:lnTo>
                <a:lnTo>
                  <a:pt x="166776" y="1412361"/>
                </a:lnTo>
                <a:lnTo>
                  <a:pt x="144489" y="1372430"/>
                </a:lnTo>
                <a:lnTo>
                  <a:pt x="123782" y="1331830"/>
                </a:lnTo>
                <a:lnTo>
                  <a:pt x="104658" y="1290607"/>
                </a:lnTo>
                <a:lnTo>
                  <a:pt x="87122" y="1248812"/>
                </a:lnTo>
                <a:lnTo>
                  <a:pt x="71178" y="1206491"/>
                </a:lnTo>
                <a:lnTo>
                  <a:pt x="56829" y="1163693"/>
                </a:lnTo>
                <a:lnTo>
                  <a:pt x="44081" y="1120465"/>
                </a:lnTo>
                <a:lnTo>
                  <a:pt x="32938" y="1076856"/>
                </a:lnTo>
                <a:lnTo>
                  <a:pt x="23402" y="1032915"/>
                </a:lnTo>
                <a:lnTo>
                  <a:pt x="15480" y="988688"/>
                </a:lnTo>
                <a:lnTo>
                  <a:pt x="9174" y="944225"/>
                </a:lnTo>
                <a:lnTo>
                  <a:pt x="4489" y="899572"/>
                </a:lnTo>
                <a:lnTo>
                  <a:pt x="1430" y="854779"/>
                </a:lnTo>
                <a:lnTo>
                  <a:pt x="0" y="809894"/>
                </a:lnTo>
                <a:lnTo>
                  <a:pt x="203" y="764964"/>
                </a:lnTo>
                <a:lnTo>
                  <a:pt x="2044" y="720037"/>
                </a:lnTo>
                <a:lnTo>
                  <a:pt x="5526" y="675162"/>
                </a:lnTo>
                <a:lnTo>
                  <a:pt x="10655" y="630387"/>
                </a:lnTo>
                <a:lnTo>
                  <a:pt x="17434" y="585759"/>
                </a:lnTo>
                <a:lnTo>
                  <a:pt x="25867" y="541328"/>
                </a:lnTo>
                <a:lnTo>
                  <a:pt x="35959" y="497140"/>
                </a:lnTo>
                <a:lnTo>
                  <a:pt x="47713" y="453244"/>
                </a:lnTo>
                <a:lnTo>
                  <a:pt x="61134" y="409689"/>
                </a:lnTo>
                <a:lnTo>
                  <a:pt x="76226" y="366522"/>
                </a:lnTo>
                <a:lnTo>
                  <a:pt x="92993" y="323791"/>
                </a:lnTo>
                <a:lnTo>
                  <a:pt x="111439" y="281544"/>
                </a:lnTo>
                <a:lnTo>
                  <a:pt x="131569" y="239830"/>
                </a:lnTo>
                <a:lnTo>
                  <a:pt x="153386" y="198696"/>
                </a:lnTo>
                <a:lnTo>
                  <a:pt x="176895" y="158191"/>
                </a:lnTo>
                <a:lnTo>
                  <a:pt x="202100" y="118363"/>
                </a:lnTo>
                <a:lnTo>
                  <a:pt x="229006" y="79259"/>
                </a:lnTo>
                <a:lnTo>
                  <a:pt x="257615" y="40929"/>
                </a:lnTo>
                <a:lnTo>
                  <a:pt x="287933" y="3419"/>
                </a:lnTo>
                <a:lnTo>
                  <a:pt x="290818" y="0"/>
                </a:lnTo>
                <a:lnTo>
                  <a:pt x="705711" y="351361"/>
                </a:lnTo>
                <a:lnTo>
                  <a:pt x="675436" y="389769"/>
                </a:lnTo>
                <a:lnTo>
                  <a:pt x="648324" y="429640"/>
                </a:lnTo>
                <a:lnTo>
                  <a:pt x="624362" y="470811"/>
                </a:lnTo>
                <a:lnTo>
                  <a:pt x="603536" y="513119"/>
                </a:lnTo>
                <a:lnTo>
                  <a:pt x="585832" y="556401"/>
                </a:lnTo>
                <a:lnTo>
                  <a:pt x="571238" y="600493"/>
                </a:lnTo>
                <a:lnTo>
                  <a:pt x="559738" y="645232"/>
                </a:lnTo>
                <a:lnTo>
                  <a:pt x="551321" y="690455"/>
                </a:lnTo>
                <a:lnTo>
                  <a:pt x="545971" y="735999"/>
                </a:lnTo>
                <a:lnTo>
                  <a:pt x="543677" y="781701"/>
                </a:lnTo>
                <a:lnTo>
                  <a:pt x="544424" y="827397"/>
                </a:lnTo>
                <a:lnTo>
                  <a:pt x="548199" y="872924"/>
                </a:lnTo>
                <a:lnTo>
                  <a:pt x="554988" y="918119"/>
                </a:lnTo>
                <a:lnTo>
                  <a:pt x="564777" y="962818"/>
                </a:lnTo>
                <a:lnTo>
                  <a:pt x="577554" y="1006859"/>
                </a:lnTo>
                <a:lnTo>
                  <a:pt x="593304" y="1050079"/>
                </a:lnTo>
                <a:lnTo>
                  <a:pt x="612014" y="1092313"/>
                </a:lnTo>
                <a:lnTo>
                  <a:pt x="633671" y="1133400"/>
                </a:lnTo>
                <a:lnTo>
                  <a:pt x="658261" y="1173174"/>
                </a:lnTo>
                <a:lnTo>
                  <a:pt x="685770" y="1211475"/>
                </a:lnTo>
                <a:lnTo>
                  <a:pt x="716186" y="1248137"/>
                </a:lnTo>
                <a:lnTo>
                  <a:pt x="749493" y="1282998"/>
                </a:lnTo>
                <a:lnTo>
                  <a:pt x="785680" y="1315896"/>
                </a:lnTo>
                <a:lnTo>
                  <a:pt x="787585" y="1317503"/>
                </a:lnTo>
                <a:lnTo>
                  <a:pt x="437741" y="1733674"/>
                </a:lnTo>
                <a:close/>
              </a:path>
            </a:pathLst>
          </a:custGeom>
          <a:ln w="25399">
            <a:solidFill>
              <a:srgbClr val="95B3D7"/>
            </a:solidFill>
          </a:ln>
        </p:spPr>
        <p:txBody>
          <a:bodyPr wrap="square" lIns="0" tIns="0" rIns="0" bIns="0" rtlCol="0"/>
          <a:lstStyle/>
          <a:p>
            <a:endParaRPr dirty="0"/>
          </a:p>
        </p:txBody>
      </p:sp>
      <p:sp>
        <p:nvSpPr>
          <p:cNvPr id="9" name="object 9"/>
          <p:cNvSpPr/>
          <p:nvPr/>
        </p:nvSpPr>
        <p:spPr>
          <a:xfrm>
            <a:off x="3638353" y="1996558"/>
            <a:ext cx="407034" cy="414020"/>
          </a:xfrm>
          <a:custGeom>
            <a:avLst/>
            <a:gdLst/>
            <a:ahLst/>
            <a:cxnLst/>
            <a:rect l="l" t="t" r="r" b="b"/>
            <a:pathLst>
              <a:path w="407035" h="414019">
                <a:moveTo>
                  <a:pt x="407018" y="0"/>
                </a:moveTo>
                <a:lnTo>
                  <a:pt x="0" y="74195"/>
                </a:lnTo>
                <a:lnTo>
                  <a:pt x="403882" y="413713"/>
                </a:lnTo>
                <a:lnTo>
                  <a:pt x="407018" y="0"/>
                </a:lnTo>
                <a:close/>
              </a:path>
            </a:pathLst>
          </a:custGeom>
          <a:solidFill>
            <a:srgbClr val="17375E"/>
          </a:solidFill>
        </p:spPr>
        <p:txBody>
          <a:bodyPr wrap="square" lIns="0" tIns="0" rIns="0" bIns="0" rtlCol="0"/>
          <a:lstStyle/>
          <a:p>
            <a:endParaRPr dirty="0"/>
          </a:p>
        </p:txBody>
      </p:sp>
      <p:sp>
        <p:nvSpPr>
          <p:cNvPr id="10" name="object 10"/>
          <p:cNvSpPr/>
          <p:nvPr/>
        </p:nvSpPr>
        <p:spPr>
          <a:xfrm>
            <a:off x="3783569" y="3292790"/>
            <a:ext cx="1733674" cy="787586"/>
          </a:xfrm>
          <a:prstGeom prst="rect">
            <a:avLst/>
          </a:prstGeom>
          <a:blipFill>
            <a:blip r:embed="rId5" cstate="print"/>
            <a:stretch>
              <a:fillRect/>
            </a:stretch>
          </a:blipFill>
        </p:spPr>
        <p:txBody>
          <a:bodyPr wrap="square" lIns="0" tIns="0" rIns="0" bIns="0" rtlCol="0"/>
          <a:lstStyle/>
          <a:p>
            <a:endParaRPr dirty="0"/>
          </a:p>
        </p:txBody>
      </p:sp>
      <p:sp>
        <p:nvSpPr>
          <p:cNvPr id="11" name="object 11"/>
          <p:cNvSpPr/>
          <p:nvPr/>
        </p:nvSpPr>
        <p:spPr>
          <a:xfrm>
            <a:off x="3717057" y="3375886"/>
            <a:ext cx="420370" cy="419100"/>
          </a:xfrm>
          <a:custGeom>
            <a:avLst/>
            <a:gdLst/>
            <a:ahLst/>
            <a:cxnLst/>
            <a:rect l="l" t="t" r="r" b="b"/>
            <a:pathLst>
              <a:path w="420370" h="419100">
                <a:moveTo>
                  <a:pt x="419892" y="0"/>
                </a:moveTo>
                <a:lnTo>
                  <a:pt x="0" y="4215"/>
                </a:lnTo>
                <a:lnTo>
                  <a:pt x="68016" y="418584"/>
                </a:lnTo>
                <a:lnTo>
                  <a:pt x="419892" y="0"/>
                </a:lnTo>
                <a:close/>
              </a:path>
            </a:pathLst>
          </a:custGeom>
          <a:solidFill>
            <a:srgbClr val="17375E"/>
          </a:solidFill>
        </p:spPr>
        <p:txBody>
          <a:bodyPr wrap="square" lIns="0" tIns="0" rIns="0" bIns="0" rtlCol="0"/>
          <a:lstStyle/>
          <a:p>
            <a:endParaRPr dirty="0"/>
          </a:p>
        </p:txBody>
      </p:sp>
      <p:sp>
        <p:nvSpPr>
          <p:cNvPr id="12" name="object 12"/>
          <p:cNvSpPr/>
          <p:nvPr/>
        </p:nvSpPr>
        <p:spPr>
          <a:xfrm>
            <a:off x="5101411" y="3289649"/>
            <a:ext cx="419100" cy="420370"/>
          </a:xfrm>
          <a:custGeom>
            <a:avLst/>
            <a:gdLst/>
            <a:ahLst/>
            <a:cxnLst/>
            <a:rect l="l" t="t" r="r" b="b"/>
            <a:pathLst>
              <a:path w="419100" h="420370">
                <a:moveTo>
                  <a:pt x="0" y="0"/>
                </a:moveTo>
                <a:lnTo>
                  <a:pt x="4215" y="419892"/>
                </a:lnTo>
                <a:lnTo>
                  <a:pt x="418584" y="351876"/>
                </a:lnTo>
                <a:lnTo>
                  <a:pt x="0" y="0"/>
                </a:lnTo>
                <a:close/>
              </a:path>
            </a:pathLst>
          </a:custGeom>
          <a:solidFill>
            <a:srgbClr val="17375E"/>
          </a:solidFill>
        </p:spPr>
        <p:txBody>
          <a:bodyPr wrap="square" lIns="0" tIns="0" rIns="0" bIns="0" rtlCol="0"/>
          <a:lstStyle/>
          <a:p>
            <a:endParaRPr dirty="0"/>
          </a:p>
        </p:txBody>
      </p:sp>
      <p:sp>
        <p:nvSpPr>
          <p:cNvPr id="14" name="object 14"/>
          <p:cNvSpPr/>
          <p:nvPr/>
        </p:nvSpPr>
        <p:spPr>
          <a:xfrm>
            <a:off x="4279578" y="2552069"/>
            <a:ext cx="633095" cy="604520"/>
          </a:xfrm>
          <a:custGeom>
            <a:avLst/>
            <a:gdLst/>
            <a:ahLst/>
            <a:cxnLst/>
            <a:rect l="l" t="t" r="r" b="b"/>
            <a:pathLst>
              <a:path w="633095" h="604519">
                <a:moveTo>
                  <a:pt x="316250" y="0"/>
                </a:moveTo>
                <a:lnTo>
                  <a:pt x="269517" y="3274"/>
                </a:lnTo>
                <a:lnTo>
                  <a:pt x="224912" y="12785"/>
                </a:lnTo>
                <a:lnTo>
                  <a:pt x="182927" y="28067"/>
                </a:lnTo>
                <a:lnTo>
                  <a:pt x="144048" y="48651"/>
                </a:lnTo>
                <a:lnTo>
                  <a:pt x="108766" y="74072"/>
                </a:lnTo>
                <a:lnTo>
                  <a:pt x="77570" y="103861"/>
                </a:lnTo>
                <a:lnTo>
                  <a:pt x="50949" y="137551"/>
                </a:lnTo>
                <a:lnTo>
                  <a:pt x="29393" y="174676"/>
                </a:lnTo>
                <a:lnTo>
                  <a:pt x="13389" y="214769"/>
                </a:lnTo>
                <a:lnTo>
                  <a:pt x="3428" y="257361"/>
                </a:lnTo>
                <a:lnTo>
                  <a:pt x="0" y="301986"/>
                </a:lnTo>
                <a:lnTo>
                  <a:pt x="3428" y="346612"/>
                </a:lnTo>
                <a:lnTo>
                  <a:pt x="13389" y="389204"/>
                </a:lnTo>
                <a:lnTo>
                  <a:pt x="29393" y="429297"/>
                </a:lnTo>
                <a:lnTo>
                  <a:pt x="50949" y="466422"/>
                </a:lnTo>
                <a:lnTo>
                  <a:pt x="77570" y="500113"/>
                </a:lnTo>
                <a:lnTo>
                  <a:pt x="108766" y="529902"/>
                </a:lnTo>
                <a:lnTo>
                  <a:pt x="144048" y="555322"/>
                </a:lnTo>
                <a:lnTo>
                  <a:pt x="182927" y="575907"/>
                </a:lnTo>
                <a:lnTo>
                  <a:pt x="224912" y="591189"/>
                </a:lnTo>
                <a:lnTo>
                  <a:pt x="269517" y="600700"/>
                </a:lnTo>
                <a:lnTo>
                  <a:pt x="316250" y="603975"/>
                </a:lnTo>
                <a:lnTo>
                  <a:pt x="362983" y="600700"/>
                </a:lnTo>
                <a:lnTo>
                  <a:pt x="407587" y="591189"/>
                </a:lnTo>
                <a:lnTo>
                  <a:pt x="449573" y="575907"/>
                </a:lnTo>
                <a:lnTo>
                  <a:pt x="488452" y="555322"/>
                </a:lnTo>
                <a:lnTo>
                  <a:pt x="523734" y="529902"/>
                </a:lnTo>
                <a:lnTo>
                  <a:pt x="554930" y="500113"/>
                </a:lnTo>
                <a:lnTo>
                  <a:pt x="581551" y="466422"/>
                </a:lnTo>
                <a:lnTo>
                  <a:pt x="603108" y="429297"/>
                </a:lnTo>
                <a:lnTo>
                  <a:pt x="619112" y="389204"/>
                </a:lnTo>
                <a:lnTo>
                  <a:pt x="629072" y="346612"/>
                </a:lnTo>
                <a:lnTo>
                  <a:pt x="632501" y="301986"/>
                </a:lnTo>
                <a:lnTo>
                  <a:pt x="629072" y="257361"/>
                </a:lnTo>
                <a:lnTo>
                  <a:pt x="619112" y="214769"/>
                </a:lnTo>
                <a:lnTo>
                  <a:pt x="603108" y="174676"/>
                </a:lnTo>
                <a:lnTo>
                  <a:pt x="581551" y="137551"/>
                </a:lnTo>
                <a:lnTo>
                  <a:pt x="554930" y="103861"/>
                </a:lnTo>
                <a:lnTo>
                  <a:pt x="523734" y="74072"/>
                </a:lnTo>
                <a:lnTo>
                  <a:pt x="488452" y="48651"/>
                </a:lnTo>
                <a:lnTo>
                  <a:pt x="449573" y="28067"/>
                </a:lnTo>
                <a:lnTo>
                  <a:pt x="407587" y="12785"/>
                </a:lnTo>
                <a:lnTo>
                  <a:pt x="362983" y="3274"/>
                </a:lnTo>
                <a:lnTo>
                  <a:pt x="316250" y="0"/>
                </a:lnTo>
                <a:close/>
              </a:path>
            </a:pathLst>
          </a:custGeom>
          <a:solidFill>
            <a:srgbClr val="595959"/>
          </a:solidFill>
        </p:spPr>
        <p:txBody>
          <a:bodyPr wrap="square" lIns="0" tIns="0" rIns="0" bIns="0" rtlCol="0"/>
          <a:lstStyle/>
          <a:p>
            <a:endParaRPr dirty="0"/>
          </a:p>
        </p:txBody>
      </p:sp>
      <p:sp>
        <p:nvSpPr>
          <p:cNvPr id="15" name="object 15"/>
          <p:cNvSpPr/>
          <p:nvPr/>
        </p:nvSpPr>
        <p:spPr>
          <a:xfrm>
            <a:off x="4280312" y="2557967"/>
            <a:ext cx="633095" cy="604520"/>
          </a:xfrm>
          <a:custGeom>
            <a:avLst/>
            <a:gdLst/>
            <a:ahLst/>
            <a:cxnLst/>
            <a:rect l="l" t="t" r="r" b="b"/>
            <a:pathLst>
              <a:path w="633095" h="604519">
                <a:moveTo>
                  <a:pt x="0" y="301987"/>
                </a:moveTo>
                <a:lnTo>
                  <a:pt x="3428" y="257362"/>
                </a:lnTo>
                <a:lnTo>
                  <a:pt x="13389" y="214769"/>
                </a:lnTo>
                <a:lnTo>
                  <a:pt x="29393" y="174677"/>
                </a:lnTo>
                <a:lnTo>
                  <a:pt x="50949" y="137552"/>
                </a:lnTo>
                <a:lnTo>
                  <a:pt x="77571" y="103861"/>
                </a:lnTo>
                <a:lnTo>
                  <a:pt x="108767" y="74072"/>
                </a:lnTo>
                <a:lnTo>
                  <a:pt x="144049" y="48652"/>
                </a:lnTo>
                <a:lnTo>
                  <a:pt x="182927" y="28067"/>
                </a:lnTo>
                <a:lnTo>
                  <a:pt x="224913" y="12785"/>
                </a:lnTo>
                <a:lnTo>
                  <a:pt x="269517" y="3274"/>
                </a:lnTo>
                <a:lnTo>
                  <a:pt x="316251" y="0"/>
                </a:lnTo>
                <a:lnTo>
                  <a:pt x="362984" y="3274"/>
                </a:lnTo>
                <a:lnTo>
                  <a:pt x="407588" y="12785"/>
                </a:lnTo>
                <a:lnTo>
                  <a:pt x="449574" y="28067"/>
                </a:lnTo>
                <a:lnTo>
                  <a:pt x="488452" y="48652"/>
                </a:lnTo>
                <a:lnTo>
                  <a:pt x="523734" y="74072"/>
                </a:lnTo>
                <a:lnTo>
                  <a:pt x="554930" y="103861"/>
                </a:lnTo>
                <a:lnTo>
                  <a:pt x="581552" y="137552"/>
                </a:lnTo>
                <a:lnTo>
                  <a:pt x="603108" y="174677"/>
                </a:lnTo>
                <a:lnTo>
                  <a:pt x="619112" y="214769"/>
                </a:lnTo>
                <a:lnTo>
                  <a:pt x="629073" y="257362"/>
                </a:lnTo>
                <a:lnTo>
                  <a:pt x="632502" y="301987"/>
                </a:lnTo>
                <a:lnTo>
                  <a:pt x="629073" y="346613"/>
                </a:lnTo>
                <a:lnTo>
                  <a:pt x="619112" y="389205"/>
                </a:lnTo>
                <a:lnTo>
                  <a:pt x="603108" y="429297"/>
                </a:lnTo>
                <a:lnTo>
                  <a:pt x="581552" y="466422"/>
                </a:lnTo>
                <a:lnTo>
                  <a:pt x="554930" y="500113"/>
                </a:lnTo>
                <a:lnTo>
                  <a:pt x="523734" y="529902"/>
                </a:lnTo>
                <a:lnTo>
                  <a:pt x="488452" y="555322"/>
                </a:lnTo>
                <a:lnTo>
                  <a:pt x="449574" y="575907"/>
                </a:lnTo>
                <a:lnTo>
                  <a:pt x="407588" y="591189"/>
                </a:lnTo>
                <a:lnTo>
                  <a:pt x="362984" y="600700"/>
                </a:lnTo>
                <a:lnTo>
                  <a:pt x="316251" y="603975"/>
                </a:lnTo>
                <a:lnTo>
                  <a:pt x="269517" y="600700"/>
                </a:lnTo>
                <a:lnTo>
                  <a:pt x="224913" y="591189"/>
                </a:lnTo>
                <a:lnTo>
                  <a:pt x="182927" y="575907"/>
                </a:lnTo>
                <a:lnTo>
                  <a:pt x="144049" y="555322"/>
                </a:lnTo>
                <a:lnTo>
                  <a:pt x="108767" y="529902"/>
                </a:lnTo>
                <a:lnTo>
                  <a:pt x="77571" y="500113"/>
                </a:lnTo>
                <a:lnTo>
                  <a:pt x="50949" y="466422"/>
                </a:lnTo>
                <a:lnTo>
                  <a:pt x="29393" y="429297"/>
                </a:lnTo>
                <a:lnTo>
                  <a:pt x="13389" y="389205"/>
                </a:lnTo>
                <a:lnTo>
                  <a:pt x="3428" y="346613"/>
                </a:lnTo>
                <a:lnTo>
                  <a:pt x="0" y="301987"/>
                </a:lnTo>
                <a:close/>
              </a:path>
            </a:pathLst>
          </a:custGeom>
          <a:ln w="25400">
            <a:solidFill>
              <a:srgbClr val="FFFFFF"/>
            </a:solidFill>
          </a:ln>
        </p:spPr>
        <p:txBody>
          <a:bodyPr wrap="square" lIns="0" tIns="0" rIns="0" bIns="0" rtlCol="0"/>
          <a:lstStyle/>
          <a:p>
            <a:endParaRPr dirty="0"/>
          </a:p>
        </p:txBody>
      </p:sp>
      <p:sp>
        <p:nvSpPr>
          <p:cNvPr id="16" name="object 16"/>
          <p:cNvSpPr txBox="1"/>
          <p:nvPr/>
        </p:nvSpPr>
        <p:spPr>
          <a:xfrm rot="18060000">
            <a:off x="3837556" y="2537145"/>
            <a:ext cx="523126" cy="141064"/>
          </a:xfrm>
          <a:prstGeom prst="rect">
            <a:avLst/>
          </a:prstGeom>
        </p:spPr>
        <p:txBody>
          <a:bodyPr vert="horz" wrap="square" lIns="0" tIns="0" rIns="0" bIns="0" rtlCol="0">
            <a:spAutoFit/>
          </a:bodyPr>
          <a:lstStyle/>
          <a:p>
            <a:pPr>
              <a:lnSpc>
                <a:spcPts val="1080"/>
              </a:lnSpc>
            </a:pPr>
            <a:r>
              <a:rPr sz="1100" spc="-70" dirty="0">
                <a:solidFill>
                  <a:srgbClr val="262626"/>
                </a:solidFill>
                <a:latin typeface="Franklin Gothic Medium" panose="020B0603020102020204" pitchFamily="34" charset="0"/>
                <a:cs typeface="Arial"/>
              </a:rPr>
              <a:t>R</a:t>
            </a:r>
            <a:r>
              <a:rPr sz="1100" spc="-80" dirty="0">
                <a:solidFill>
                  <a:srgbClr val="262626"/>
                </a:solidFill>
                <a:latin typeface="Franklin Gothic Medium" panose="020B0603020102020204" pitchFamily="34" charset="0"/>
                <a:cs typeface="Arial"/>
              </a:rPr>
              <a:t>e</a:t>
            </a:r>
            <a:r>
              <a:rPr sz="1100" spc="-90" dirty="0">
                <a:solidFill>
                  <a:srgbClr val="262626"/>
                </a:solidFill>
                <a:latin typeface="Franklin Gothic Medium" panose="020B0603020102020204" pitchFamily="34" charset="0"/>
                <a:cs typeface="Arial"/>
              </a:rPr>
              <a:t>v</a:t>
            </a:r>
            <a:r>
              <a:rPr sz="1600" spc="-89" baseline="2645" dirty="0">
                <a:solidFill>
                  <a:srgbClr val="262626"/>
                </a:solidFill>
                <a:latin typeface="Franklin Gothic Medium" panose="020B0603020102020204" pitchFamily="34" charset="0"/>
                <a:cs typeface="Arial"/>
              </a:rPr>
              <a:t>e</a:t>
            </a:r>
            <a:r>
              <a:rPr sz="1600" spc="-52" baseline="2645" dirty="0">
                <a:solidFill>
                  <a:srgbClr val="262626"/>
                </a:solidFill>
                <a:latin typeface="Franklin Gothic Medium" panose="020B0603020102020204" pitchFamily="34" charset="0"/>
                <a:cs typeface="Arial"/>
              </a:rPr>
              <a:t>n</a:t>
            </a:r>
            <a:r>
              <a:rPr sz="1600" spc="-75" baseline="2645" dirty="0">
                <a:solidFill>
                  <a:srgbClr val="262626"/>
                </a:solidFill>
                <a:latin typeface="Franklin Gothic Medium" panose="020B0603020102020204" pitchFamily="34" charset="0"/>
                <a:cs typeface="Arial"/>
              </a:rPr>
              <a:t>u</a:t>
            </a:r>
            <a:r>
              <a:rPr sz="1600" spc="-15" baseline="2645" dirty="0">
                <a:solidFill>
                  <a:srgbClr val="262626"/>
                </a:solidFill>
                <a:latin typeface="Franklin Gothic Medium" panose="020B0603020102020204" pitchFamily="34" charset="0"/>
                <a:cs typeface="Arial"/>
              </a:rPr>
              <a:t>e</a:t>
            </a:r>
            <a:endParaRPr sz="1600" baseline="2645" dirty="0">
              <a:latin typeface="Franklin Gothic Medium" panose="020B0603020102020204" pitchFamily="34" charset="0"/>
              <a:cs typeface="Arial"/>
            </a:endParaRPr>
          </a:p>
        </p:txBody>
      </p:sp>
      <p:sp>
        <p:nvSpPr>
          <p:cNvPr id="17" name="object 17"/>
          <p:cNvSpPr txBox="1"/>
          <p:nvPr/>
        </p:nvSpPr>
        <p:spPr>
          <a:xfrm rot="18060000">
            <a:off x="3824388" y="2543774"/>
            <a:ext cx="926171" cy="141064"/>
          </a:xfrm>
          <a:prstGeom prst="rect">
            <a:avLst/>
          </a:prstGeom>
        </p:spPr>
        <p:txBody>
          <a:bodyPr vert="horz" wrap="square" lIns="0" tIns="0" rIns="0" bIns="0" rtlCol="0">
            <a:spAutoFit/>
          </a:bodyPr>
          <a:lstStyle/>
          <a:p>
            <a:pPr>
              <a:lnSpc>
                <a:spcPts val="1080"/>
              </a:lnSpc>
            </a:pPr>
            <a:r>
              <a:rPr sz="1100" dirty="0">
                <a:solidFill>
                  <a:srgbClr val="262626"/>
                </a:solidFill>
                <a:latin typeface="Franklin Gothic Medium" panose="020B0603020102020204" pitchFamily="34" charset="0"/>
                <a:cs typeface="Arial"/>
              </a:rPr>
              <a:t>Man</a:t>
            </a:r>
            <a:r>
              <a:rPr sz="1600" baseline="2645" dirty="0">
                <a:solidFill>
                  <a:srgbClr val="262626"/>
                </a:solidFill>
                <a:latin typeface="Franklin Gothic Medium" panose="020B0603020102020204" pitchFamily="34" charset="0"/>
                <a:cs typeface="Arial"/>
              </a:rPr>
              <a:t>agem</a:t>
            </a:r>
            <a:r>
              <a:rPr sz="1600" baseline="5291" dirty="0">
                <a:solidFill>
                  <a:srgbClr val="262626"/>
                </a:solidFill>
                <a:latin typeface="Franklin Gothic Medium" panose="020B0603020102020204" pitchFamily="34" charset="0"/>
                <a:cs typeface="Arial"/>
              </a:rPr>
              <a:t>ent</a:t>
            </a:r>
            <a:endParaRPr sz="1600" baseline="5291" dirty="0">
              <a:latin typeface="Franklin Gothic Medium" panose="020B0603020102020204" pitchFamily="34" charset="0"/>
              <a:cs typeface="Arial"/>
            </a:endParaRPr>
          </a:p>
        </p:txBody>
      </p:sp>
      <p:sp>
        <p:nvSpPr>
          <p:cNvPr id="18" name="object 18"/>
          <p:cNvSpPr txBox="1"/>
          <p:nvPr/>
        </p:nvSpPr>
        <p:spPr>
          <a:xfrm rot="3540000">
            <a:off x="4759396" y="2552390"/>
            <a:ext cx="345859" cy="141064"/>
          </a:xfrm>
          <a:prstGeom prst="rect">
            <a:avLst/>
          </a:prstGeom>
        </p:spPr>
        <p:txBody>
          <a:bodyPr vert="horz" wrap="square" lIns="0" tIns="0" rIns="0" bIns="0" rtlCol="0">
            <a:spAutoFit/>
          </a:bodyPr>
          <a:lstStyle/>
          <a:p>
            <a:pPr>
              <a:lnSpc>
                <a:spcPts val="1080"/>
              </a:lnSpc>
            </a:pPr>
            <a:r>
              <a:rPr sz="1600" baseline="2645" dirty="0">
                <a:solidFill>
                  <a:srgbClr val="262626"/>
                </a:solidFill>
                <a:latin typeface="Franklin Gothic Medium" panose="020B0603020102020204" pitchFamily="34" charset="0"/>
                <a:cs typeface="Arial"/>
              </a:rPr>
              <a:t>Sa</a:t>
            </a:r>
            <a:r>
              <a:rPr sz="1100" dirty="0">
                <a:solidFill>
                  <a:srgbClr val="262626"/>
                </a:solidFill>
                <a:latin typeface="Franklin Gothic Medium" panose="020B0603020102020204" pitchFamily="34" charset="0"/>
                <a:cs typeface="Arial"/>
              </a:rPr>
              <a:t>les</a:t>
            </a:r>
            <a:endParaRPr sz="1100" dirty="0">
              <a:latin typeface="Franklin Gothic Medium" panose="020B0603020102020204" pitchFamily="34" charset="0"/>
              <a:cs typeface="Arial"/>
            </a:endParaRPr>
          </a:p>
        </p:txBody>
      </p:sp>
      <p:sp>
        <p:nvSpPr>
          <p:cNvPr id="19" name="object 19"/>
          <p:cNvSpPr txBox="1"/>
          <p:nvPr/>
        </p:nvSpPr>
        <p:spPr>
          <a:xfrm>
            <a:off x="4279069" y="3225407"/>
            <a:ext cx="750130" cy="185307"/>
          </a:xfrm>
          <a:prstGeom prst="rect">
            <a:avLst/>
          </a:prstGeom>
        </p:spPr>
        <p:txBody>
          <a:bodyPr vert="horz" wrap="square" lIns="0" tIns="15875" rIns="0" bIns="0" rtlCol="0">
            <a:spAutoFit/>
          </a:bodyPr>
          <a:lstStyle/>
          <a:p>
            <a:pPr marL="12700">
              <a:lnSpc>
                <a:spcPct val="100000"/>
              </a:lnSpc>
              <a:spcBef>
                <a:spcPts val="125"/>
              </a:spcBef>
            </a:pPr>
            <a:r>
              <a:rPr sz="1100" dirty="0">
                <a:solidFill>
                  <a:srgbClr val="262626"/>
                </a:solidFill>
                <a:latin typeface="Franklin Gothic Medium" panose="020B0603020102020204" pitchFamily="34" charset="0"/>
                <a:cs typeface="Arial"/>
              </a:rPr>
              <a:t>Marketing</a:t>
            </a:r>
            <a:endParaRPr sz="1100" dirty="0">
              <a:latin typeface="Franklin Gothic Medium" panose="020B0603020102020204" pitchFamily="34" charset="0"/>
              <a:cs typeface="Arial"/>
            </a:endParaRPr>
          </a:p>
        </p:txBody>
      </p:sp>
      <p:sp>
        <p:nvSpPr>
          <p:cNvPr id="20" name="object 20"/>
          <p:cNvSpPr txBox="1"/>
          <p:nvPr/>
        </p:nvSpPr>
        <p:spPr>
          <a:xfrm>
            <a:off x="4293039" y="1762759"/>
            <a:ext cx="530225" cy="283411"/>
          </a:xfrm>
          <a:prstGeom prst="rect">
            <a:avLst/>
          </a:prstGeom>
        </p:spPr>
        <p:txBody>
          <a:bodyPr vert="horz" wrap="square" lIns="0" tIns="9525" rIns="0" bIns="0" rtlCol="0">
            <a:spAutoFit/>
          </a:bodyPr>
          <a:lstStyle/>
          <a:p>
            <a:pPr marL="67945" marR="5080" indent="-55880">
              <a:lnSpc>
                <a:spcPct val="102200"/>
              </a:lnSpc>
              <a:spcBef>
                <a:spcPts val="75"/>
              </a:spcBef>
            </a:pPr>
            <a:r>
              <a:rPr sz="900" dirty="0">
                <a:solidFill>
                  <a:srgbClr val="FFFFFF"/>
                </a:solidFill>
                <a:latin typeface="Franklin Gothic Book" panose="020B0503020102020204" pitchFamily="34" charset="0"/>
                <a:cs typeface="Avenir-Book"/>
              </a:rPr>
              <a:t>Science &amp;  Strategy</a:t>
            </a:r>
            <a:endParaRPr sz="900" dirty="0">
              <a:latin typeface="Franklin Gothic Book" panose="020B0503020102020204" pitchFamily="34" charset="0"/>
              <a:cs typeface="Avenir-Book"/>
            </a:endParaRPr>
          </a:p>
        </p:txBody>
      </p:sp>
      <p:sp>
        <p:nvSpPr>
          <p:cNvPr id="21" name="object 21"/>
          <p:cNvSpPr txBox="1"/>
          <p:nvPr/>
        </p:nvSpPr>
        <p:spPr>
          <a:xfrm>
            <a:off x="4066343" y="3637311"/>
            <a:ext cx="983615" cy="289823"/>
          </a:xfrm>
          <a:prstGeom prst="rect">
            <a:avLst/>
          </a:prstGeom>
        </p:spPr>
        <p:txBody>
          <a:bodyPr vert="horz" wrap="square" lIns="0" tIns="12700" rIns="0" bIns="0" rtlCol="0">
            <a:spAutoFit/>
          </a:bodyPr>
          <a:lstStyle/>
          <a:p>
            <a:pPr marL="12700" algn="ctr">
              <a:lnSpc>
                <a:spcPct val="100000"/>
              </a:lnSpc>
              <a:spcBef>
                <a:spcPts val="100"/>
              </a:spcBef>
            </a:pPr>
            <a:r>
              <a:rPr sz="900" spc="-5" dirty="0">
                <a:solidFill>
                  <a:srgbClr val="FFFFFF"/>
                </a:solidFill>
                <a:latin typeface="Avenir-Book"/>
                <a:cs typeface="Avenir-Book"/>
              </a:rPr>
              <a:t>Art </a:t>
            </a:r>
            <a:r>
              <a:rPr sz="900" dirty="0">
                <a:solidFill>
                  <a:srgbClr val="FFFFFF"/>
                </a:solidFill>
                <a:latin typeface="Avenir-Book"/>
                <a:cs typeface="Avenir-Book"/>
              </a:rPr>
              <a:t>&amp;</a:t>
            </a:r>
            <a:r>
              <a:rPr lang="en-US" sz="900" dirty="0">
                <a:solidFill>
                  <a:srgbClr val="FFFFFF"/>
                </a:solidFill>
                <a:latin typeface="Avenir-Book"/>
                <a:cs typeface="Avenir-Book"/>
              </a:rPr>
              <a:t> Talent </a:t>
            </a:r>
            <a:r>
              <a:rPr sz="900" spc="-45" dirty="0">
                <a:solidFill>
                  <a:srgbClr val="FFFFFF"/>
                </a:solidFill>
                <a:latin typeface="Avenir-Book"/>
                <a:cs typeface="Avenir-Book"/>
              </a:rPr>
              <a:t> </a:t>
            </a:r>
            <a:r>
              <a:rPr sz="900" spc="-5" dirty="0">
                <a:solidFill>
                  <a:srgbClr val="FFFFFF"/>
                </a:solidFill>
                <a:latin typeface="Avenir-Book"/>
                <a:cs typeface="Avenir-Book"/>
              </a:rPr>
              <a:t>Optimization</a:t>
            </a:r>
            <a:endParaRPr sz="900" dirty="0">
              <a:latin typeface="Avenir-Book"/>
              <a:cs typeface="Avenir-Book"/>
            </a:endParaRPr>
          </a:p>
        </p:txBody>
      </p:sp>
      <p:sp>
        <p:nvSpPr>
          <p:cNvPr id="22" name="object 22"/>
          <p:cNvSpPr txBox="1"/>
          <p:nvPr/>
        </p:nvSpPr>
        <p:spPr>
          <a:xfrm>
            <a:off x="3330907" y="2765551"/>
            <a:ext cx="596900" cy="283411"/>
          </a:xfrm>
          <a:prstGeom prst="rect">
            <a:avLst/>
          </a:prstGeom>
        </p:spPr>
        <p:txBody>
          <a:bodyPr vert="horz" wrap="square" lIns="0" tIns="9525" rIns="0" bIns="0" rtlCol="0">
            <a:spAutoFit/>
          </a:bodyPr>
          <a:lstStyle/>
          <a:p>
            <a:pPr marL="12700" marR="5080" indent="64769" algn="ctr">
              <a:lnSpc>
                <a:spcPct val="102200"/>
              </a:lnSpc>
              <a:spcBef>
                <a:spcPts val="75"/>
              </a:spcBef>
            </a:pPr>
            <a:r>
              <a:rPr lang="en-US" sz="900" dirty="0">
                <a:solidFill>
                  <a:srgbClr val="FFFFFF"/>
                </a:solidFill>
                <a:latin typeface="Franklin Gothic Book" panose="020B0503020102020204" pitchFamily="34" charset="0"/>
                <a:cs typeface="Avenir-Book"/>
              </a:rPr>
              <a:t>Revenue</a:t>
            </a:r>
            <a:r>
              <a:rPr sz="900" dirty="0">
                <a:solidFill>
                  <a:srgbClr val="FFFFFF"/>
                </a:solidFill>
                <a:latin typeface="Franklin Gothic Book" panose="020B0503020102020204" pitchFamily="34" charset="0"/>
                <a:cs typeface="Avenir-Book"/>
              </a:rPr>
              <a:t>  </a:t>
            </a:r>
            <a:r>
              <a:rPr lang="en-US" sz="900" dirty="0">
                <a:solidFill>
                  <a:srgbClr val="FFFFFF"/>
                </a:solidFill>
                <a:latin typeface="Franklin Gothic Book" panose="020B0503020102020204" pitchFamily="34" charset="0"/>
                <a:cs typeface="Avenir-Book"/>
              </a:rPr>
              <a:t>Results</a:t>
            </a:r>
            <a:endParaRPr sz="900" dirty="0">
              <a:latin typeface="Franklin Gothic Book" panose="020B0503020102020204" pitchFamily="34" charset="0"/>
              <a:cs typeface="Avenir-Book"/>
            </a:endParaRPr>
          </a:p>
        </p:txBody>
      </p:sp>
      <p:sp>
        <p:nvSpPr>
          <p:cNvPr id="23" name="object 23"/>
          <p:cNvSpPr/>
          <p:nvPr/>
        </p:nvSpPr>
        <p:spPr>
          <a:xfrm>
            <a:off x="4175150" y="1331702"/>
            <a:ext cx="767279" cy="312021"/>
          </a:xfrm>
          <a:prstGeom prst="rect">
            <a:avLst/>
          </a:prstGeom>
          <a:blipFill>
            <a:blip r:embed="rId6" cstate="print"/>
            <a:stretch>
              <a:fillRect/>
            </a:stretch>
          </a:blipFill>
        </p:spPr>
        <p:txBody>
          <a:bodyPr wrap="square" lIns="0" tIns="0" rIns="0" bIns="0" rtlCol="0"/>
          <a:lstStyle/>
          <a:p>
            <a:endParaRPr dirty="0">
              <a:latin typeface="Franklin Gothic Book" panose="020B0503020102020204" pitchFamily="34" charset="0"/>
            </a:endParaRPr>
          </a:p>
        </p:txBody>
      </p:sp>
      <p:sp>
        <p:nvSpPr>
          <p:cNvPr id="24" name="object 24"/>
          <p:cNvSpPr/>
          <p:nvPr/>
        </p:nvSpPr>
        <p:spPr>
          <a:xfrm>
            <a:off x="4367910" y="1066163"/>
            <a:ext cx="383379" cy="113695"/>
          </a:xfrm>
          <a:prstGeom prst="rect">
            <a:avLst/>
          </a:prstGeom>
          <a:blipFill>
            <a:blip r:embed="rId7" cstate="print"/>
            <a:stretch>
              <a:fillRect/>
            </a:stretch>
          </a:blipFill>
        </p:spPr>
        <p:txBody>
          <a:bodyPr wrap="square" lIns="0" tIns="0" rIns="0" bIns="0" rtlCol="0"/>
          <a:lstStyle/>
          <a:p>
            <a:endParaRPr dirty="0">
              <a:latin typeface="Franklin Gothic Book" panose="020B0503020102020204" pitchFamily="34" charset="0"/>
            </a:endParaRPr>
          </a:p>
        </p:txBody>
      </p:sp>
      <p:sp>
        <p:nvSpPr>
          <p:cNvPr id="25" name="object 25"/>
          <p:cNvSpPr txBox="1"/>
          <p:nvPr/>
        </p:nvSpPr>
        <p:spPr>
          <a:xfrm>
            <a:off x="892303" y="896064"/>
            <a:ext cx="1015260" cy="353943"/>
          </a:xfrm>
          <a:prstGeom prst="rect">
            <a:avLst/>
          </a:prstGeom>
        </p:spPr>
        <p:txBody>
          <a:bodyPr vert="horz" wrap="square" lIns="0" tIns="20320" rIns="0" bIns="0" rtlCol="0">
            <a:spAutoFit/>
          </a:bodyPr>
          <a:lstStyle/>
          <a:p>
            <a:pPr marL="12700" marR="5080">
              <a:lnSpc>
                <a:spcPts val="1300"/>
              </a:lnSpc>
              <a:spcBef>
                <a:spcPts val="160"/>
              </a:spcBef>
            </a:pPr>
            <a:r>
              <a:rPr lang="en-US" sz="1100" b="1" dirty="0">
                <a:solidFill>
                  <a:schemeClr val="tx1">
                    <a:lumMod val="75000"/>
                    <a:lumOff val="25000"/>
                  </a:schemeClr>
                </a:solidFill>
                <a:latin typeface="Franklin Gothic Book" panose="020B0503020102020204" pitchFamily="34" charset="0"/>
                <a:cs typeface="Arial"/>
              </a:rPr>
              <a:t>Ignite- </a:t>
            </a:r>
            <a:r>
              <a:rPr lang="en-US" sz="1100" dirty="0">
                <a:solidFill>
                  <a:schemeClr val="tx1">
                    <a:lumMod val="75000"/>
                    <a:lumOff val="25000"/>
                  </a:schemeClr>
                </a:solidFill>
                <a:latin typeface="Franklin Gothic Book" panose="020B0503020102020204" pitchFamily="34" charset="0"/>
                <a:cs typeface="Arial"/>
              </a:rPr>
              <a:t>Revenue Strategy Plan</a:t>
            </a:r>
            <a:endParaRPr sz="1100" dirty="0">
              <a:solidFill>
                <a:schemeClr val="tx1">
                  <a:lumMod val="75000"/>
                  <a:lumOff val="25000"/>
                </a:schemeClr>
              </a:solidFill>
              <a:latin typeface="Franklin Gothic Book" panose="020B0503020102020204" pitchFamily="34" charset="0"/>
              <a:cs typeface="Arial"/>
            </a:endParaRPr>
          </a:p>
        </p:txBody>
      </p:sp>
      <p:sp>
        <p:nvSpPr>
          <p:cNvPr id="26" name="object 26"/>
          <p:cNvSpPr txBox="1"/>
          <p:nvPr/>
        </p:nvSpPr>
        <p:spPr>
          <a:xfrm>
            <a:off x="6922382" y="989750"/>
            <a:ext cx="1050162" cy="351378"/>
          </a:xfrm>
          <a:prstGeom prst="rect">
            <a:avLst/>
          </a:prstGeom>
        </p:spPr>
        <p:txBody>
          <a:bodyPr vert="horz" wrap="square" lIns="0" tIns="12700" rIns="0" bIns="0" rtlCol="0">
            <a:spAutoFit/>
          </a:bodyPr>
          <a:lstStyle/>
          <a:p>
            <a:pPr marR="6985" algn="r">
              <a:lnSpc>
                <a:spcPct val="100000"/>
              </a:lnSpc>
              <a:spcBef>
                <a:spcPts val="100"/>
              </a:spcBef>
            </a:pPr>
            <a:r>
              <a:rPr lang="en-US" sz="1100" b="1" dirty="0">
                <a:solidFill>
                  <a:schemeClr val="tx1">
                    <a:lumMod val="75000"/>
                    <a:lumOff val="25000"/>
                  </a:schemeClr>
                </a:solidFill>
                <a:latin typeface="Franklin Gothic Book" panose="020B0503020102020204" pitchFamily="34" charset="0"/>
                <a:cs typeface="Arial"/>
              </a:rPr>
              <a:t>Connect Sales Methodology</a:t>
            </a:r>
          </a:p>
        </p:txBody>
      </p:sp>
      <p:sp>
        <p:nvSpPr>
          <p:cNvPr id="27" name="object 27"/>
          <p:cNvSpPr txBox="1"/>
          <p:nvPr/>
        </p:nvSpPr>
        <p:spPr>
          <a:xfrm>
            <a:off x="989490" y="4201919"/>
            <a:ext cx="965200" cy="689932"/>
          </a:xfrm>
          <a:prstGeom prst="rect">
            <a:avLst/>
          </a:prstGeom>
        </p:spPr>
        <p:txBody>
          <a:bodyPr vert="horz" wrap="square" lIns="0" tIns="12700" rIns="0" bIns="0" rtlCol="0">
            <a:spAutoFit/>
          </a:bodyPr>
          <a:lstStyle/>
          <a:p>
            <a:pPr marL="12700">
              <a:lnSpc>
                <a:spcPct val="100000"/>
              </a:lnSpc>
              <a:spcBef>
                <a:spcPts val="100"/>
              </a:spcBef>
            </a:pPr>
            <a:r>
              <a:rPr lang="en-US" sz="1100" b="1" dirty="0">
                <a:solidFill>
                  <a:schemeClr val="tx1">
                    <a:lumMod val="75000"/>
                    <a:lumOff val="25000"/>
                  </a:schemeClr>
                </a:solidFill>
                <a:latin typeface="Franklin Gothic Book" panose="020B0503020102020204" pitchFamily="34" charset="0"/>
                <a:cs typeface="Arial"/>
              </a:rPr>
              <a:t>Talent Accelerator- </a:t>
            </a:r>
            <a:r>
              <a:rPr lang="en-US" sz="1100" dirty="0">
                <a:solidFill>
                  <a:schemeClr val="tx1">
                    <a:lumMod val="75000"/>
                    <a:lumOff val="25000"/>
                  </a:schemeClr>
                </a:solidFill>
                <a:latin typeface="Franklin Gothic Book" panose="020B0503020102020204" pitchFamily="34" charset="0"/>
                <a:cs typeface="Arial"/>
              </a:rPr>
              <a:t>Competency Development</a:t>
            </a:r>
            <a:endParaRPr sz="1100" dirty="0">
              <a:solidFill>
                <a:schemeClr val="tx1">
                  <a:lumMod val="75000"/>
                  <a:lumOff val="25000"/>
                </a:schemeClr>
              </a:solidFill>
              <a:latin typeface="Franklin Gothic Book" panose="020B0503020102020204" pitchFamily="34" charset="0"/>
              <a:cs typeface="Arial"/>
            </a:endParaRPr>
          </a:p>
        </p:txBody>
      </p:sp>
      <p:sp>
        <p:nvSpPr>
          <p:cNvPr id="29" name="object 29"/>
          <p:cNvSpPr txBox="1"/>
          <p:nvPr/>
        </p:nvSpPr>
        <p:spPr>
          <a:xfrm>
            <a:off x="4286912" y="2702412"/>
            <a:ext cx="569595" cy="319959"/>
          </a:xfrm>
          <a:prstGeom prst="rect">
            <a:avLst/>
          </a:prstGeom>
        </p:spPr>
        <p:txBody>
          <a:bodyPr vert="horz" wrap="square" lIns="0" tIns="37465" rIns="0" bIns="0" rtlCol="0">
            <a:spAutoFit/>
          </a:bodyPr>
          <a:lstStyle/>
          <a:p>
            <a:pPr marL="82550" marR="5080" indent="-69850" algn="ctr">
              <a:lnSpc>
                <a:spcPts val="1100"/>
              </a:lnSpc>
              <a:spcBef>
                <a:spcPts val="295"/>
              </a:spcBef>
            </a:pPr>
            <a:r>
              <a:rPr lang="en-US" sz="1050" u="sng" dirty="0">
                <a:solidFill>
                  <a:srgbClr val="FFFFFF"/>
                </a:solidFill>
                <a:uFill>
                  <a:solidFill>
                    <a:srgbClr val="FFFFFF"/>
                  </a:solidFill>
                </a:uFill>
                <a:latin typeface="Franklin Gothic Book" panose="020B0503020102020204" pitchFamily="34" charset="0"/>
                <a:cs typeface="Arial"/>
              </a:rPr>
              <a:t>Revenue Growth</a:t>
            </a:r>
            <a:endParaRPr sz="1050" dirty="0">
              <a:latin typeface="Franklin Gothic Book" panose="020B0503020102020204" pitchFamily="34" charset="0"/>
              <a:cs typeface="Arial"/>
            </a:endParaRPr>
          </a:p>
        </p:txBody>
      </p:sp>
      <p:sp>
        <p:nvSpPr>
          <p:cNvPr id="30" name="object 30"/>
          <p:cNvSpPr txBox="1"/>
          <p:nvPr/>
        </p:nvSpPr>
        <p:spPr>
          <a:xfrm>
            <a:off x="5249147" y="2567432"/>
            <a:ext cx="541020" cy="583565"/>
          </a:xfrm>
          <a:prstGeom prst="rect">
            <a:avLst/>
          </a:prstGeom>
        </p:spPr>
        <p:txBody>
          <a:bodyPr vert="horz" wrap="square" lIns="0" tIns="9525" rIns="0" bIns="0" rtlCol="0">
            <a:spAutoFit/>
          </a:bodyPr>
          <a:lstStyle/>
          <a:p>
            <a:pPr marL="12065" marR="5080" indent="13970" algn="ctr">
              <a:lnSpc>
                <a:spcPct val="102200"/>
              </a:lnSpc>
              <a:spcBef>
                <a:spcPts val="75"/>
              </a:spcBef>
            </a:pPr>
            <a:r>
              <a:rPr sz="900" spc="-5" dirty="0">
                <a:solidFill>
                  <a:srgbClr val="FFFFFF"/>
                </a:solidFill>
                <a:latin typeface="Avenir-Book"/>
                <a:cs typeface="Avenir-Book"/>
              </a:rPr>
              <a:t>Process</a:t>
            </a:r>
            <a:r>
              <a:rPr sz="900" spc="-70" dirty="0">
                <a:solidFill>
                  <a:srgbClr val="FFFFFF"/>
                </a:solidFill>
                <a:latin typeface="Avenir-Book"/>
                <a:cs typeface="Avenir-Book"/>
              </a:rPr>
              <a:t> </a:t>
            </a:r>
            <a:r>
              <a:rPr sz="900" dirty="0">
                <a:solidFill>
                  <a:srgbClr val="FFFFFF"/>
                </a:solidFill>
                <a:latin typeface="Avenir-Book"/>
                <a:cs typeface="Avenir-Book"/>
              </a:rPr>
              <a:t>&amp;  C</a:t>
            </a:r>
            <a:r>
              <a:rPr sz="900" spc="-5" dirty="0">
                <a:solidFill>
                  <a:srgbClr val="FFFFFF"/>
                </a:solidFill>
                <a:latin typeface="Avenir-Book"/>
                <a:cs typeface="Avenir-Book"/>
              </a:rPr>
              <a:t>u</a:t>
            </a:r>
            <a:r>
              <a:rPr sz="900" dirty="0">
                <a:solidFill>
                  <a:srgbClr val="FFFFFF"/>
                </a:solidFill>
                <a:latin typeface="Avenir-Book"/>
                <a:cs typeface="Avenir-Book"/>
              </a:rPr>
              <a:t>sto</a:t>
            </a:r>
            <a:r>
              <a:rPr sz="900" spc="-5" dirty="0">
                <a:solidFill>
                  <a:srgbClr val="FFFFFF"/>
                </a:solidFill>
                <a:latin typeface="Avenir-Book"/>
                <a:cs typeface="Avenir-Book"/>
              </a:rPr>
              <a:t>me</a:t>
            </a:r>
            <a:r>
              <a:rPr sz="900" dirty="0">
                <a:solidFill>
                  <a:srgbClr val="FFFFFF"/>
                </a:solidFill>
                <a:latin typeface="Avenir-Book"/>
                <a:cs typeface="Avenir-Book"/>
              </a:rPr>
              <a:t>r  </a:t>
            </a:r>
            <a:r>
              <a:rPr sz="900" spc="-5" dirty="0">
                <a:solidFill>
                  <a:srgbClr val="FFFFFF"/>
                </a:solidFill>
                <a:latin typeface="Avenir-Book"/>
                <a:cs typeface="Avenir-Book"/>
              </a:rPr>
              <a:t>Engage-  ment</a:t>
            </a:r>
            <a:endParaRPr sz="900" dirty="0">
              <a:latin typeface="Avenir-Book"/>
              <a:cs typeface="Avenir-Book"/>
            </a:endParaRPr>
          </a:p>
        </p:txBody>
      </p:sp>
      <p:sp>
        <p:nvSpPr>
          <p:cNvPr id="33" name="object 33"/>
          <p:cNvSpPr txBox="1"/>
          <p:nvPr/>
        </p:nvSpPr>
        <p:spPr>
          <a:xfrm>
            <a:off x="4336041" y="714755"/>
            <a:ext cx="606388"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404040"/>
                </a:solidFill>
                <a:latin typeface="Franklin Gothic Book" panose="020B0503020102020204" pitchFamily="34" charset="0"/>
                <a:cs typeface="Arial"/>
              </a:rPr>
              <a:t>Brand</a:t>
            </a:r>
            <a:endParaRPr sz="1400" dirty="0">
              <a:latin typeface="Franklin Gothic Book" panose="020B0503020102020204" pitchFamily="34" charset="0"/>
              <a:cs typeface="Arial"/>
            </a:endParaRPr>
          </a:p>
        </p:txBody>
      </p:sp>
      <p:sp>
        <p:nvSpPr>
          <p:cNvPr id="34" name="object 34"/>
          <p:cNvSpPr txBox="1"/>
          <p:nvPr/>
        </p:nvSpPr>
        <p:spPr>
          <a:xfrm rot="10800000">
            <a:off x="4378781" y="4802951"/>
            <a:ext cx="453502" cy="177800"/>
          </a:xfrm>
          <a:prstGeom prst="rect">
            <a:avLst/>
          </a:prstGeom>
        </p:spPr>
        <p:txBody>
          <a:bodyPr vert="horz" wrap="square" lIns="0" tIns="0" rIns="0" bIns="0" rtlCol="0">
            <a:spAutoFit/>
          </a:bodyPr>
          <a:lstStyle/>
          <a:p>
            <a:pPr>
              <a:lnSpc>
                <a:spcPts val="1400"/>
              </a:lnSpc>
            </a:pPr>
            <a:r>
              <a:rPr sz="1400" dirty="0">
                <a:solidFill>
                  <a:srgbClr val="404040"/>
                </a:solidFill>
                <a:latin typeface="Franklin Gothic Book" panose="020B0503020102020204" pitchFamily="34" charset="0"/>
                <a:cs typeface="Arial"/>
              </a:rPr>
              <a:t>Brand</a:t>
            </a:r>
            <a:endParaRPr sz="1400" dirty="0">
              <a:latin typeface="Franklin Gothic Book" panose="020B0503020102020204" pitchFamily="34" charset="0"/>
              <a:cs typeface="Arial"/>
            </a:endParaRPr>
          </a:p>
        </p:txBody>
      </p:sp>
      <p:sp>
        <p:nvSpPr>
          <p:cNvPr id="35" name="object 35"/>
          <p:cNvSpPr txBox="1"/>
          <p:nvPr/>
        </p:nvSpPr>
        <p:spPr>
          <a:xfrm>
            <a:off x="2349093" y="2438365"/>
            <a:ext cx="215444" cy="577161"/>
          </a:xfrm>
          <a:prstGeom prst="rect">
            <a:avLst/>
          </a:prstGeom>
        </p:spPr>
        <p:txBody>
          <a:bodyPr vert="vert270" wrap="square" lIns="0" tIns="3810" rIns="0" bIns="0" rtlCol="0">
            <a:spAutoFit/>
          </a:bodyPr>
          <a:lstStyle/>
          <a:p>
            <a:pPr marL="12700">
              <a:lnSpc>
                <a:spcPct val="100000"/>
              </a:lnSpc>
              <a:spcBef>
                <a:spcPts val="30"/>
              </a:spcBef>
            </a:pPr>
            <a:r>
              <a:rPr sz="1400" dirty="0">
                <a:solidFill>
                  <a:srgbClr val="404040"/>
                </a:solidFill>
                <a:latin typeface="Franklin Gothic Book" panose="020B0503020102020204" pitchFamily="34" charset="0"/>
                <a:cs typeface="Arial"/>
              </a:rPr>
              <a:t>Vision</a:t>
            </a:r>
            <a:endParaRPr sz="1400" dirty="0">
              <a:latin typeface="Franklin Gothic Book" panose="020B0503020102020204" pitchFamily="34" charset="0"/>
              <a:cs typeface="Arial"/>
            </a:endParaRPr>
          </a:p>
        </p:txBody>
      </p:sp>
      <p:sp>
        <p:nvSpPr>
          <p:cNvPr id="36" name="object 36"/>
          <p:cNvSpPr txBox="1"/>
          <p:nvPr/>
        </p:nvSpPr>
        <p:spPr>
          <a:xfrm>
            <a:off x="6578331" y="2553716"/>
            <a:ext cx="215444" cy="641135"/>
          </a:xfrm>
          <a:prstGeom prst="rect">
            <a:avLst/>
          </a:prstGeom>
        </p:spPr>
        <p:txBody>
          <a:bodyPr vert="vert" wrap="square" lIns="0" tIns="3810" rIns="0" bIns="0" rtlCol="0">
            <a:spAutoFit/>
          </a:bodyPr>
          <a:lstStyle/>
          <a:p>
            <a:pPr marL="12700">
              <a:lnSpc>
                <a:spcPct val="100000"/>
              </a:lnSpc>
              <a:spcBef>
                <a:spcPts val="30"/>
              </a:spcBef>
            </a:pPr>
            <a:r>
              <a:rPr sz="1400" dirty="0">
                <a:solidFill>
                  <a:srgbClr val="404040"/>
                </a:solidFill>
                <a:latin typeface="Franklin Gothic Book" panose="020B0503020102020204" pitchFamily="34" charset="0"/>
                <a:cs typeface="Arial"/>
              </a:rPr>
              <a:t>Vision</a:t>
            </a:r>
            <a:endParaRPr sz="1400" dirty="0">
              <a:latin typeface="Franklin Gothic Book" panose="020B0503020102020204" pitchFamily="34" charset="0"/>
              <a:cs typeface="Arial"/>
            </a:endParaRPr>
          </a:p>
        </p:txBody>
      </p:sp>
      <p:cxnSp>
        <p:nvCxnSpPr>
          <p:cNvPr id="38" name="Straight Connector 37">
            <a:extLst>
              <a:ext uri="{FF2B5EF4-FFF2-40B4-BE49-F238E27FC236}">
                <a16:creationId xmlns:a16="http://schemas.microsoft.com/office/drawing/2014/main" id="{3045D8F9-64E3-BB45-8B62-6C551EC44685}"/>
              </a:ext>
            </a:extLst>
          </p:cNvPr>
          <p:cNvCxnSpPr>
            <a:cxnSpLocks/>
          </p:cNvCxnSpPr>
          <p:nvPr/>
        </p:nvCxnSpPr>
        <p:spPr>
          <a:xfrm>
            <a:off x="4594670" y="2183353"/>
            <a:ext cx="1" cy="37461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31FA0A-8E76-4241-A78A-36CE1D9FA6A3}"/>
              </a:ext>
            </a:extLst>
          </p:cNvPr>
          <p:cNvCxnSpPr>
            <a:cxnSpLocks/>
          </p:cNvCxnSpPr>
          <p:nvPr/>
        </p:nvCxnSpPr>
        <p:spPr>
          <a:xfrm flipH="1">
            <a:off x="4038517" y="3052289"/>
            <a:ext cx="304819" cy="24465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132E22A-A42E-6C4B-8278-891A2F081B4D}"/>
              </a:ext>
            </a:extLst>
          </p:cNvPr>
          <p:cNvCxnSpPr>
            <a:cxnSpLocks/>
          </p:cNvCxnSpPr>
          <p:nvPr/>
        </p:nvCxnSpPr>
        <p:spPr>
          <a:xfrm flipH="1" flipV="1">
            <a:off x="4869949" y="3044329"/>
            <a:ext cx="275817" cy="173252"/>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Title 36">
            <a:extLst>
              <a:ext uri="{FF2B5EF4-FFF2-40B4-BE49-F238E27FC236}">
                <a16:creationId xmlns:a16="http://schemas.microsoft.com/office/drawing/2014/main" id="{0C4388B0-8BDE-5B4D-8841-2318C85B86DD}"/>
              </a:ext>
            </a:extLst>
          </p:cNvPr>
          <p:cNvSpPr>
            <a:spLocks noGrp="1"/>
          </p:cNvSpPr>
          <p:nvPr>
            <p:ph type="ctrTitle"/>
          </p:nvPr>
        </p:nvSpPr>
        <p:spPr/>
        <p:txBody>
          <a:bodyPr/>
          <a:lstStyle/>
          <a:p>
            <a:r>
              <a:rPr lang="en-US" dirty="0"/>
              <a:t>How we create impact</a:t>
            </a:r>
          </a:p>
        </p:txBody>
      </p:sp>
      <p:sp>
        <p:nvSpPr>
          <p:cNvPr id="39" name="object 25">
            <a:extLst>
              <a:ext uri="{FF2B5EF4-FFF2-40B4-BE49-F238E27FC236}">
                <a16:creationId xmlns:a16="http://schemas.microsoft.com/office/drawing/2014/main" id="{A1743C16-283B-3B4E-9790-0EAAA4CC9F9E}"/>
              </a:ext>
            </a:extLst>
          </p:cNvPr>
          <p:cNvSpPr txBox="1"/>
          <p:nvPr/>
        </p:nvSpPr>
        <p:spPr>
          <a:xfrm>
            <a:off x="500157" y="2585389"/>
            <a:ext cx="1015260" cy="520655"/>
          </a:xfrm>
          <a:prstGeom prst="rect">
            <a:avLst/>
          </a:prstGeom>
        </p:spPr>
        <p:txBody>
          <a:bodyPr vert="horz" wrap="square" lIns="0" tIns="20320" rIns="0" bIns="0" rtlCol="0">
            <a:spAutoFit/>
          </a:bodyPr>
          <a:lstStyle/>
          <a:p>
            <a:pPr marL="12700" marR="5080">
              <a:lnSpc>
                <a:spcPts val="1300"/>
              </a:lnSpc>
              <a:spcBef>
                <a:spcPts val="160"/>
              </a:spcBef>
            </a:pPr>
            <a:r>
              <a:rPr lang="en-US" sz="1100" b="1" dirty="0">
                <a:solidFill>
                  <a:schemeClr val="tx1">
                    <a:lumMod val="75000"/>
                    <a:lumOff val="25000"/>
                  </a:schemeClr>
                </a:solidFill>
                <a:latin typeface="Franklin Gothic Book" panose="020B0503020102020204" pitchFamily="34" charset="0"/>
                <a:cs typeface="Arial"/>
              </a:rPr>
              <a:t>Revenue Transformation Roadmap</a:t>
            </a:r>
            <a:endParaRPr sz="1100" dirty="0">
              <a:solidFill>
                <a:schemeClr val="tx1">
                  <a:lumMod val="75000"/>
                  <a:lumOff val="25000"/>
                </a:schemeClr>
              </a:solidFill>
              <a:latin typeface="Franklin Gothic Book" panose="020B0503020102020204" pitchFamily="34" charset="0"/>
              <a:cs typeface="Arial"/>
            </a:endParaRPr>
          </a:p>
        </p:txBody>
      </p:sp>
      <p:sp>
        <p:nvSpPr>
          <p:cNvPr id="2" name="TextBox 1">
            <a:extLst>
              <a:ext uri="{FF2B5EF4-FFF2-40B4-BE49-F238E27FC236}">
                <a16:creationId xmlns:a16="http://schemas.microsoft.com/office/drawing/2014/main" id="{4110ED90-0AF3-5C47-BC29-CFCF30AC409F}"/>
              </a:ext>
            </a:extLst>
          </p:cNvPr>
          <p:cNvSpPr txBox="1"/>
          <p:nvPr/>
        </p:nvSpPr>
        <p:spPr>
          <a:xfrm>
            <a:off x="7810214" y="2351724"/>
            <a:ext cx="1105186" cy="659155"/>
          </a:xfrm>
          <a:prstGeom prst="rect">
            <a:avLst/>
          </a:prstGeom>
          <a:noFill/>
        </p:spPr>
        <p:txBody>
          <a:bodyPr wrap="square" rtlCol="0">
            <a:spAutoFit/>
          </a:bodyPr>
          <a:lstStyle/>
          <a:p>
            <a:pPr marR="5080" algn="r">
              <a:lnSpc>
                <a:spcPct val="100000"/>
              </a:lnSpc>
              <a:spcBef>
                <a:spcPts val="195"/>
              </a:spcBef>
            </a:pPr>
            <a:r>
              <a:rPr lang="en-US" sz="1200" b="1" dirty="0">
                <a:solidFill>
                  <a:schemeClr val="tx1">
                    <a:lumMod val="75000"/>
                    <a:lumOff val="25000"/>
                  </a:schemeClr>
                </a:solidFill>
                <a:latin typeface="Franklin Gothic Book" panose="020B0503020102020204" pitchFamily="34" charset="0"/>
                <a:cs typeface="Arial"/>
              </a:rPr>
              <a:t>Leading &amp;</a:t>
            </a:r>
          </a:p>
          <a:p>
            <a:pPr marR="5715" algn="r">
              <a:lnSpc>
                <a:spcPct val="100000"/>
              </a:lnSpc>
              <a:spcBef>
                <a:spcPts val="95"/>
              </a:spcBef>
            </a:pPr>
            <a:r>
              <a:rPr lang="en-US" sz="1200" b="1" dirty="0">
                <a:solidFill>
                  <a:schemeClr val="tx1">
                    <a:lumMod val="75000"/>
                    <a:lumOff val="25000"/>
                  </a:schemeClr>
                </a:solidFill>
                <a:latin typeface="Franklin Gothic Book" panose="020B0503020102020204" pitchFamily="34" charset="0"/>
                <a:cs typeface="Arial"/>
              </a:rPr>
              <a:t>Coaching Programs</a:t>
            </a:r>
          </a:p>
        </p:txBody>
      </p:sp>
      <p:sp>
        <p:nvSpPr>
          <p:cNvPr id="3" name="TextBox 2">
            <a:extLst>
              <a:ext uri="{FF2B5EF4-FFF2-40B4-BE49-F238E27FC236}">
                <a16:creationId xmlns:a16="http://schemas.microsoft.com/office/drawing/2014/main" id="{89FDA08E-F4EA-5B48-B6AA-6084B3700D01}"/>
              </a:ext>
            </a:extLst>
          </p:cNvPr>
          <p:cNvSpPr txBox="1"/>
          <p:nvPr/>
        </p:nvSpPr>
        <p:spPr>
          <a:xfrm>
            <a:off x="7218185" y="3876188"/>
            <a:ext cx="1350844" cy="1015663"/>
          </a:xfrm>
          <a:prstGeom prst="rect">
            <a:avLst/>
          </a:prstGeom>
          <a:noFill/>
        </p:spPr>
        <p:txBody>
          <a:bodyPr wrap="square" rtlCol="0">
            <a:spAutoFit/>
          </a:bodyPr>
          <a:lstStyle/>
          <a:p>
            <a:r>
              <a:rPr lang="en-US" sz="1200" b="1" dirty="0">
                <a:solidFill>
                  <a:schemeClr val="tx1">
                    <a:lumMod val="75000"/>
                    <a:lumOff val="25000"/>
                  </a:schemeClr>
                </a:solidFill>
                <a:latin typeface="Franklin Gothic Book" panose="020B0503020102020204" pitchFamily="34" charset="0"/>
                <a:cs typeface="Arial"/>
              </a:rPr>
              <a:t>Marketing Methodology- </a:t>
            </a:r>
            <a:r>
              <a:rPr lang="en-US" sz="1200" dirty="0">
                <a:solidFill>
                  <a:schemeClr val="tx1">
                    <a:lumMod val="75000"/>
                    <a:lumOff val="25000"/>
                  </a:schemeClr>
                </a:solidFill>
                <a:latin typeface="Franklin Gothic Book" panose="020B0503020102020204" pitchFamily="34" charset="0"/>
                <a:cs typeface="Arial"/>
              </a:rPr>
              <a:t>Customer Journey Mapping</a:t>
            </a:r>
          </a:p>
          <a:p>
            <a:endParaRPr lang="en-US" sz="1200" dirty="0">
              <a:latin typeface="Franklin Gothic Book" panose="020B0503020102020204" pitchFamily="34" charset="0"/>
            </a:endParaRPr>
          </a:p>
        </p:txBody>
      </p:sp>
    </p:spTree>
    <p:extLst>
      <p:ext uri="{BB962C8B-B14F-4D97-AF65-F5344CB8AC3E}">
        <p14:creationId xmlns:p14="http://schemas.microsoft.com/office/powerpoint/2010/main" val="3682585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ppt_x"/>
                                          </p:val>
                                        </p:tav>
                                        <p:tav tm="100000">
                                          <p:val>
                                            <p:strVal val="#ppt_x"/>
                                          </p:val>
                                        </p:tav>
                                      </p:tavLst>
                                    </p:anim>
                                    <p:anim calcmode="lin" valueType="num">
                                      <p:cBhvr additive="base">
                                        <p:cTn id="12" dur="500" fill="hold"/>
                                        <p:tgtEl>
                                          <p:spTgt spid="3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ppt_x"/>
                                          </p:val>
                                        </p:tav>
                                        <p:tav tm="100000">
                                          <p:val>
                                            <p:strVal val="#ppt_x"/>
                                          </p:val>
                                        </p:tav>
                                      </p:tavLst>
                                    </p:anim>
                                    <p:anim calcmode="lin" valueType="num">
                                      <p:cBhvr additive="base">
                                        <p:cTn id="1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39" grpId="0"/>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4114" y="232201"/>
            <a:ext cx="545693" cy="195032"/>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0" y="673821"/>
            <a:ext cx="9144000" cy="4469765"/>
          </a:xfrm>
          <a:custGeom>
            <a:avLst/>
            <a:gdLst/>
            <a:ahLst/>
            <a:cxnLst/>
            <a:rect l="l" t="t" r="r" b="b"/>
            <a:pathLst>
              <a:path w="9144000" h="4469765">
                <a:moveTo>
                  <a:pt x="0" y="0"/>
                </a:moveTo>
                <a:lnTo>
                  <a:pt x="9144000" y="0"/>
                </a:lnTo>
                <a:lnTo>
                  <a:pt x="9144000" y="4469678"/>
                </a:lnTo>
                <a:lnTo>
                  <a:pt x="0" y="4469678"/>
                </a:lnTo>
                <a:lnTo>
                  <a:pt x="0" y="0"/>
                </a:lnTo>
                <a:close/>
              </a:path>
            </a:pathLst>
          </a:custGeom>
          <a:solidFill>
            <a:srgbClr val="F2F2F2"/>
          </a:solidFill>
        </p:spPr>
        <p:txBody>
          <a:bodyPr wrap="square" lIns="0" tIns="0" rIns="0" bIns="0" rtlCol="0"/>
          <a:lstStyle/>
          <a:p>
            <a:endParaRPr/>
          </a:p>
        </p:txBody>
      </p:sp>
      <p:sp>
        <p:nvSpPr>
          <p:cNvPr id="4" name="object 4"/>
          <p:cNvSpPr txBox="1"/>
          <p:nvPr/>
        </p:nvSpPr>
        <p:spPr>
          <a:xfrm>
            <a:off x="2511877" y="4781732"/>
            <a:ext cx="4126229" cy="294640"/>
          </a:xfrm>
          <a:prstGeom prst="rect">
            <a:avLst/>
          </a:prstGeom>
        </p:spPr>
        <p:txBody>
          <a:bodyPr vert="horz" wrap="square" lIns="0" tIns="14605" rIns="0" bIns="0" rtlCol="0">
            <a:spAutoFit/>
          </a:bodyPr>
          <a:lstStyle/>
          <a:p>
            <a:pPr marL="12700">
              <a:lnSpc>
                <a:spcPct val="100000"/>
              </a:lnSpc>
              <a:spcBef>
                <a:spcPts val="115"/>
              </a:spcBef>
            </a:pPr>
            <a:r>
              <a:rPr sz="1750" i="1" dirty="0">
                <a:latin typeface="Franklin Gothic Book" panose="020B0503020102020204" pitchFamily="34" charset="0"/>
                <a:cs typeface="Arial"/>
              </a:rPr>
              <a:t>Create long-term impact; see rapid results</a:t>
            </a:r>
            <a:endParaRPr sz="1750">
              <a:latin typeface="Franklin Gothic Book" panose="020B0503020102020204" pitchFamily="34" charset="0"/>
              <a:cs typeface="Arial"/>
            </a:endParaRPr>
          </a:p>
        </p:txBody>
      </p:sp>
      <p:sp>
        <p:nvSpPr>
          <p:cNvPr id="5" name="object 5"/>
          <p:cNvSpPr/>
          <p:nvPr/>
        </p:nvSpPr>
        <p:spPr>
          <a:xfrm>
            <a:off x="4300728" y="883919"/>
            <a:ext cx="1828800" cy="2880360"/>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2423408" y="909853"/>
            <a:ext cx="3627784" cy="2774622"/>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4270247" y="2950464"/>
            <a:ext cx="1825752" cy="807720"/>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325334" y="2983878"/>
            <a:ext cx="1725930" cy="701040"/>
          </a:xfrm>
          <a:custGeom>
            <a:avLst/>
            <a:gdLst/>
            <a:ahLst/>
            <a:cxnLst/>
            <a:rect l="l" t="t" r="r" b="b"/>
            <a:pathLst>
              <a:path w="1725929" h="701039">
                <a:moveTo>
                  <a:pt x="1725859" y="0"/>
                </a:moveTo>
                <a:lnTo>
                  <a:pt x="0" y="700597"/>
                </a:lnTo>
              </a:path>
            </a:pathLst>
          </a:custGeom>
          <a:ln w="25400">
            <a:solidFill>
              <a:srgbClr val="7B0965"/>
            </a:solidFill>
          </a:ln>
        </p:spPr>
        <p:txBody>
          <a:bodyPr wrap="square" lIns="0" tIns="0" rIns="0" bIns="0" rtlCol="0"/>
          <a:lstStyle/>
          <a:p>
            <a:endParaRPr/>
          </a:p>
        </p:txBody>
      </p:sp>
      <p:sp>
        <p:nvSpPr>
          <p:cNvPr id="9" name="object 9"/>
          <p:cNvSpPr/>
          <p:nvPr/>
        </p:nvSpPr>
        <p:spPr>
          <a:xfrm>
            <a:off x="4350121" y="930889"/>
            <a:ext cx="81915" cy="2732405"/>
          </a:xfrm>
          <a:custGeom>
            <a:avLst/>
            <a:gdLst/>
            <a:ahLst/>
            <a:cxnLst/>
            <a:rect l="l" t="t" r="r" b="b"/>
            <a:pathLst>
              <a:path w="81914" h="2732404">
                <a:moveTo>
                  <a:pt x="81710" y="0"/>
                </a:moveTo>
                <a:lnTo>
                  <a:pt x="0" y="2731873"/>
                </a:lnTo>
              </a:path>
            </a:pathLst>
          </a:custGeom>
          <a:ln w="25400">
            <a:solidFill>
              <a:srgbClr val="7B0965"/>
            </a:solidFill>
          </a:ln>
        </p:spPr>
        <p:txBody>
          <a:bodyPr wrap="square" lIns="0" tIns="0" rIns="0" bIns="0" rtlCol="0"/>
          <a:lstStyle/>
          <a:p>
            <a:endParaRPr/>
          </a:p>
        </p:txBody>
      </p:sp>
      <p:sp>
        <p:nvSpPr>
          <p:cNvPr id="10" name="object 10"/>
          <p:cNvSpPr/>
          <p:nvPr/>
        </p:nvSpPr>
        <p:spPr>
          <a:xfrm>
            <a:off x="4328159" y="1825751"/>
            <a:ext cx="883919" cy="365760"/>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4382425" y="1858605"/>
            <a:ext cx="784225" cy="258445"/>
          </a:xfrm>
          <a:custGeom>
            <a:avLst/>
            <a:gdLst/>
            <a:ahLst/>
            <a:cxnLst/>
            <a:rect l="l" t="t" r="r" b="b"/>
            <a:pathLst>
              <a:path w="784225" h="258444">
                <a:moveTo>
                  <a:pt x="784051" y="0"/>
                </a:moveTo>
                <a:lnTo>
                  <a:pt x="0" y="258444"/>
                </a:lnTo>
              </a:path>
            </a:pathLst>
          </a:custGeom>
          <a:ln w="25400">
            <a:solidFill>
              <a:srgbClr val="7B0965"/>
            </a:solidFill>
          </a:ln>
        </p:spPr>
        <p:txBody>
          <a:bodyPr wrap="square" lIns="0" tIns="0" rIns="0" bIns="0" rtlCol="0"/>
          <a:lstStyle/>
          <a:p>
            <a:endParaRPr/>
          </a:p>
        </p:txBody>
      </p:sp>
      <p:sp>
        <p:nvSpPr>
          <p:cNvPr id="12" name="object 12"/>
          <p:cNvSpPr/>
          <p:nvPr/>
        </p:nvSpPr>
        <p:spPr>
          <a:xfrm>
            <a:off x="3535679" y="1752600"/>
            <a:ext cx="908303" cy="432816"/>
          </a:xfrm>
          <a:prstGeom prst="rect">
            <a:avLst/>
          </a:prstGeom>
          <a:blipFill>
            <a:blip r:embed="rId7" cstate="print"/>
            <a:stretch>
              <a:fillRect/>
            </a:stretch>
          </a:blipFill>
        </p:spPr>
        <p:txBody>
          <a:bodyPr wrap="square" lIns="0" tIns="0" rIns="0" bIns="0" rtlCol="0"/>
          <a:lstStyle/>
          <a:p>
            <a:endParaRPr/>
          </a:p>
        </p:txBody>
      </p:sp>
      <p:sp>
        <p:nvSpPr>
          <p:cNvPr id="13" name="object 13"/>
          <p:cNvSpPr/>
          <p:nvPr/>
        </p:nvSpPr>
        <p:spPr>
          <a:xfrm>
            <a:off x="3582903" y="1785714"/>
            <a:ext cx="806450" cy="327025"/>
          </a:xfrm>
          <a:custGeom>
            <a:avLst/>
            <a:gdLst/>
            <a:ahLst/>
            <a:cxnLst/>
            <a:rect l="l" t="t" r="r" b="b"/>
            <a:pathLst>
              <a:path w="806450" h="327025">
                <a:moveTo>
                  <a:pt x="0" y="0"/>
                </a:moveTo>
                <a:lnTo>
                  <a:pt x="806050" y="326993"/>
                </a:lnTo>
              </a:path>
            </a:pathLst>
          </a:custGeom>
          <a:ln w="25400">
            <a:solidFill>
              <a:srgbClr val="7B0965"/>
            </a:solidFill>
          </a:ln>
        </p:spPr>
        <p:txBody>
          <a:bodyPr wrap="square" lIns="0" tIns="0" rIns="0" bIns="0" rtlCol="0"/>
          <a:lstStyle/>
          <a:p>
            <a:endParaRPr/>
          </a:p>
        </p:txBody>
      </p:sp>
      <p:sp>
        <p:nvSpPr>
          <p:cNvPr id="14" name="object 14"/>
          <p:cNvSpPr/>
          <p:nvPr/>
        </p:nvSpPr>
        <p:spPr>
          <a:xfrm>
            <a:off x="4371883" y="2516895"/>
            <a:ext cx="1679575" cy="467359"/>
          </a:xfrm>
          <a:custGeom>
            <a:avLst/>
            <a:gdLst/>
            <a:ahLst/>
            <a:cxnLst/>
            <a:rect l="l" t="t" r="r" b="b"/>
            <a:pathLst>
              <a:path w="1679575" h="467360">
                <a:moveTo>
                  <a:pt x="1679310" y="466983"/>
                </a:moveTo>
                <a:lnTo>
                  <a:pt x="0" y="0"/>
                </a:lnTo>
              </a:path>
            </a:pathLst>
          </a:custGeom>
          <a:ln w="25400">
            <a:solidFill>
              <a:srgbClr val="404040"/>
            </a:solidFill>
          </a:ln>
        </p:spPr>
        <p:txBody>
          <a:bodyPr wrap="square" lIns="0" tIns="0" rIns="0" bIns="0" rtlCol="0"/>
          <a:lstStyle/>
          <a:p>
            <a:endParaRPr/>
          </a:p>
        </p:txBody>
      </p:sp>
      <p:sp>
        <p:nvSpPr>
          <p:cNvPr id="15" name="object 15"/>
          <p:cNvSpPr/>
          <p:nvPr/>
        </p:nvSpPr>
        <p:spPr>
          <a:xfrm>
            <a:off x="2401008" y="2516895"/>
            <a:ext cx="1975485" cy="480695"/>
          </a:xfrm>
          <a:custGeom>
            <a:avLst/>
            <a:gdLst/>
            <a:ahLst/>
            <a:cxnLst/>
            <a:rect l="l" t="t" r="r" b="b"/>
            <a:pathLst>
              <a:path w="1975485" h="480694">
                <a:moveTo>
                  <a:pt x="0" y="480111"/>
                </a:moveTo>
                <a:lnTo>
                  <a:pt x="1974864" y="0"/>
                </a:lnTo>
              </a:path>
            </a:pathLst>
          </a:custGeom>
          <a:ln w="25400">
            <a:solidFill>
              <a:srgbClr val="404040"/>
            </a:solidFill>
          </a:ln>
        </p:spPr>
        <p:txBody>
          <a:bodyPr wrap="square" lIns="0" tIns="0" rIns="0" bIns="0" rtlCol="0"/>
          <a:lstStyle/>
          <a:p>
            <a:endParaRPr/>
          </a:p>
        </p:txBody>
      </p:sp>
      <p:sp>
        <p:nvSpPr>
          <p:cNvPr id="16" name="object 16"/>
          <p:cNvSpPr/>
          <p:nvPr/>
        </p:nvSpPr>
        <p:spPr>
          <a:xfrm>
            <a:off x="2435732" y="2500101"/>
            <a:ext cx="1976120" cy="1188085"/>
          </a:xfrm>
          <a:custGeom>
            <a:avLst/>
            <a:gdLst/>
            <a:ahLst/>
            <a:cxnLst/>
            <a:rect l="l" t="t" r="r" b="b"/>
            <a:pathLst>
              <a:path w="1976120" h="1188085">
                <a:moveTo>
                  <a:pt x="1975933" y="0"/>
                </a:moveTo>
                <a:lnTo>
                  <a:pt x="0" y="496449"/>
                </a:lnTo>
                <a:lnTo>
                  <a:pt x="1916534" y="1187589"/>
                </a:lnTo>
                <a:lnTo>
                  <a:pt x="1975933" y="0"/>
                </a:lnTo>
                <a:close/>
              </a:path>
            </a:pathLst>
          </a:custGeom>
          <a:solidFill>
            <a:srgbClr val="595959">
              <a:alpha val="39999"/>
            </a:srgbClr>
          </a:solidFill>
        </p:spPr>
        <p:txBody>
          <a:bodyPr wrap="square" lIns="0" tIns="0" rIns="0" bIns="0" rtlCol="0"/>
          <a:lstStyle/>
          <a:p>
            <a:endParaRPr/>
          </a:p>
        </p:txBody>
      </p:sp>
      <p:sp>
        <p:nvSpPr>
          <p:cNvPr id="17" name="object 17"/>
          <p:cNvSpPr/>
          <p:nvPr/>
        </p:nvSpPr>
        <p:spPr>
          <a:xfrm>
            <a:off x="4371882" y="2516894"/>
            <a:ext cx="1648460" cy="1153160"/>
          </a:xfrm>
          <a:custGeom>
            <a:avLst/>
            <a:gdLst/>
            <a:ahLst/>
            <a:cxnLst/>
            <a:rect l="l" t="t" r="r" b="b"/>
            <a:pathLst>
              <a:path w="1648460" h="1153160">
                <a:moveTo>
                  <a:pt x="0" y="0"/>
                </a:moveTo>
                <a:lnTo>
                  <a:pt x="0" y="1152646"/>
                </a:lnTo>
                <a:lnTo>
                  <a:pt x="1647917" y="546931"/>
                </a:lnTo>
                <a:lnTo>
                  <a:pt x="0" y="0"/>
                </a:lnTo>
                <a:close/>
              </a:path>
            </a:pathLst>
          </a:custGeom>
          <a:solidFill>
            <a:srgbClr val="595959">
              <a:alpha val="39999"/>
            </a:srgbClr>
          </a:solidFill>
        </p:spPr>
        <p:txBody>
          <a:bodyPr wrap="square" lIns="0" tIns="0" rIns="0" bIns="0" rtlCol="0"/>
          <a:lstStyle/>
          <a:p>
            <a:endParaRPr/>
          </a:p>
        </p:txBody>
      </p:sp>
      <p:sp>
        <p:nvSpPr>
          <p:cNvPr id="18" name="object 18"/>
          <p:cNvSpPr/>
          <p:nvPr/>
        </p:nvSpPr>
        <p:spPr>
          <a:xfrm>
            <a:off x="4300728" y="2578607"/>
            <a:ext cx="1484376" cy="539495"/>
          </a:xfrm>
          <a:prstGeom prst="rect">
            <a:avLst/>
          </a:prstGeom>
          <a:blipFill>
            <a:blip r:embed="rId8" cstate="print"/>
            <a:stretch>
              <a:fillRect/>
            </a:stretch>
          </a:blipFill>
        </p:spPr>
        <p:txBody>
          <a:bodyPr wrap="square" lIns="0" tIns="0" rIns="0" bIns="0" rtlCol="0"/>
          <a:lstStyle/>
          <a:p>
            <a:endParaRPr/>
          </a:p>
        </p:txBody>
      </p:sp>
      <p:sp>
        <p:nvSpPr>
          <p:cNvPr id="19" name="object 19"/>
          <p:cNvSpPr/>
          <p:nvPr/>
        </p:nvSpPr>
        <p:spPr>
          <a:xfrm>
            <a:off x="4355448" y="2611666"/>
            <a:ext cx="1383665" cy="433070"/>
          </a:xfrm>
          <a:custGeom>
            <a:avLst/>
            <a:gdLst/>
            <a:ahLst/>
            <a:cxnLst/>
            <a:rect l="l" t="t" r="r" b="b"/>
            <a:pathLst>
              <a:path w="1383664" h="433069">
                <a:moveTo>
                  <a:pt x="1383646" y="0"/>
                </a:moveTo>
                <a:lnTo>
                  <a:pt x="0" y="432607"/>
                </a:lnTo>
              </a:path>
            </a:pathLst>
          </a:custGeom>
          <a:ln w="25400">
            <a:solidFill>
              <a:srgbClr val="7B0965"/>
            </a:solidFill>
          </a:ln>
        </p:spPr>
        <p:txBody>
          <a:bodyPr wrap="square" lIns="0" tIns="0" rIns="0" bIns="0" rtlCol="0"/>
          <a:lstStyle/>
          <a:p>
            <a:endParaRPr/>
          </a:p>
        </p:txBody>
      </p:sp>
      <p:sp>
        <p:nvSpPr>
          <p:cNvPr id="20" name="object 20"/>
          <p:cNvSpPr/>
          <p:nvPr/>
        </p:nvSpPr>
        <p:spPr>
          <a:xfrm>
            <a:off x="2822448" y="2484120"/>
            <a:ext cx="1603248" cy="624839"/>
          </a:xfrm>
          <a:prstGeom prst="rect">
            <a:avLst/>
          </a:prstGeom>
          <a:blipFill>
            <a:blip r:embed="rId9" cstate="print"/>
            <a:stretch>
              <a:fillRect/>
            </a:stretch>
          </a:blipFill>
        </p:spPr>
        <p:txBody>
          <a:bodyPr wrap="square" lIns="0" tIns="0" rIns="0" bIns="0" rtlCol="0"/>
          <a:lstStyle/>
          <a:p>
            <a:endParaRPr/>
          </a:p>
        </p:txBody>
      </p:sp>
      <p:sp>
        <p:nvSpPr>
          <p:cNvPr id="21" name="object 21"/>
          <p:cNvSpPr/>
          <p:nvPr/>
        </p:nvSpPr>
        <p:spPr>
          <a:xfrm>
            <a:off x="2868809" y="2516896"/>
            <a:ext cx="1503680" cy="518795"/>
          </a:xfrm>
          <a:custGeom>
            <a:avLst/>
            <a:gdLst/>
            <a:ahLst/>
            <a:cxnLst/>
            <a:rect l="l" t="t" r="r" b="b"/>
            <a:pathLst>
              <a:path w="1503679" h="518794">
                <a:moveTo>
                  <a:pt x="0" y="0"/>
                </a:moveTo>
                <a:lnTo>
                  <a:pt x="1503073" y="518260"/>
                </a:lnTo>
              </a:path>
            </a:pathLst>
          </a:custGeom>
          <a:ln w="25400">
            <a:solidFill>
              <a:srgbClr val="7B0965"/>
            </a:solidFill>
          </a:ln>
        </p:spPr>
        <p:txBody>
          <a:bodyPr wrap="square" lIns="0" tIns="0" rIns="0" bIns="0" rtlCol="0"/>
          <a:lstStyle/>
          <a:p>
            <a:endParaRPr/>
          </a:p>
        </p:txBody>
      </p:sp>
      <p:sp>
        <p:nvSpPr>
          <p:cNvPr id="22" name="object 22"/>
          <p:cNvSpPr/>
          <p:nvPr/>
        </p:nvSpPr>
        <p:spPr>
          <a:xfrm>
            <a:off x="2350007" y="2950464"/>
            <a:ext cx="2048256" cy="819912"/>
          </a:xfrm>
          <a:prstGeom prst="rect">
            <a:avLst/>
          </a:prstGeom>
          <a:blipFill>
            <a:blip r:embed="rId10" cstate="print"/>
            <a:stretch>
              <a:fillRect/>
            </a:stretch>
          </a:blipFill>
        </p:spPr>
        <p:txBody>
          <a:bodyPr wrap="square" lIns="0" tIns="0" rIns="0" bIns="0" rtlCol="0"/>
          <a:lstStyle/>
          <a:p>
            <a:endParaRPr/>
          </a:p>
        </p:txBody>
      </p:sp>
      <p:sp>
        <p:nvSpPr>
          <p:cNvPr id="23" name="object 23"/>
          <p:cNvSpPr/>
          <p:nvPr/>
        </p:nvSpPr>
        <p:spPr>
          <a:xfrm>
            <a:off x="2395320" y="2984112"/>
            <a:ext cx="1950085" cy="711200"/>
          </a:xfrm>
          <a:custGeom>
            <a:avLst/>
            <a:gdLst/>
            <a:ahLst/>
            <a:cxnLst/>
            <a:rect l="l" t="t" r="r" b="b"/>
            <a:pathLst>
              <a:path w="1950085" h="711200">
                <a:moveTo>
                  <a:pt x="0" y="0"/>
                </a:moveTo>
                <a:lnTo>
                  <a:pt x="1949954" y="711167"/>
                </a:lnTo>
              </a:path>
            </a:pathLst>
          </a:custGeom>
          <a:ln w="25400">
            <a:solidFill>
              <a:srgbClr val="7B0965"/>
            </a:solidFill>
          </a:ln>
        </p:spPr>
        <p:txBody>
          <a:bodyPr wrap="square" lIns="0" tIns="0" rIns="0" bIns="0" rtlCol="0"/>
          <a:lstStyle/>
          <a:p>
            <a:endParaRPr/>
          </a:p>
        </p:txBody>
      </p:sp>
      <p:sp>
        <p:nvSpPr>
          <p:cNvPr id="24" name="object 24"/>
          <p:cNvSpPr txBox="1"/>
          <p:nvPr/>
        </p:nvSpPr>
        <p:spPr>
          <a:xfrm>
            <a:off x="6152309" y="1095247"/>
            <a:ext cx="1875155" cy="243656"/>
          </a:xfrm>
          <a:prstGeom prst="rect">
            <a:avLst/>
          </a:prstGeom>
        </p:spPr>
        <p:txBody>
          <a:bodyPr vert="horz" wrap="square" lIns="0" tIns="12700" rIns="0" bIns="0" rtlCol="0">
            <a:spAutoFit/>
          </a:bodyPr>
          <a:lstStyle/>
          <a:p>
            <a:pPr marL="12700">
              <a:lnSpc>
                <a:spcPct val="100000"/>
              </a:lnSpc>
              <a:spcBef>
                <a:spcPts val="100"/>
              </a:spcBef>
            </a:pPr>
            <a:r>
              <a:rPr sz="1500" dirty="0">
                <a:latin typeface="Franklin Gothic Book" panose="020B0503020102020204" pitchFamily="34" charset="0"/>
                <a:cs typeface="Arial"/>
              </a:rPr>
              <a:t>1 | Science &amp; Strategy</a:t>
            </a:r>
          </a:p>
        </p:txBody>
      </p:sp>
      <p:sp>
        <p:nvSpPr>
          <p:cNvPr id="25" name="object 25"/>
          <p:cNvSpPr txBox="1"/>
          <p:nvPr/>
        </p:nvSpPr>
        <p:spPr>
          <a:xfrm>
            <a:off x="6152309" y="1540961"/>
            <a:ext cx="2280285" cy="381635"/>
          </a:xfrm>
          <a:prstGeom prst="rect">
            <a:avLst/>
          </a:prstGeom>
        </p:spPr>
        <p:txBody>
          <a:bodyPr vert="horz" wrap="square" lIns="0" tIns="15875" rIns="0" bIns="0" rtlCol="0">
            <a:spAutoFit/>
          </a:bodyPr>
          <a:lstStyle/>
          <a:p>
            <a:pPr marL="12700">
              <a:lnSpc>
                <a:spcPct val="100000"/>
              </a:lnSpc>
              <a:spcBef>
                <a:spcPts val="125"/>
              </a:spcBef>
            </a:pPr>
            <a:r>
              <a:rPr sz="1150" i="1" dirty="0">
                <a:latin typeface="Franklin Gothic Book" panose="020B0503020102020204" pitchFamily="34" charset="0"/>
                <a:cs typeface="Arial"/>
              </a:rPr>
              <a:t>Who we hunt.</a:t>
            </a:r>
            <a:endParaRPr sz="1150" dirty="0">
              <a:latin typeface="Franklin Gothic Book" panose="020B0503020102020204" pitchFamily="34" charset="0"/>
              <a:cs typeface="Arial"/>
            </a:endParaRPr>
          </a:p>
          <a:p>
            <a:pPr marL="12700">
              <a:lnSpc>
                <a:spcPct val="100000"/>
              </a:lnSpc>
              <a:spcBef>
                <a:spcPts val="10"/>
              </a:spcBef>
            </a:pPr>
            <a:r>
              <a:rPr sz="1150" i="1" dirty="0">
                <a:latin typeface="Franklin Gothic Book" panose="020B0503020102020204" pitchFamily="34" charset="0"/>
                <a:cs typeface="Arial"/>
              </a:rPr>
              <a:t>Who is the most profitable to hunt?</a:t>
            </a:r>
            <a:endParaRPr sz="1150" dirty="0">
              <a:latin typeface="Franklin Gothic Book" panose="020B0503020102020204" pitchFamily="34" charset="0"/>
              <a:cs typeface="Arial"/>
            </a:endParaRPr>
          </a:p>
        </p:txBody>
      </p:sp>
      <p:sp>
        <p:nvSpPr>
          <p:cNvPr id="26" name="object 26"/>
          <p:cNvSpPr txBox="1"/>
          <p:nvPr/>
        </p:nvSpPr>
        <p:spPr>
          <a:xfrm>
            <a:off x="6152309" y="2046180"/>
            <a:ext cx="1743710" cy="388620"/>
          </a:xfrm>
          <a:prstGeom prst="rect">
            <a:avLst/>
          </a:prstGeom>
        </p:spPr>
        <p:txBody>
          <a:bodyPr vert="horz" wrap="square" lIns="0" tIns="20320" rIns="0" bIns="0" rtlCol="0">
            <a:spAutoFit/>
          </a:bodyPr>
          <a:lstStyle/>
          <a:p>
            <a:pPr marL="12700" marR="5080">
              <a:lnSpc>
                <a:spcPts val="1420"/>
              </a:lnSpc>
              <a:spcBef>
                <a:spcPts val="160"/>
              </a:spcBef>
            </a:pPr>
            <a:r>
              <a:rPr sz="1150" i="1" dirty="0">
                <a:latin typeface="Franklin Gothic Book" panose="020B0503020102020204" pitchFamily="34" charset="0"/>
                <a:cs typeface="Arial"/>
              </a:rPr>
              <a:t>Asset</a:t>
            </a:r>
            <a:r>
              <a:rPr sz="1200" i="1" dirty="0">
                <a:latin typeface="Franklin Gothic Book" panose="020B0503020102020204" pitchFamily="34" charset="0"/>
                <a:cs typeface="Arial"/>
              </a:rPr>
              <a:t>: MPC Accelerator  (Most Profitable Customer)</a:t>
            </a:r>
            <a:endParaRPr sz="1200">
              <a:latin typeface="Franklin Gothic Book" panose="020B0503020102020204" pitchFamily="34" charset="0"/>
              <a:cs typeface="Arial"/>
            </a:endParaRPr>
          </a:p>
        </p:txBody>
      </p:sp>
      <p:sp>
        <p:nvSpPr>
          <p:cNvPr id="27" name="object 27"/>
          <p:cNvSpPr txBox="1"/>
          <p:nvPr/>
        </p:nvSpPr>
        <p:spPr>
          <a:xfrm>
            <a:off x="6154572" y="3077929"/>
            <a:ext cx="2292985" cy="1478280"/>
          </a:xfrm>
          <a:prstGeom prst="rect">
            <a:avLst/>
          </a:prstGeom>
        </p:spPr>
        <p:txBody>
          <a:bodyPr vert="horz" wrap="square" lIns="0" tIns="12700" rIns="0" bIns="0" rtlCol="0">
            <a:spAutoFit/>
          </a:bodyPr>
          <a:lstStyle/>
          <a:p>
            <a:pPr marL="12700" marR="268605">
              <a:lnSpc>
                <a:spcPct val="100000"/>
              </a:lnSpc>
              <a:spcBef>
                <a:spcPts val="100"/>
              </a:spcBef>
            </a:pPr>
            <a:r>
              <a:rPr sz="1500" dirty="0">
                <a:latin typeface="Franklin Gothic Book" panose="020B0503020102020204" pitchFamily="34" charset="0"/>
                <a:cs typeface="Arial"/>
              </a:rPr>
              <a:t>2 | Process &amp; Customer  Engagement</a:t>
            </a:r>
            <a:endParaRPr sz="1500">
              <a:latin typeface="Franklin Gothic Book" panose="020B0503020102020204" pitchFamily="34" charset="0"/>
              <a:cs typeface="Arial"/>
            </a:endParaRPr>
          </a:p>
          <a:p>
            <a:pPr marL="12700" marR="5080">
              <a:lnSpc>
                <a:spcPct val="105000"/>
              </a:lnSpc>
              <a:spcBef>
                <a:spcPts val="919"/>
              </a:spcBef>
            </a:pPr>
            <a:r>
              <a:rPr sz="1200" i="1" dirty="0">
                <a:latin typeface="Franklin Gothic Book" panose="020B0503020102020204" pitchFamily="34" charset="0"/>
                <a:cs typeface="Arial"/>
              </a:rPr>
              <a:t>How we hunt in Marketing, Sales &amp;  Revenue Management</a:t>
            </a:r>
            <a:endParaRPr sz="1200">
              <a:latin typeface="Franklin Gothic Book" panose="020B0503020102020204" pitchFamily="34" charset="0"/>
              <a:cs typeface="Arial"/>
            </a:endParaRPr>
          </a:p>
          <a:p>
            <a:pPr marL="12700" marR="52705">
              <a:lnSpc>
                <a:spcPts val="1390"/>
              </a:lnSpc>
              <a:spcBef>
                <a:spcPts val="1145"/>
              </a:spcBef>
            </a:pPr>
            <a:r>
              <a:rPr sz="1200" dirty="0">
                <a:latin typeface="Franklin Gothic Book" panose="020B0503020102020204" pitchFamily="34" charset="0"/>
                <a:cs typeface="Arial"/>
              </a:rPr>
              <a:t>Installing new approach &amp; thinking  that is relevant</a:t>
            </a:r>
            <a:endParaRPr sz="1200">
              <a:latin typeface="Franklin Gothic Book" panose="020B0503020102020204" pitchFamily="34" charset="0"/>
              <a:cs typeface="Arial"/>
            </a:endParaRPr>
          </a:p>
        </p:txBody>
      </p:sp>
      <p:sp>
        <p:nvSpPr>
          <p:cNvPr id="28" name="object 28"/>
          <p:cNvSpPr txBox="1"/>
          <p:nvPr/>
        </p:nvSpPr>
        <p:spPr>
          <a:xfrm>
            <a:off x="618114" y="3227280"/>
            <a:ext cx="2383790" cy="243656"/>
          </a:xfrm>
          <a:prstGeom prst="rect">
            <a:avLst/>
          </a:prstGeom>
        </p:spPr>
        <p:txBody>
          <a:bodyPr vert="horz" wrap="square" lIns="0" tIns="12700" rIns="0" bIns="0" rtlCol="0">
            <a:spAutoFit/>
          </a:bodyPr>
          <a:lstStyle/>
          <a:p>
            <a:pPr marL="12700">
              <a:lnSpc>
                <a:spcPct val="100000"/>
              </a:lnSpc>
              <a:spcBef>
                <a:spcPts val="100"/>
              </a:spcBef>
            </a:pPr>
            <a:r>
              <a:rPr sz="1500" dirty="0">
                <a:latin typeface="Franklin Gothic Book" panose="020B0503020102020204" pitchFamily="34" charset="0"/>
                <a:cs typeface="Arial"/>
              </a:rPr>
              <a:t>3 | Art &amp; Talent Optimization</a:t>
            </a:r>
            <a:endParaRPr sz="1500">
              <a:latin typeface="Franklin Gothic Book" panose="020B0503020102020204" pitchFamily="34" charset="0"/>
              <a:cs typeface="Arial"/>
            </a:endParaRPr>
          </a:p>
        </p:txBody>
      </p:sp>
      <p:sp>
        <p:nvSpPr>
          <p:cNvPr id="29" name="object 29"/>
          <p:cNvSpPr txBox="1"/>
          <p:nvPr/>
        </p:nvSpPr>
        <p:spPr>
          <a:xfrm>
            <a:off x="618114" y="3662369"/>
            <a:ext cx="2239645" cy="361509"/>
          </a:xfrm>
          <a:prstGeom prst="rect">
            <a:avLst/>
          </a:prstGeom>
        </p:spPr>
        <p:txBody>
          <a:bodyPr vert="horz" wrap="square" lIns="0" tIns="14605" rIns="0" bIns="0" rtlCol="0">
            <a:spAutoFit/>
          </a:bodyPr>
          <a:lstStyle/>
          <a:p>
            <a:pPr marL="12700" marR="5080">
              <a:lnSpc>
                <a:spcPct val="100899"/>
              </a:lnSpc>
              <a:spcBef>
                <a:spcPts val="115"/>
              </a:spcBef>
            </a:pPr>
            <a:r>
              <a:rPr sz="1150" i="1" dirty="0">
                <a:latin typeface="Franklin Gothic Book" panose="020B0503020102020204" pitchFamily="34" charset="0"/>
                <a:cs typeface="Arial"/>
              </a:rPr>
              <a:t>How to develop your team to being  masters in their job.</a:t>
            </a:r>
            <a:endParaRPr sz="1150">
              <a:latin typeface="Franklin Gothic Book" panose="020B0503020102020204" pitchFamily="34" charset="0"/>
              <a:cs typeface="Arial"/>
            </a:endParaRPr>
          </a:p>
        </p:txBody>
      </p:sp>
      <p:sp>
        <p:nvSpPr>
          <p:cNvPr id="30" name="object 30"/>
          <p:cNvSpPr txBox="1"/>
          <p:nvPr/>
        </p:nvSpPr>
        <p:spPr>
          <a:xfrm>
            <a:off x="618114" y="4207212"/>
            <a:ext cx="1647825" cy="197490"/>
          </a:xfrm>
          <a:prstGeom prst="rect">
            <a:avLst/>
          </a:prstGeom>
        </p:spPr>
        <p:txBody>
          <a:bodyPr vert="horz" wrap="square" lIns="0" tIns="12700" rIns="0" bIns="0" rtlCol="0">
            <a:spAutoFit/>
          </a:bodyPr>
          <a:lstStyle/>
          <a:p>
            <a:pPr marL="12700">
              <a:lnSpc>
                <a:spcPct val="100000"/>
              </a:lnSpc>
              <a:spcBef>
                <a:spcPts val="100"/>
              </a:spcBef>
            </a:pPr>
            <a:r>
              <a:rPr sz="1150" i="1" dirty="0">
                <a:latin typeface="Franklin Gothic Book" panose="020B0503020102020204" pitchFamily="34" charset="0"/>
                <a:cs typeface="Arial"/>
              </a:rPr>
              <a:t>Asset</a:t>
            </a:r>
            <a:r>
              <a:rPr sz="1200" i="1" dirty="0">
                <a:latin typeface="Franklin Gothic Book" panose="020B0503020102020204" pitchFamily="34" charset="0"/>
                <a:cs typeface="Arial"/>
              </a:rPr>
              <a:t>: Talent Accelerator</a:t>
            </a:r>
            <a:endParaRPr sz="1200">
              <a:latin typeface="Franklin Gothic Book" panose="020B0503020102020204" pitchFamily="34" charset="0"/>
              <a:cs typeface="Arial"/>
            </a:endParaRPr>
          </a:p>
        </p:txBody>
      </p:sp>
      <p:sp>
        <p:nvSpPr>
          <p:cNvPr id="31" name="object 31"/>
          <p:cNvSpPr txBox="1"/>
          <p:nvPr/>
        </p:nvSpPr>
        <p:spPr>
          <a:xfrm>
            <a:off x="674556" y="1075392"/>
            <a:ext cx="2143125" cy="1008380"/>
          </a:xfrm>
          <a:prstGeom prst="rect">
            <a:avLst/>
          </a:prstGeom>
        </p:spPr>
        <p:txBody>
          <a:bodyPr vert="horz" wrap="square" lIns="0" tIns="12700" rIns="0" bIns="0" rtlCol="0">
            <a:spAutoFit/>
          </a:bodyPr>
          <a:lstStyle/>
          <a:p>
            <a:pPr marL="12700" marR="5080">
              <a:lnSpc>
                <a:spcPct val="100000"/>
              </a:lnSpc>
              <a:spcBef>
                <a:spcPts val="100"/>
              </a:spcBef>
            </a:pPr>
            <a:r>
              <a:rPr sz="1500" dirty="0">
                <a:latin typeface="Franklin Gothic Book" panose="020B0503020102020204" pitchFamily="34" charset="0"/>
                <a:cs typeface="Arial"/>
              </a:rPr>
              <a:t>4 | Revenue Performance  &amp; Metrics</a:t>
            </a:r>
          </a:p>
          <a:p>
            <a:pPr marL="12700" marR="716915">
              <a:lnSpc>
                <a:spcPct val="105000"/>
              </a:lnSpc>
              <a:spcBef>
                <a:spcPts val="1115"/>
              </a:spcBef>
            </a:pPr>
            <a:r>
              <a:rPr sz="1200" i="1" dirty="0">
                <a:latin typeface="Franklin Gothic Book" panose="020B0503020102020204" pitchFamily="34" charset="0"/>
                <a:cs typeface="Arial"/>
              </a:rPr>
              <a:t>How we measure real  performance</a:t>
            </a:r>
            <a:endParaRPr sz="1200" dirty="0">
              <a:latin typeface="Franklin Gothic Book" panose="020B0503020102020204" pitchFamily="34" charset="0"/>
              <a:cs typeface="Arial"/>
            </a:endParaRPr>
          </a:p>
        </p:txBody>
      </p:sp>
      <p:sp>
        <p:nvSpPr>
          <p:cNvPr id="32" name="object 32"/>
          <p:cNvSpPr txBox="1"/>
          <p:nvPr/>
        </p:nvSpPr>
        <p:spPr>
          <a:xfrm>
            <a:off x="674556" y="2216868"/>
            <a:ext cx="1888489" cy="385445"/>
          </a:xfrm>
          <a:prstGeom prst="rect">
            <a:avLst/>
          </a:prstGeom>
        </p:spPr>
        <p:txBody>
          <a:bodyPr vert="horz" wrap="square" lIns="0" tIns="23495" rIns="0" bIns="0" rtlCol="0">
            <a:spAutoFit/>
          </a:bodyPr>
          <a:lstStyle/>
          <a:p>
            <a:pPr marL="12700" marR="5080">
              <a:lnSpc>
                <a:spcPts val="1390"/>
              </a:lnSpc>
              <a:spcBef>
                <a:spcPts val="185"/>
              </a:spcBef>
            </a:pPr>
            <a:r>
              <a:rPr sz="1200" dirty="0">
                <a:latin typeface="Franklin Gothic Book" panose="020B0503020102020204" pitchFamily="34" charset="0"/>
                <a:cs typeface="Arial"/>
              </a:rPr>
              <a:t>Performance that focuses on  results vs. activity</a:t>
            </a:r>
            <a:endParaRPr sz="1200">
              <a:latin typeface="Franklin Gothic Book" panose="020B0503020102020204" pitchFamily="34" charset="0"/>
              <a:cs typeface="Arial"/>
            </a:endParaRPr>
          </a:p>
        </p:txBody>
      </p:sp>
      <p:sp>
        <p:nvSpPr>
          <p:cNvPr id="33" name="object 33"/>
          <p:cNvSpPr txBox="1">
            <a:spLocks noGrp="1"/>
          </p:cNvSpPr>
          <p:nvPr>
            <p:ph type="title"/>
          </p:nvPr>
        </p:nvSpPr>
        <p:spPr>
          <a:xfrm>
            <a:off x="2177295" y="101557"/>
            <a:ext cx="234315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00"/>
                </a:solidFill>
                <a:latin typeface="Franklin Gothic Book" panose="020B0503020102020204" pitchFamily="34" charset="0"/>
              </a:rPr>
              <a:t>Performance Path</a:t>
            </a:r>
            <a:endParaRPr sz="2400">
              <a:latin typeface="Franklin Gothic Book" panose="020B0503020102020204" pitchFamily="34" charset="0"/>
            </a:endParaRPr>
          </a:p>
        </p:txBody>
      </p:sp>
      <p:sp>
        <p:nvSpPr>
          <p:cNvPr id="34" name="object 34"/>
          <p:cNvSpPr txBox="1"/>
          <p:nvPr/>
        </p:nvSpPr>
        <p:spPr>
          <a:xfrm>
            <a:off x="6399982" y="139700"/>
            <a:ext cx="1250315" cy="299720"/>
          </a:xfrm>
          <a:prstGeom prst="rect">
            <a:avLst/>
          </a:prstGeom>
        </p:spPr>
        <p:txBody>
          <a:bodyPr vert="horz" wrap="square" lIns="0" tIns="12700" rIns="0" bIns="0" rtlCol="0">
            <a:spAutoFit/>
          </a:bodyPr>
          <a:lstStyle/>
          <a:p>
            <a:pPr marL="12700">
              <a:lnSpc>
                <a:spcPct val="100000"/>
              </a:lnSpc>
              <a:spcBef>
                <a:spcPts val="100"/>
              </a:spcBef>
            </a:pPr>
            <a:r>
              <a:rPr sz="1800" i="1" dirty="0">
                <a:latin typeface="Franklin Gothic Book" panose="020B0503020102020204" pitchFamily="34" charset="0"/>
                <a:cs typeface="Arial"/>
              </a:rPr>
              <a:t>How we do it</a:t>
            </a:r>
            <a:endParaRPr sz="1800" dirty="0">
              <a:latin typeface="Franklin Gothic Book" panose="020B0503020102020204" pitchFamily="34" charset="0"/>
              <a:cs typeface="Arial"/>
            </a:endParaRPr>
          </a:p>
        </p:txBody>
      </p:sp>
    </p:spTree>
    <p:extLst>
      <p:ext uri="{BB962C8B-B14F-4D97-AF65-F5344CB8AC3E}">
        <p14:creationId xmlns:p14="http://schemas.microsoft.com/office/powerpoint/2010/main" val="927699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4114" y="232201"/>
            <a:ext cx="545693" cy="195032"/>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0" y="685800"/>
            <a:ext cx="9144000" cy="4457700"/>
          </a:xfrm>
          <a:custGeom>
            <a:avLst/>
            <a:gdLst/>
            <a:ahLst/>
            <a:cxnLst/>
            <a:rect l="l" t="t" r="r" b="b"/>
            <a:pathLst>
              <a:path w="9144000" h="4457700">
                <a:moveTo>
                  <a:pt x="0" y="0"/>
                </a:moveTo>
                <a:lnTo>
                  <a:pt x="9144000" y="0"/>
                </a:lnTo>
                <a:lnTo>
                  <a:pt x="9144000" y="4457699"/>
                </a:lnTo>
                <a:lnTo>
                  <a:pt x="0" y="4457699"/>
                </a:lnTo>
                <a:lnTo>
                  <a:pt x="0" y="0"/>
                </a:lnTo>
                <a:close/>
              </a:path>
            </a:pathLst>
          </a:custGeom>
          <a:solidFill>
            <a:srgbClr val="F2F2F2"/>
          </a:solidFill>
        </p:spPr>
        <p:txBody>
          <a:bodyPr wrap="square" lIns="0" tIns="0" rIns="0" bIns="0" rtlCol="0"/>
          <a:lstStyle/>
          <a:p>
            <a:endParaRPr/>
          </a:p>
        </p:txBody>
      </p:sp>
      <p:sp>
        <p:nvSpPr>
          <p:cNvPr id="4" name="object 4"/>
          <p:cNvSpPr txBox="1">
            <a:spLocks noGrp="1"/>
          </p:cNvSpPr>
          <p:nvPr>
            <p:ph type="title"/>
          </p:nvPr>
        </p:nvSpPr>
        <p:spPr>
          <a:xfrm>
            <a:off x="2276264" y="124459"/>
            <a:ext cx="234315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00"/>
                </a:solidFill>
                <a:latin typeface="Franklin Gothic Book" panose="020B0503020102020204" pitchFamily="34" charset="0"/>
              </a:rPr>
              <a:t>Performance Path</a:t>
            </a:r>
            <a:endParaRPr sz="2400">
              <a:latin typeface="Franklin Gothic Book" panose="020B0503020102020204" pitchFamily="34" charset="0"/>
            </a:endParaRPr>
          </a:p>
        </p:txBody>
      </p:sp>
      <p:sp>
        <p:nvSpPr>
          <p:cNvPr id="5" name="object 5"/>
          <p:cNvSpPr txBox="1"/>
          <p:nvPr/>
        </p:nvSpPr>
        <p:spPr>
          <a:xfrm>
            <a:off x="6422749" y="200659"/>
            <a:ext cx="1228725" cy="299720"/>
          </a:xfrm>
          <a:prstGeom prst="rect">
            <a:avLst/>
          </a:prstGeom>
        </p:spPr>
        <p:txBody>
          <a:bodyPr vert="horz" wrap="square" lIns="0" tIns="12700" rIns="0" bIns="0" rtlCol="0">
            <a:spAutoFit/>
          </a:bodyPr>
          <a:lstStyle/>
          <a:p>
            <a:pPr marL="12700">
              <a:lnSpc>
                <a:spcPct val="100000"/>
              </a:lnSpc>
              <a:spcBef>
                <a:spcPts val="100"/>
              </a:spcBef>
            </a:pPr>
            <a:r>
              <a:rPr sz="1800" i="1" spc="-150" dirty="0">
                <a:latin typeface="Arial"/>
                <a:cs typeface="Arial"/>
              </a:rPr>
              <a:t>Why </a:t>
            </a:r>
            <a:r>
              <a:rPr sz="1800" i="1" spc="30" dirty="0">
                <a:latin typeface="Arial"/>
                <a:cs typeface="Arial"/>
              </a:rPr>
              <a:t>it</a:t>
            </a:r>
            <a:r>
              <a:rPr sz="1800" i="1" spc="-30" dirty="0">
                <a:latin typeface="Arial"/>
                <a:cs typeface="Arial"/>
              </a:rPr>
              <a:t> </a:t>
            </a:r>
            <a:r>
              <a:rPr sz="1800" i="1" spc="-55" dirty="0">
                <a:latin typeface="Arial"/>
                <a:cs typeface="Arial"/>
              </a:rPr>
              <a:t>works</a:t>
            </a:r>
            <a:endParaRPr sz="1800">
              <a:latin typeface="Arial"/>
              <a:cs typeface="Arial"/>
            </a:endParaRPr>
          </a:p>
        </p:txBody>
      </p:sp>
      <p:sp>
        <p:nvSpPr>
          <p:cNvPr id="6" name="object 6"/>
          <p:cNvSpPr/>
          <p:nvPr/>
        </p:nvSpPr>
        <p:spPr>
          <a:xfrm>
            <a:off x="3387360" y="1782076"/>
            <a:ext cx="4486910" cy="970915"/>
          </a:xfrm>
          <a:custGeom>
            <a:avLst/>
            <a:gdLst/>
            <a:ahLst/>
            <a:cxnLst/>
            <a:rect l="l" t="t" r="r" b="b"/>
            <a:pathLst>
              <a:path w="4486909" h="970914">
                <a:moveTo>
                  <a:pt x="0" y="0"/>
                </a:moveTo>
                <a:lnTo>
                  <a:pt x="4486816" y="0"/>
                </a:lnTo>
                <a:lnTo>
                  <a:pt x="4486816" y="970815"/>
                </a:lnTo>
                <a:lnTo>
                  <a:pt x="0" y="970815"/>
                </a:lnTo>
                <a:lnTo>
                  <a:pt x="0" y="0"/>
                </a:lnTo>
                <a:close/>
              </a:path>
            </a:pathLst>
          </a:custGeom>
          <a:solidFill>
            <a:srgbClr val="D9D9D9"/>
          </a:solidFill>
        </p:spPr>
        <p:txBody>
          <a:bodyPr wrap="square" lIns="0" tIns="0" rIns="0" bIns="0" rtlCol="0"/>
          <a:lstStyle/>
          <a:p>
            <a:endParaRPr/>
          </a:p>
        </p:txBody>
      </p:sp>
      <p:sp>
        <p:nvSpPr>
          <p:cNvPr id="7" name="object 7"/>
          <p:cNvSpPr/>
          <p:nvPr/>
        </p:nvSpPr>
        <p:spPr>
          <a:xfrm>
            <a:off x="3905097" y="2747633"/>
            <a:ext cx="3966210" cy="907415"/>
          </a:xfrm>
          <a:custGeom>
            <a:avLst/>
            <a:gdLst/>
            <a:ahLst/>
            <a:cxnLst/>
            <a:rect l="l" t="t" r="r" b="b"/>
            <a:pathLst>
              <a:path w="3966209" h="907414">
                <a:moveTo>
                  <a:pt x="0" y="907145"/>
                </a:moveTo>
                <a:lnTo>
                  <a:pt x="3966072" y="907145"/>
                </a:lnTo>
                <a:lnTo>
                  <a:pt x="3966072" y="0"/>
                </a:lnTo>
                <a:lnTo>
                  <a:pt x="0" y="0"/>
                </a:lnTo>
                <a:lnTo>
                  <a:pt x="0" y="907145"/>
                </a:lnTo>
                <a:close/>
              </a:path>
            </a:pathLst>
          </a:custGeom>
          <a:solidFill>
            <a:srgbClr val="BFBFBF"/>
          </a:solidFill>
        </p:spPr>
        <p:txBody>
          <a:bodyPr wrap="square" lIns="0" tIns="0" rIns="0" bIns="0" rtlCol="0"/>
          <a:lstStyle/>
          <a:p>
            <a:endParaRPr/>
          </a:p>
        </p:txBody>
      </p:sp>
      <p:sp>
        <p:nvSpPr>
          <p:cNvPr id="8" name="object 8"/>
          <p:cNvSpPr/>
          <p:nvPr/>
        </p:nvSpPr>
        <p:spPr>
          <a:xfrm>
            <a:off x="3294405" y="3654779"/>
            <a:ext cx="4577080" cy="1212850"/>
          </a:xfrm>
          <a:custGeom>
            <a:avLst/>
            <a:gdLst/>
            <a:ahLst/>
            <a:cxnLst/>
            <a:rect l="l" t="t" r="r" b="b"/>
            <a:pathLst>
              <a:path w="4577080" h="1212850">
                <a:moveTo>
                  <a:pt x="0" y="0"/>
                </a:moveTo>
                <a:lnTo>
                  <a:pt x="4576765" y="0"/>
                </a:lnTo>
                <a:lnTo>
                  <a:pt x="4576765" y="1212659"/>
                </a:lnTo>
                <a:lnTo>
                  <a:pt x="0" y="1212659"/>
                </a:lnTo>
                <a:lnTo>
                  <a:pt x="0" y="0"/>
                </a:lnTo>
                <a:close/>
              </a:path>
            </a:pathLst>
          </a:custGeom>
          <a:solidFill>
            <a:srgbClr val="A6A6A6"/>
          </a:solidFill>
        </p:spPr>
        <p:txBody>
          <a:bodyPr wrap="square" lIns="0" tIns="0" rIns="0" bIns="0" rtlCol="0"/>
          <a:lstStyle/>
          <a:p>
            <a:endParaRPr/>
          </a:p>
        </p:txBody>
      </p:sp>
      <p:sp>
        <p:nvSpPr>
          <p:cNvPr id="9" name="object 9"/>
          <p:cNvSpPr/>
          <p:nvPr/>
        </p:nvSpPr>
        <p:spPr>
          <a:xfrm>
            <a:off x="3279647" y="1749551"/>
            <a:ext cx="1944624" cy="3197352"/>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211943" y="1776278"/>
            <a:ext cx="3931560" cy="3091159"/>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3249167" y="4133088"/>
            <a:ext cx="1941576" cy="807720"/>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3304420" y="4167975"/>
            <a:ext cx="1839595" cy="699770"/>
          </a:xfrm>
          <a:custGeom>
            <a:avLst/>
            <a:gdLst/>
            <a:ahLst/>
            <a:cxnLst/>
            <a:rect l="l" t="t" r="r" b="b"/>
            <a:pathLst>
              <a:path w="1839595" h="699770">
                <a:moveTo>
                  <a:pt x="1839083" y="0"/>
                </a:moveTo>
                <a:lnTo>
                  <a:pt x="0" y="699464"/>
                </a:lnTo>
              </a:path>
            </a:pathLst>
          </a:custGeom>
          <a:ln w="25400">
            <a:solidFill>
              <a:srgbClr val="7B0965"/>
            </a:solidFill>
          </a:ln>
        </p:spPr>
        <p:txBody>
          <a:bodyPr wrap="square" lIns="0" tIns="0" rIns="0" bIns="0" rtlCol="0"/>
          <a:lstStyle/>
          <a:p>
            <a:endParaRPr/>
          </a:p>
        </p:txBody>
      </p:sp>
      <p:sp>
        <p:nvSpPr>
          <p:cNvPr id="13" name="object 13"/>
          <p:cNvSpPr/>
          <p:nvPr/>
        </p:nvSpPr>
        <p:spPr>
          <a:xfrm>
            <a:off x="3298717" y="1782072"/>
            <a:ext cx="87630" cy="3073400"/>
          </a:xfrm>
          <a:custGeom>
            <a:avLst/>
            <a:gdLst/>
            <a:ahLst/>
            <a:cxnLst/>
            <a:rect l="l" t="t" r="r" b="b"/>
            <a:pathLst>
              <a:path w="87629" h="3073400">
                <a:moveTo>
                  <a:pt x="87481" y="0"/>
                </a:moveTo>
                <a:lnTo>
                  <a:pt x="0" y="3073113"/>
                </a:lnTo>
              </a:path>
            </a:pathLst>
          </a:custGeom>
          <a:ln w="25400">
            <a:solidFill>
              <a:srgbClr val="7B0965"/>
            </a:solidFill>
          </a:ln>
        </p:spPr>
        <p:txBody>
          <a:bodyPr wrap="square" lIns="0" tIns="0" rIns="0" bIns="0" rtlCol="0"/>
          <a:lstStyle/>
          <a:p>
            <a:endParaRPr/>
          </a:p>
        </p:txBody>
      </p:sp>
      <p:sp>
        <p:nvSpPr>
          <p:cNvPr id="14" name="object 14"/>
          <p:cNvSpPr/>
          <p:nvPr/>
        </p:nvSpPr>
        <p:spPr>
          <a:xfrm>
            <a:off x="3279647" y="2791967"/>
            <a:ext cx="938784" cy="399288"/>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3333305" y="2825669"/>
            <a:ext cx="839469" cy="290830"/>
          </a:xfrm>
          <a:custGeom>
            <a:avLst/>
            <a:gdLst/>
            <a:ahLst/>
            <a:cxnLst/>
            <a:rect l="l" t="t" r="r" b="b"/>
            <a:pathLst>
              <a:path w="839470" h="290830">
                <a:moveTo>
                  <a:pt x="839427" y="0"/>
                </a:moveTo>
                <a:lnTo>
                  <a:pt x="0" y="290726"/>
                </a:lnTo>
              </a:path>
            </a:pathLst>
          </a:custGeom>
          <a:ln w="25400">
            <a:solidFill>
              <a:srgbClr val="7B0965"/>
            </a:solidFill>
          </a:ln>
        </p:spPr>
        <p:txBody>
          <a:bodyPr wrap="square" lIns="0" tIns="0" rIns="0" bIns="0" rtlCol="0"/>
          <a:lstStyle/>
          <a:p>
            <a:endParaRPr/>
          </a:p>
        </p:txBody>
      </p:sp>
      <p:sp>
        <p:nvSpPr>
          <p:cNvPr id="16" name="object 16"/>
          <p:cNvSpPr/>
          <p:nvPr/>
        </p:nvSpPr>
        <p:spPr>
          <a:xfrm>
            <a:off x="2432304" y="2709672"/>
            <a:ext cx="963168" cy="475488"/>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2477312" y="2743673"/>
            <a:ext cx="863600" cy="368300"/>
          </a:xfrm>
          <a:custGeom>
            <a:avLst/>
            <a:gdLst/>
            <a:ahLst/>
            <a:cxnLst/>
            <a:rect l="l" t="t" r="r" b="b"/>
            <a:pathLst>
              <a:path w="863600" h="368300">
                <a:moveTo>
                  <a:pt x="0" y="0"/>
                </a:moveTo>
                <a:lnTo>
                  <a:pt x="862981" y="367838"/>
                </a:lnTo>
              </a:path>
            </a:pathLst>
          </a:custGeom>
          <a:ln w="25400">
            <a:solidFill>
              <a:srgbClr val="7B0965"/>
            </a:solidFill>
          </a:ln>
        </p:spPr>
        <p:txBody>
          <a:bodyPr wrap="square" lIns="0" tIns="0" rIns="0" bIns="0" rtlCol="0"/>
          <a:lstStyle/>
          <a:p>
            <a:endParaRPr/>
          </a:p>
        </p:txBody>
      </p:sp>
      <p:sp>
        <p:nvSpPr>
          <p:cNvPr id="18" name="object 18"/>
          <p:cNvSpPr/>
          <p:nvPr/>
        </p:nvSpPr>
        <p:spPr>
          <a:xfrm>
            <a:off x="3318798" y="3552237"/>
            <a:ext cx="1824989" cy="615950"/>
          </a:xfrm>
          <a:custGeom>
            <a:avLst/>
            <a:gdLst/>
            <a:ahLst/>
            <a:cxnLst/>
            <a:rect l="l" t="t" r="r" b="b"/>
            <a:pathLst>
              <a:path w="1824989" h="615950">
                <a:moveTo>
                  <a:pt x="1824705" y="615738"/>
                </a:moveTo>
                <a:lnTo>
                  <a:pt x="0" y="0"/>
                </a:lnTo>
              </a:path>
            </a:pathLst>
          </a:custGeom>
          <a:ln w="25400">
            <a:solidFill>
              <a:srgbClr val="404040"/>
            </a:solidFill>
          </a:ln>
        </p:spPr>
        <p:txBody>
          <a:bodyPr wrap="square" lIns="0" tIns="0" rIns="0" bIns="0" rtlCol="0"/>
          <a:lstStyle/>
          <a:p>
            <a:endParaRPr/>
          </a:p>
        </p:txBody>
      </p:sp>
      <p:sp>
        <p:nvSpPr>
          <p:cNvPr id="19" name="object 19"/>
          <p:cNvSpPr/>
          <p:nvPr/>
        </p:nvSpPr>
        <p:spPr>
          <a:xfrm>
            <a:off x="1211942" y="3566187"/>
            <a:ext cx="2114550" cy="540385"/>
          </a:xfrm>
          <a:custGeom>
            <a:avLst/>
            <a:gdLst/>
            <a:ahLst/>
            <a:cxnLst/>
            <a:rect l="l" t="t" r="r" b="b"/>
            <a:pathLst>
              <a:path w="2114550" h="540385">
                <a:moveTo>
                  <a:pt x="0" y="540082"/>
                </a:moveTo>
                <a:lnTo>
                  <a:pt x="2114346" y="0"/>
                </a:lnTo>
              </a:path>
            </a:pathLst>
          </a:custGeom>
          <a:ln w="25400">
            <a:solidFill>
              <a:srgbClr val="404040"/>
            </a:solidFill>
          </a:ln>
        </p:spPr>
        <p:txBody>
          <a:bodyPr wrap="square" lIns="0" tIns="0" rIns="0" bIns="0" rtlCol="0"/>
          <a:lstStyle/>
          <a:p>
            <a:endParaRPr/>
          </a:p>
        </p:txBody>
      </p:sp>
      <p:sp>
        <p:nvSpPr>
          <p:cNvPr id="20" name="object 20"/>
          <p:cNvSpPr/>
          <p:nvPr/>
        </p:nvSpPr>
        <p:spPr>
          <a:xfrm>
            <a:off x="1247275" y="3555463"/>
            <a:ext cx="2116455" cy="1289685"/>
          </a:xfrm>
          <a:custGeom>
            <a:avLst/>
            <a:gdLst/>
            <a:ahLst/>
            <a:cxnLst/>
            <a:rect l="l" t="t" r="r" b="b"/>
            <a:pathLst>
              <a:path w="2116454" h="1289685">
                <a:moveTo>
                  <a:pt x="2115945" y="0"/>
                </a:moveTo>
                <a:lnTo>
                  <a:pt x="0" y="540614"/>
                </a:lnTo>
                <a:lnTo>
                  <a:pt x="2051439" y="1289670"/>
                </a:lnTo>
                <a:lnTo>
                  <a:pt x="2115945" y="0"/>
                </a:lnTo>
                <a:close/>
              </a:path>
            </a:pathLst>
          </a:custGeom>
          <a:solidFill>
            <a:srgbClr val="595959">
              <a:alpha val="39999"/>
            </a:srgbClr>
          </a:solidFill>
        </p:spPr>
        <p:txBody>
          <a:bodyPr wrap="square" lIns="0" tIns="0" rIns="0" bIns="0" rtlCol="0"/>
          <a:lstStyle/>
          <a:p>
            <a:endParaRPr/>
          </a:p>
        </p:txBody>
      </p:sp>
      <p:sp>
        <p:nvSpPr>
          <p:cNvPr id="21" name="object 21"/>
          <p:cNvSpPr/>
          <p:nvPr/>
        </p:nvSpPr>
        <p:spPr>
          <a:xfrm>
            <a:off x="3318798" y="3552237"/>
            <a:ext cx="1778000" cy="1301115"/>
          </a:xfrm>
          <a:custGeom>
            <a:avLst/>
            <a:gdLst/>
            <a:ahLst/>
            <a:cxnLst/>
            <a:rect l="l" t="t" r="r" b="b"/>
            <a:pathLst>
              <a:path w="1778000" h="1301114">
                <a:moveTo>
                  <a:pt x="0" y="0"/>
                </a:moveTo>
                <a:lnTo>
                  <a:pt x="0" y="1300836"/>
                </a:lnTo>
                <a:lnTo>
                  <a:pt x="1777719" y="617247"/>
                </a:lnTo>
                <a:lnTo>
                  <a:pt x="0" y="0"/>
                </a:lnTo>
                <a:close/>
              </a:path>
            </a:pathLst>
          </a:custGeom>
          <a:solidFill>
            <a:srgbClr val="595959">
              <a:alpha val="39999"/>
            </a:srgbClr>
          </a:solidFill>
        </p:spPr>
        <p:txBody>
          <a:bodyPr wrap="square" lIns="0" tIns="0" rIns="0" bIns="0" rtlCol="0"/>
          <a:lstStyle/>
          <a:p>
            <a:endParaRPr/>
          </a:p>
        </p:txBody>
      </p:sp>
      <p:sp>
        <p:nvSpPr>
          <p:cNvPr id="22" name="object 22"/>
          <p:cNvSpPr/>
          <p:nvPr/>
        </p:nvSpPr>
        <p:spPr>
          <a:xfrm>
            <a:off x="3249167" y="3639311"/>
            <a:ext cx="1581911" cy="594360"/>
          </a:xfrm>
          <a:prstGeom prst="rect">
            <a:avLst/>
          </a:prstGeom>
          <a:blipFill>
            <a:blip r:embed="rId8" cstate="print"/>
            <a:stretch>
              <a:fillRect/>
            </a:stretch>
          </a:blipFill>
        </p:spPr>
        <p:txBody>
          <a:bodyPr wrap="square" lIns="0" tIns="0" rIns="0" bIns="0" rtlCol="0"/>
          <a:lstStyle/>
          <a:p>
            <a:endParaRPr/>
          </a:p>
        </p:txBody>
      </p:sp>
      <p:sp>
        <p:nvSpPr>
          <p:cNvPr id="23" name="object 23"/>
          <p:cNvSpPr/>
          <p:nvPr/>
        </p:nvSpPr>
        <p:spPr>
          <a:xfrm>
            <a:off x="3304420" y="3672795"/>
            <a:ext cx="1481455" cy="487045"/>
          </a:xfrm>
          <a:custGeom>
            <a:avLst/>
            <a:gdLst/>
            <a:ahLst/>
            <a:cxnLst/>
            <a:rect l="l" t="t" r="r" b="b"/>
            <a:pathLst>
              <a:path w="1481454" h="487045">
                <a:moveTo>
                  <a:pt x="1481371" y="0"/>
                </a:moveTo>
                <a:lnTo>
                  <a:pt x="0" y="486644"/>
                </a:lnTo>
              </a:path>
            </a:pathLst>
          </a:custGeom>
          <a:ln w="25400">
            <a:solidFill>
              <a:srgbClr val="7B0965"/>
            </a:solidFill>
          </a:ln>
        </p:spPr>
        <p:txBody>
          <a:bodyPr wrap="square" lIns="0" tIns="0" rIns="0" bIns="0" rtlCol="0"/>
          <a:lstStyle/>
          <a:p>
            <a:endParaRPr/>
          </a:p>
        </p:txBody>
      </p:sp>
      <p:sp>
        <p:nvSpPr>
          <p:cNvPr id="24" name="object 24"/>
          <p:cNvSpPr/>
          <p:nvPr/>
        </p:nvSpPr>
        <p:spPr>
          <a:xfrm>
            <a:off x="1667255" y="3532632"/>
            <a:ext cx="1709927" cy="691896"/>
          </a:xfrm>
          <a:prstGeom prst="rect">
            <a:avLst/>
          </a:prstGeom>
          <a:blipFill>
            <a:blip r:embed="rId9" cstate="print"/>
            <a:stretch>
              <a:fillRect/>
            </a:stretch>
          </a:blipFill>
        </p:spPr>
        <p:txBody>
          <a:bodyPr wrap="square" lIns="0" tIns="0" rIns="0" bIns="0" rtlCol="0"/>
          <a:lstStyle/>
          <a:p>
            <a:endParaRPr/>
          </a:p>
        </p:txBody>
      </p:sp>
      <p:sp>
        <p:nvSpPr>
          <p:cNvPr id="25" name="object 25"/>
          <p:cNvSpPr/>
          <p:nvPr/>
        </p:nvSpPr>
        <p:spPr>
          <a:xfrm>
            <a:off x="1712784" y="3566187"/>
            <a:ext cx="1609725" cy="583565"/>
          </a:xfrm>
          <a:custGeom>
            <a:avLst/>
            <a:gdLst/>
            <a:ahLst/>
            <a:cxnLst/>
            <a:rect l="l" t="t" r="r" b="b"/>
            <a:pathLst>
              <a:path w="1609725" h="583564">
                <a:moveTo>
                  <a:pt x="0" y="0"/>
                </a:moveTo>
                <a:lnTo>
                  <a:pt x="1609233" y="582997"/>
                </a:lnTo>
              </a:path>
            </a:pathLst>
          </a:custGeom>
          <a:ln w="25400">
            <a:solidFill>
              <a:srgbClr val="7B0965"/>
            </a:solidFill>
          </a:ln>
        </p:spPr>
        <p:txBody>
          <a:bodyPr wrap="square" lIns="0" tIns="0" rIns="0" bIns="0" rtlCol="0"/>
          <a:lstStyle/>
          <a:p>
            <a:endParaRPr/>
          </a:p>
        </p:txBody>
      </p:sp>
      <p:sp>
        <p:nvSpPr>
          <p:cNvPr id="26" name="object 26"/>
          <p:cNvSpPr/>
          <p:nvPr/>
        </p:nvSpPr>
        <p:spPr>
          <a:xfrm>
            <a:off x="1161288" y="4056888"/>
            <a:ext cx="2191512" cy="871728"/>
          </a:xfrm>
          <a:prstGeom prst="rect">
            <a:avLst/>
          </a:prstGeom>
          <a:blipFill>
            <a:blip r:embed="rId10" cstate="print"/>
            <a:stretch>
              <a:fillRect/>
            </a:stretch>
          </a:blipFill>
        </p:spPr>
        <p:txBody>
          <a:bodyPr wrap="square" lIns="0" tIns="0" rIns="0" bIns="0" rtlCol="0"/>
          <a:lstStyle/>
          <a:p>
            <a:endParaRPr/>
          </a:p>
        </p:txBody>
      </p:sp>
      <p:sp>
        <p:nvSpPr>
          <p:cNvPr id="27" name="object 27"/>
          <p:cNvSpPr/>
          <p:nvPr/>
        </p:nvSpPr>
        <p:spPr>
          <a:xfrm>
            <a:off x="1205851" y="4091764"/>
            <a:ext cx="2092960" cy="761365"/>
          </a:xfrm>
          <a:custGeom>
            <a:avLst/>
            <a:gdLst/>
            <a:ahLst/>
            <a:cxnLst/>
            <a:rect l="l" t="t" r="r" b="b"/>
            <a:pathLst>
              <a:path w="2092960" h="761364">
                <a:moveTo>
                  <a:pt x="0" y="0"/>
                </a:moveTo>
                <a:lnTo>
                  <a:pt x="2092478" y="761170"/>
                </a:lnTo>
              </a:path>
            </a:pathLst>
          </a:custGeom>
          <a:ln w="25400">
            <a:solidFill>
              <a:srgbClr val="7B0965"/>
            </a:solidFill>
          </a:ln>
        </p:spPr>
        <p:txBody>
          <a:bodyPr wrap="square" lIns="0" tIns="0" rIns="0" bIns="0" rtlCol="0"/>
          <a:lstStyle/>
          <a:p>
            <a:endParaRPr/>
          </a:p>
        </p:txBody>
      </p:sp>
      <p:sp>
        <p:nvSpPr>
          <p:cNvPr id="28" name="object 28"/>
          <p:cNvSpPr txBox="1">
            <a:spLocks noGrp="1"/>
          </p:cNvSpPr>
          <p:nvPr>
            <p:ph type="body" idx="1"/>
          </p:nvPr>
        </p:nvSpPr>
        <p:spPr>
          <a:xfrm>
            <a:off x="1431029" y="1031747"/>
            <a:ext cx="6281940" cy="3527248"/>
          </a:xfrm>
          <a:prstGeom prst="rect">
            <a:avLst/>
          </a:prstGeom>
        </p:spPr>
        <p:txBody>
          <a:bodyPr vert="horz" wrap="square" lIns="0" tIns="9525" rIns="0" bIns="0" rtlCol="0">
            <a:spAutoFit/>
          </a:bodyPr>
          <a:lstStyle/>
          <a:p>
            <a:pPr marL="100965" marR="381635">
              <a:lnSpc>
                <a:spcPct val="101400"/>
              </a:lnSpc>
              <a:spcBef>
                <a:spcPts val="75"/>
              </a:spcBef>
            </a:pPr>
            <a:r>
              <a:rPr dirty="0">
                <a:latin typeface="Franklin Gothic Book" panose="020B0503020102020204" pitchFamily="34" charset="0"/>
              </a:rPr>
              <a:t>Having a strategic and disciplined path that equips the ability to pivot within  marketplace shifts:</a:t>
            </a:r>
          </a:p>
          <a:p>
            <a:pPr marL="88265">
              <a:lnSpc>
                <a:spcPct val="100000"/>
              </a:lnSpc>
              <a:spcBef>
                <a:spcPts val="50"/>
              </a:spcBef>
            </a:pPr>
            <a:endParaRPr sz="2300" dirty="0">
              <a:latin typeface="Franklin Gothic Book" panose="020B0503020102020204" pitchFamily="34" charset="0"/>
            </a:endParaRPr>
          </a:p>
          <a:p>
            <a:pPr marL="2715895" indent="-247015">
              <a:lnSpc>
                <a:spcPct val="100000"/>
              </a:lnSpc>
              <a:buAutoNum type="arabicPeriod" startAt="3"/>
              <a:tabLst>
                <a:tab pos="2717165" algn="l"/>
              </a:tabLst>
            </a:pPr>
            <a:r>
              <a:rPr sz="1800" dirty="0">
                <a:solidFill>
                  <a:srgbClr val="FFFFFF"/>
                </a:solidFill>
                <a:latin typeface="Franklin Gothic Book" panose="020B0503020102020204" pitchFamily="34" charset="0"/>
              </a:rPr>
              <a:t>Focus:</a:t>
            </a:r>
            <a:endParaRPr sz="1800" dirty="0">
              <a:latin typeface="Franklin Gothic Book" panose="020B0503020102020204" pitchFamily="34" charset="0"/>
            </a:endParaRPr>
          </a:p>
          <a:p>
            <a:pPr marL="2832100">
              <a:lnSpc>
                <a:spcPct val="100000"/>
              </a:lnSpc>
              <a:spcBef>
                <a:spcPts val="459"/>
              </a:spcBef>
            </a:pPr>
            <a:r>
              <a:rPr sz="1100" dirty="0">
                <a:latin typeface="Franklin Gothic Book" panose="020B0503020102020204" pitchFamily="34" charset="0"/>
              </a:rPr>
              <a:t>Accountability on the right foundation</a:t>
            </a:r>
          </a:p>
          <a:p>
            <a:pPr marL="88265">
              <a:lnSpc>
                <a:spcPct val="100000"/>
              </a:lnSpc>
            </a:pPr>
            <a:endParaRPr sz="1050" dirty="0">
              <a:latin typeface="Franklin Gothic Book" panose="020B0503020102020204" pitchFamily="34" charset="0"/>
            </a:endParaRPr>
          </a:p>
          <a:p>
            <a:pPr marL="3265804">
              <a:lnSpc>
                <a:spcPct val="100000"/>
              </a:lnSpc>
              <a:spcBef>
                <a:spcPts val="5"/>
              </a:spcBef>
            </a:pPr>
            <a:r>
              <a:rPr sz="1050" dirty="0">
                <a:latin typeface="Franklin Gothic Book" panose="020B0503020102020204" pitchFamily="34" charset="0"/>
              </a:rPr>
              <a:t>Repeatable Results.</a:t>
            </a:r>
          </a:p>
          <a:p>
            <a:pPr marL="3201035" lvl="1" indent="-247015">
              <a:lnSpc>
                <a:spcPct val="100000"/>
              </a:lnSpc>
              <a:spcBef>
                <a:spcPts val="765"/>
              </a:spcBef>
              <a:buAutoNum type="arabicPeriod" startAt="2"/>
              <a:tabLst>
                <a:tab pos="3202305" algn="l"/>
              </a:tabLst>
            </a:pPr>
            <a:r>
              <a:rPr sz="1800" dirty="0">
                <a:solidFill>
                  <a:srgbClr val="FFFFFF"/>
                </a:solidFill>
                <a:latin typeface="Franklin Gothic Book" panose="020B0503020102020204" pitchFamily="34" charset="0"/>
                <a:cs typeface="Arial"/>
              </a:rPr>
              <a:t>Framework:</a:t>
            </a:r>
            <a:endParaRPr sz="1800" dirty="0">
              <a:latin typeface="Franklin Gothic Book" panose="020B0503020102020204" pitchFamily="34" charset="0"/>
              <a:cs typeface="Arial"/>
            </a:endParaRPr>
          </a:p>
          <a:p>
            <a:pPr marL="3323590" marR="207645">
              <a:lnSpc>
                <a:spcPct val="102899"/>
              </a:lnSpc>
              <a:spcBef>
                <a:spcPts val="145"/>
              </a:spcBef>
            </a:pPr>
            <a:r>
              <a:rPr sz="1050" dirty="0">
                <a:latin typeface="Franklin Gothic Book" panose="020B0503020102020204" pitchFamily="34" charset="0"/>
              </a:rPr>
              <a:t>Build the tools and Resources to help teams to a  sustain a new way of thinking</a:t>
            </a:r>
          </a:p>
          <a:p>
            <a:pPr marL="4123690">
              <a:lnSpc>
                <a:spcPct val="100000"/>
              </a:lnSpc>
              <a:spcBef>
                <a:spcPts val="730"/>
              </a:spcBef>
            </a:pPr>
            <a:r>
              <a:rPr sz="1050" dirty="0">
                <a:latin typeface="Franklin Gothic Book" panose="020B0503020102020204" pitchFamily="34" charset="0"/>
              </a:rPr>
              <a:t>The uncommon becomes habit.</a:t>
            </a:r>
          </a:p>
          <a:p>
            <a:pPr marL="4124325" lvl="2" indent="-252095">
              <a:lnSpc>
                <a:spcPct val="100000"/>
              </a:lnSpc>
              <a:spcBef>
                <a:spcPts val="960"/>
              </a:spcBef>
              <a:buAutoNum type="arabicPeriod"/>
              <a:tabLst>
                <a:tab pos="4125595" algn="l"/>
              </a:tabLst>
            </a:pPr>
            <a:r>
              <a:rPr sz="1800" dirty="0">
                <a:solidFill>
                  <a:srgbClr val="FFFFFF"/>
                </a:solidFill>
                <a:latin typeface="Franklin Gothic Book" panose="020B0503020102020204" pitchFamily="34" charset="0"/>
                <a:cs typeface="Arial"/>
              </a:rPr>
              <a:t>Foundation:</a:t>
            </a:r>
            <a:endParaRPr sz="1800" dirty="0">
              <a:latin typeface="Franklin Gothic Book" panose="020B0503020102020204" pitchFamily="34" charset="0"/>
              <a:cs typeface="Arial"/>
            </a:endParaRPr>
          </a:p>
          <a:p>
            <a:pPr marL="4033520" marR="5080">
              <a:lnSpc>
                <a:spcPts val="1200"/>
              </a:lnSpc>
              <a:spcBef>
                <a:spcPts val="1450"/>
              </a:spcBef>
            </a:pPr>
            <a:r>
              <a:rPr sz="1050" dirty="0">
                <a:latin typeface="Franklin Gothic Book" panose="020B0503020102020204" pitchFamily="34" charset="0"/>
              </a:rPr>
              <a:t>Build the new way to work so they know  exactly what to do and when.</a:t>
            </a:r>
          </a:p>
        </p:txBody>
      </p:sp>
    </p:spTree>
    <p:extLst>
      <p:ext uri="{BB962C8B-B14F-4D97-AF65-F5344CB8AC3E}">
        <p14:creationId xmlns:p14="http://schemas.microsoft.com/office/powerpoint/2010/main" val="1339722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4" descr="A picture containing table, sitting, keyboard, desk&#10;&#10;Description automatically generated">
            <a:extLst>
              <a:ext uri="{FF2B5EF4-FFF2-40B4-BE49-F238E27FC236}">
                <a16:creationId xmlns:a16="http://schemas.microsoft.com/office/drawing/2014/main" id="{80B295D5-38CD-A344-88CA-608E29D80DE9}"/>
              </a:ext>
            </a:extLst>
          </p:cNvPr>
          <p:cNvPicPr>
            <a:picLocks noChangeAspect="1"/>
          </p:cNvPicPr>
          <p:nvPr/>
        </p:nvPicPr>
        <p:blipFill>
          <a:blip r:embed="rId3">
            <a:extLst>
              <a:ext uri="{28A0092B-C50C-407E-A947-70E740481C1C}">
                <a14:useLocalDpi xmlns:a14="http://schemas.microsoft.com/office/drawing/2010/main" val="0"/>
              </a:ext>
            </a:extLst>
          </a:blip>
          <a:srcRect t="31719" b="31719"/>
          <a:stretch>
            <a:fillRect/>
          </a:stretch>
        </p:blipFill>
        <p:spPr>
          <a:xfrm>
            <a:off x="21996" y="615297"/>
            <a:ext cx="9144000" cy="4528203"/>
          </a:xfrm>
          <a:prstGeom prst="rect">
            <a:avLst/>
          </a:prstGeom>
        </p:spPr>
      </p:pic>
    </p:spTree>
    <p:extLst>
      <p:ext uri="{BB962C8B-B14F-4D97-AF65-F5344CB8AC3E}">
        <p14:creationId xmlns:p14="http://schemas.microsoft.com/office/powerpoint/2010/main" val="1879454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2EAEDC-1622-D741-9998-A6935CCCD7F7}"/>
              </a:ext>
            </a:extLst>
          </p:cNvPr>
          <p:cNvSpPr txBox="1"/>
          <p:nvPr/>
        </p:nvSpPr>
        <p:spPr>
          <a:xfrm>
            <a:off x="1338943" y="1258207"/>
            <a:ext cx="6934200" cy="2800767"/>
          </a:xfrm>
          <a:prstGeom prst="rect">
            <a:avLst/>
          </a:prstGeom>
          <a:noFill/>
        </p:spPr>
        <p:txBody>
          <a:bodyPr wrap="square" rtlCol="0">
            <a:spAutoFit/>
          </a:bodyPr>
          <a:lstStyle/>
          <a:p>
            <a:r>
              <a:rPr lang="en-US" sz="4400" i="1" dirty="0">
                <a:latin typeface="Franklin Gothic Book" panose="020B0503020102020204" pitchFamily="34" charset="0"/>
              </a:rPr>
              <a:t>“Life is a tale told by idiots, full of sound and fury, that signify nothing”</a:t>
            </a:r>
          </a:p>
          <a:p>
            <a:r>
              <a:rPr lang="en-US" sz="4400" i="1" dirty="0">
                <a:latin typeface="Franklin Gothic Book" panose="020B0503020102020204" pitchFamily="34" charset="0"/>
              </a:rPr>
              <a:t>			</a:t>
            </a:r>
            <a:r>
              <a:rPr lang="en-US" sz="2800" i="1" dirty="0">
                <a:latin typeface="Franklin Gothic Book" panose="020B0503020102020204" pitchFamily="34" charset="0"/>
              </a:rPr>
              <a:t>-Shakespeare’s Macbeth</a:t>
            </a:r>
            <a:endParaRPr lang="en-US" sz="4400" i="1" dirty="0">
              <a:latin typeface="Franklin Gothic Book" panose="020B0503020102020204" pitchFamily="34" charset="0"/>
            </a:endParaRPr>
          </a:p>
        </p:txBody>
      </p:sp>
    </p:spTree>
    <p:extLst>
      <p:ext uri="{BB962C8B-B14F-4D97-AF65-F5344CB8AC3E}">
        <p14:creationId xmlns:p14="http://schemas.microsoft.com/office/powerpoint/2010/main" val="2966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outdoor, sitting, looking, water&#10;&#10;Description automatically generated">
            <a:extLst>
              <a:ext uri="{FF2B5EF4-FFF2-40B4-BE49-F238E27FC236}">
                <a16:creationId xmlns:a16="http://schemas.microsoft.com/office/drawing/2014/main" id="{C5279E62-FC0B-094F-B388-8A4FEF9054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7200"/>
            <a:ext cx="9143999" cy="4686300"/>
          </a:xfrm>
          <a:prstGeom prst="rect">
            <a:avLst/>
          </a:prstGeom>
        </p:spPr>
      </p:pic>
      <p:sp>
        <p:nvSpPr>
          <p:cNvPr id="2" name="Title 1">
            <a:extLst>
              <a:ext uri="{FF2B5EF4-FFF2-40B4-BE49-F238E27FC236}">
                <a16:creationId xmlns:a16="http://schemas.microsoft.com/office/drawing/2014/main" id="{A67C61F9-7B94-3048-84B3-843BB296601F}"/>
              </a:ext>
            </a:extLst>
          </p:cNvPr>
          <p:cNvSpPr>
            <a:spLocks noGrp="1"/>
          </p:cNvSpPr>
          <p:nvPr>
            <p:ph type="title"/>
          </p:nvPr>
        </p:nvSpPr>
        <p:spPr>
          <a:xfrm>
            <a:off x="4571999" y="0"/>
            <a:ext cx="4295749" cy="415498"/>
          </a:xfrm>
        </p:spPr>
        <p:txBody>
          <a:bodyPr/>
          <a:lstStyle/>
          <a:p>
            <a:r>
              <a:rPr lang="en-US" dirty="0"/>
              <a:t>Alignment</a:t>
            </a:r>
          </a:p>
        </p:txBody>
      </p:sp>
    </p:spTree>
    <p:extLst>
      <p:ext uri="{BB962C8B-B14F-4D97-AF65-F5344CB8AC3E}">
        <p14:creationId xmlns:p14="http://schemas.microsoft.com/office/powerpoint/2010/main" val="4103512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CD241C-ACD8-0A45-B253-50BA2300A594}"/>
              </a:ext>
            </a:extLst>
          </p:cNvPr>
          <p:cNvPicPr>
            <a:picLocks noChangeAspect="1"/>
          </p:cNvPicPr>
          <p:nvPr/>
        </p:nvPicPr>
        <p:blipFill>
          <a:blip r:embed="rId3"/>
          <a:stretch>
            <a:fillRect/>
          </a:stretch>
        </p:blipFill>
        <p:spPr>
          <a:xfrm>
            <a:off x="1464721" y="0"/>
            <a:ext cx="6214558" cy="5143500"/>
          </a:xfrm>
          <a:prstGeom prst="rect">
            <a:avLst/>
          </a:prstGeom>
        </p:spPr>
      </p:pic>
      <p:sp>
        <p:nvSpPr>
          <p:cNvPr id="2" name="Rectangle 1">
            <a:extLst>
              <a:ext uri="{FF2B5EF4-FFF2-40B4-BE49-F238E27FC236}">
                <a16:creationId xmlns:a16="http://schemas.microsoft.com/office/drawing/2014/main" id="{ABE0DF3A-DC06-9D4E-B535-DE88BC5D21AE}"/>
              </a:ext>
            </a:extLst>
          </p:cNvPr>
          <p:cNvSpPr/>
          <p:nvPr/>
        </p:nvSpPr>
        <p:spPr>
          <a:xfrm>
            <a:off x="2590800" y="3028950"/>
            <a:ext cx="5334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extLst>
      <p:ext uri="{BB962C8B-B14F-4D97-AF65-F5344CB8AC3E}">
        <p14:creationId xmlns:p14="http://schemas.microsoft.com/office/powerpoint/2010/main" val="1012644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5143498"/>
          </a:xfrm>
          <a:prstGeom prst="rect">
            <a:avLst/>
          </a:prstGeom>
          <a:blipFill>
            <a:blip r:embed="rId3" cstate="print"/>
            <a:stretch>
              <a:fillRect/>
            </a:stretch>
          </a:blipFill>
        </p:spPr>
        <p:txBody>
          <a:bodyPr wrap="square" lIns="0" tIns="0" rIns="0" bIns="0" rtlCol="0"/>
          <a:lstStyle/>
          <a:p>
            <a:endParaRPr dirty="0">
              <a:latin typeface="Franklin Gothic Book" panose="020B0503020102020204" pitchFamily="34" charset="0"/>
            </a:endParaRPr>
          </a:p>
        </p:txBody>
      </p:sp>
      <p:sp>
        <p:nvSpPr>
          <p:cNvPr id="3" name="object 3"/>
          <p:cNvSpPr txBox="1">
            <a:spLocks noGrp="1"/>
          </p:cNvSpPr>
          <p:nvPr>
            <p:ph type="title"/>
          </p:nvPr>
        </p:nvSpPr>
        <p:spPr>
          <a:xfrm>
            <a:off x="307340" y="350011"/>
            <a:ext cx="4295775" cy="1125855"/>
          </a:xfrm>
          <a:prstGeom prst="rect">
            <a:avLst/>
          </a:prstGeom>
        </p:spPr>
        <p:txBody>
          <a:bodyPr vert="horz" wrap="square" lIns="0" tIns="11430" rIns="0" bIns="0" rtlCol="0">
            <a:spAutoFit/>
          </a:bodyPr>
          <a:lstStyle/>
          <a:p>
            <a:pPr marL="12700" marR="5080">
              <a:lnSpc>
                <a:spcPct val="100400"/>
              </a:lnSpc>
              <a:spcBef>
                <a:spcPts val="90"/>
              </a:spcBef>
            </a:pPr>
            <a:r>
              <a:rPr sz="1800" spc="-150" dirty="0">
                <a:solidFill>
                  <a:srgbClr val="FFFFFF"/>
                </a:solidFill>
                <a:latin typeface="Franklin Gothic Book" panose="020B0503020102020204" pitchFamily="34" charset="0"/>
              </a:rPr>
              <a:t>We</a:t>
            </a:r>
            <a:r>
              <a:rPr lang="en-US" sz="1800" spc="-150" dirty="0">
                <a:solidFill>
                  <a:srgbClr val="FFFFFF"/>
                </a:solidFill>
                <a:latin typeface="Franklin Gothic Book" panose="020B0503020102020204" pitchFamily="34" charset="0"/>
              </a:rPr>
              <a:t> </a:t>
            </a:r>
            <a:r>
              <a:rPr sz="1800" spc="-150" dirty="0">
                <a:solidFill>
                  <a:srgbClr val="FFFFFF"/>
                </a:solidFill>
                <a:latin typeface="Franklin Gothic Book" panose="020B0503020102020204" pitchFamily="34" charset="0"/>
              </a:rPr>
              <a:t> </a:t>
            </a:r>
            <a:r>
              <a:rPr sz="1800" spc="-20" dirty="0">
                <a:solidFill>
                  <a:srgbClr val="FFFFFF"/>
                </a:solidFill>
                <a:latin typeface="Franklin Gothic Book" panose="020B0503020102020204" pitchFamily="34" charset="0"/>
              </a:rPr>
              <a:t>take </a:t>
            </a:r>
            <a:r>
              <a:rPr sz="1800" spc="-15" dirty="0">
                <a:solidFill>
                  <a:srgbClr val="FFFFFF"/>
                </a:solidFill>
                <a:latin typeface="Franklin Gothic Book" panose="020B0503020102020204" pitchFamily="34" charset="0"/>
              </a:rPr>
              <a:t>all</a:t>
            </a:r>
            <a:r>
              <a:rPr lang="en-US" sz="1800" spc="-15" dirty="0">
                <a:solidFill>
                  <a:srgbClr val="FFFFFF"/>
                </a:solidFill>
                <a:latin typeface="Franklin Gothic Book" panose="020B0503020102020204" pitchFamily="34" charset="0"/>
              </a:rPr>
              <a:t> </a:t>
            </a:r>
            <a:r>
              <a:rPr sz="1800" spc="-15" dirty="0">
                <a:solidFill>
                  <a:srgbClr val="FFFFFF"/>
                </a:solidFill>
                <a:latin typeface="Franklin Gothic Book" panose="020B0503020102020204" pitchFamily="34" charset="0"/>
              </a:rPr>
              <a:t>the </a:t>
            </a:r>
            <a:r>
              <a:rPr sz="1800" spc="-45" dirty="0">
                <a:solidFill>
                  <a:srgbClr val="FFFFFF"/>
                </a:solidFill>
                <a:latin typeface="Franklin Gothic Book" panose="020B0503020102020204" pitchFamily="34" charset="0"/>
              </a:rPr>
              <a:t>noise, </a:t>
            </a:r>
            <a:r>
              <a:rPr sz="1800" spc="-25" dirty="0">
                <a:solidFill>
                  <a:srgbClr val="FFFFFF"/>
                </a:solidFill>
                <a:latin typeface="Franklin Gothic Book" panose="020B0503020102020204" pitchFamily="34" charset="0"/>
              </a:rPr>
              <a:t>disruption,  </a:t>
            </a:r>
            <a:r>
              <a:rPr sz="1800" spc="-15" dirty="0">
                <a:solidFill>
                  <a:srgbClr val="FFFFFF"/>
                </a:solidFill>
                <a:latin typeface="Franklin Gothic Book" panose="020B0503020102020204" pitchFamily="34" charset="0"/>
              </a:rPr>
              <a:t>frustration </a:t>
            </a:r>
            <a:r>
              <a:rPr sz="1800" spc="-40" dirty="0">
                <a:solidFill>
                  <a:srgbClr val="FFFFFF"/>
                </a:solidFill>
                <a:latin typeface="Franklin Gothic Book" panose="020B0503020102020204" pitchFamily="34" charset="0"/>
              </a:rPr>
              <a:t>and </a:t>
            </a:r>
            <a:r>
              <a:rPr sz="1800" spc="-55" dirty="0">
                <a:solidFill>
                  <a:srgbClr val="FFFFFF"/>
                </a:solidFill>
                <a:latin typeface="Franklin Gothic Book" panose="020B0503020102020204" pitchFamily="34" charset="0"/>
              </a:rPr>
              <a:t>complexity </a:t>
            </a:r>
            <a:r>
              <a:rPr sz="1800" spc="-15" dirty="0">
                <a:solidFill>
                  <a:srgbClr val="FFFFFF"/>
                </a:solidFill>
                <a:latin typeface="Franklin Gothic Book" panose="020B0503020102020204" pitchFamily="34" charset="0"/>
              </a:rPr>
              <a:t>of the </a:t>
            </a:r>
            <a:r>
              <a:rPr sz="1800" spc="-70" dirty="0">
                <a:solidFill>
                  <a:srgbClr val="FFFFFF"/>
                </a:solidFill>
                <a:latin typeface="Franklin Gothic Book" panose="020B0503020102020204" pitchFamily="34" charset="0"/>
              </a:rPr>
              <a:t>new economy </a:t>
            </a:r>
            <a:r>
              <a:rPr sz="1800" spc="-40" dirty="0">
                <a:solidFill>
                  <a:srgbClr val="FFFFFF"/>
                </a:solidFill>
                <a:latin typeface="Franklin Gothic Book" panose="020B0503020102020204" pitchFamily="34" charset="0"/>
              </a:rPr>
              <a:t>and bring </a:t>
            </a:r>
            <a:r>
              <a:rPr sz="1800" spc="-85" dirty="0">
                <a:solidFill>
                  <a:srgbClr val="FFFFFF"/>
                </a:solidFill>
                <a:latin typeface="Franklin Gothic Book" panose="020B0503020102020204" pitchFamily="34" charset="0"/>
              </a:rPr>
              <a:t>you </a:t>
            </a:r>
            <a:r>
              <a:rPr sz="1800" spc="-50" dirty="0">
                <a:solidFill>
                  <a:srgbClr val="FFFFFF"/>
                </a:solidFill>
                <a:latin typeface="Franklin Gothic Book" panose="020B0503020102020204" pitchFamily="34" charset="0"/>
              </a:rPr>
              <a:t>a </a:t>
            </a:r>
            <a:r>
              <a:rPr sz="1800" spc="-45" dirty="0">
                <a:solidFill>
                  <a:srgbClr val="FFFFFF"/>
                </a:solidFill>
                <a:latin typeface="Franklin Gothic Book" panose="020B0503020102020204" pitchFamily="34" charset="0"/>
              </a:rPr>
              <a:t>clear, </a:t>
            </a:r>
            <a:r>
              <a:rPr sz="1800" spc="-55" dirty="0">
                <a:solidFill>
                  <a:srgbClr val="FFFFFF"/>
                </a:solidFill>
                <a:latin typeface="Franklin Gothic Book" panose="020B0503020102020204" pitchFamily="34" charset="0"/>
              </a:rPr>
              <a:t>concise </a:t>
            </a:r>
            <a:r>
              <a:rPr sz="1800" spc="-40" dirty="0">
                <a:solidFill>
                  <a:srgbClr val="FFFFFF"/>
                </a:solidFill>
                <a:latin typeface="Franklin Gothic Book" panose="020B0503020102020204" pitchFamily="34" charset="0"/>
              </a:rPr>
              <a:t>and </a:t>
            </a:r>
            <a:r>
              <a:rPr sz="1800" spc="-35" dirty="0">
                <a:solidFill>
                  <a:srgbClr val="FFFFFF"/>
                </a:solidFill>
                <a:latin typeface="Franklin Gothic Book" panose="020B0503020102020204" pitchFamily="34" charset="0"/>
              </a:rPr>
              <a:t>simple </a:t>
            </a:r>
            <a:r>
              <a:rPr sz="1800" spc="-20" dirty="0">
                <a:solidFill>
                  <a:srgbClr val="FFFFFF"/>
                </a:solidFill>
                <a:latin typeface="Franklin Gothic Book" panose="020B0503020102020204" pitchFamily="34" charset="0"/>
              </a:rPr>
              <a:t>path </a:t>
            </a:r>
            <a:r>
              <a:rPr sz="1800" spc="-15" dirty="0">
                <a:solidFill>
                  <a:srgbClr val="FFFFFF"/>
                </a:solidFill>
                <a:latin typeface="Franklin Gothic Book" panose="020B0503020102020204" pitchFamily="34" charset="0"/>
              </a:rPr>
              <a:t>for </a:t>
            </a:r>
            <a:r>
              <a:rPr sz="1800" spc="-65" dirty="0">
                <a:solidFill>
                  <a:srgbClr val="FFFFFF"/>
                </a:solidFill>
                <a:latin typeface="Franklin Gothic Book" panose="020B0503020102020204" pitchFamily="34" charset="0"/>
              </a:rPr>
              <a:t>your </a:t>
            </a:r>
            <a:r>
              <a:rPr sz="1800" spc="-30" dirty="0">
                <a:solidFill>
                  <a:srgbClr val="FFFFFF"/>
                </a:solidFill>
                <a:latin typeface="Franklin Gothic Book" panose="020B0503020102020204" pitchFamily="34" charset="0"/>
              </a:rPr>
              <a:t>team </a:t>
            </a:r>
            <a:r>
              <a:rPr sz="1800" spc="-10" dirty="0">
                <a:solidFill>
                  <a:srgbClr val="FFFFFF"/>
                </a:solidFill>
                <a:latin typeface="Franklin Gothic Book" panose="020B0503020102020204" pitchFamily="34" charset="0"/>
              </a:rPr>
              <a:t>to</a:t>
            </a:r>
            <a:r>
              <a:rPr lang="en-US" sz="1800" spc="-10" dirty="0">
                <a:solidFill>
                  <a:srgbClr val="FFFFFF"/>
                </a:solidFill>
                <a:latin typeface="Franklin Gothic Book" panose="020B0503020102020204" pitchFamily="34" charset="0"/>
              </a:rPr>
              <a:t> </a:t>
            </a:r>
            <a:r>
              <a:rPr sz="1800" spc="-45" dirty="0">
                <a:solidFill>
                  <a:srgbClr val="FFFFFF"/>
                </a:solidFill>
                <a:latin typeface="Franklin Gothic Book" panose="020B0503020102020204" pitchFamily="34" charset="0"/>
              </a:rPr>
              <a:t>get</a:t>
            </a:r>
            <a:r>
              <a:rPr lang="en-US" sz="1800" spc="-204" dirty="0">
                <a:solidFill>
                  <a:srgbClr val="FFFFFF"/>
                </a:solidFill>
                <a:latin typeface="Franklin Gothic Book" panose="020B0503020102020204" pitchFamily="34" charset="0"/>
              </a:rPr>
              <a:t> </a:t>
            </a:r>
            <a:r>
              <a:rPr sz="1800" spc="-30" dirty="0">
                <a:solidFill>
                  <a:srgbClr val="FFFFFF"/>
                </a:solidFill>
                <a:latin typeface="Franklin Gothic Book" panose="020B0503020102020204" pitchFamily="34" charset="0"/>
              </a:rPr>
              <a:t>results.</a:t>
            </a:r>
            <a:endParaRPr sz="1800" dirty="0">
              <a:latin typeface="Franklin Gothic Book" panose="020B0503020102020204" pitchFamily="34" charset="0"/>
            </a:endParaRPr>
          </a:p>
        </p:txBody>
      </p:sp>
      <p:sp>
        <p:nvSpPr>
          <p:cNvPr id="4" name="object 4"/>
          <p:cNvSpPr txBox="1"/>
          <p:nvPr/>
        </p:nvSpPr>
        <p:spPr>
          <a:xfrm>
            <a:off x="7010400" y="3409950"/>
            <a:ext cx="1845310" cy="1680845"/>
          </a:xfrm>
          <a:prstGeom prst="rect">
            <a:avLst/>
          </a:prstGeom>
        </p:spPr>
        <p:txBody>
          <a:bodyPr vert="horz" wrap="square" lIns="0" tIns="9525" rIns="0" bIns="0" rtlCol="0">
            <a:spAutoFit/>
          </a:bodyPr>
          <a:lstStyle/>
          <a:p>
            <a:pPr marL="12700" marR="44450">
              <a:lnSpc>
                <a:spcPct val="101099"/>
              </a:lnSpc>
              <a:spcBef>
                <a:spcPts val="75"/>
              </a:spcBef>
            </a:pPr>
            <a:r>
              <a:rPr sz="2000" i="1" spc="-40" dirty="0">
                <a:solidFill>
                  <a:srgbClr val="FFFF00"/>
                </a:solidFill>
                <a:latin typeface="Franklin Gothic Book" panose="020B0503020102020204" pitchFamily="34" charset="0"/>
                <a:cs typeface="Arial"/>
              </a:rPr>
              <a:t>Bringing</a:t>
            </a:r>
            <a:r>
              <a:rPr sz="2000" i="1" spc="-114" dirty="0">
                <a:solidFill>
                  <a:srgbClr val="FFFF00"/>
                </a:solidFill>
                <a:latin typeface="Franklin Gothic Book" panose="020B0503020102020204" pitchFamily="34" charset="0"/>
                <a:cs typeface="Arial"/>
              </a:rPr>
              <a:t> </a:t>
            </a:r>
            <a:r>
              <a:rPr sz="2000" i="1" spc="-40" dirty="0">
                <a:solidFill>
                  <a:srgbClr val="FFFF00"/>
                </a:solidFill>
                <a:latin typeface="Franklin Gothic Book" panose="020B0503020102020204" pitchFamily="34" charset="0"/>
                <a:cs typeface="Arial"/>
              </a:rPr>
              <a:t>Simplicity  </a:t>
            </a:r>
            <a:r>
              <a:rPr sz="2000" i="1" spc="-35" dirty="0">
                <a:solidFill>
                  <a:srgbClr val="FFFF00"/>
                </a:solidFill>
                <a:latin typeface="Franklin Gothic Book" panose="020B0503020102020204" pitchFamily="34" charset="0"/>
                <a:cs typeface="Arial"/>
              </a:rPr>
              <a:t>to</a:t>
            </a:r>
            <a:r>
              <a:rPr sz="2000" i="1" spc="-60" dirty="0">
                <a:solidFill>
                  <a:srgbClr val="FFFF00"/>
                </a:solidFill>
                <a:latin typeface="Franklin Gothic Book" panose="020B0503020102020204" pitchFamily="34" charset="0"/>
                <a:cs typeface="Arial"/>
              </a:rPr>
              <a:t> </a:t>
            </a:r>
            <a:r>
              <a:rPr sz="2000" i="1" spc="-70" dirty="0">
                <a:solidFill>
                  <a:srgbClr val="FFFF00"/>
                </a:solidFill>
                <a:latin typeface="Franklin Gothic Book" panose="020B0503020102020204" pitchFamily="34" charset="0"/>
                <a:cs typeface="Arial"/>
              </a:rPr>
              <a:t>Complexity</a:t>
            </a:r>
            <a:endParaRPr sz="2000" dirty="0">
              <a:latin typeface="Franklin Gothic Book" panose="020B0503020102020204" pitchFamily="34" charset="0"/>
              <a:cs typeface="Arial"/>
            </a:endParaRPr>
          </a:p>
          <a:p>
            <a:pPr>
              <a:lnSpc>
                <a:spcPct val="100000"/>
              </a:lnSpc>
            </a:pPr>
            <a:endParaRPr sz="2000" dirty="0">
              <a:latin typeface="Franklin Gothic Book" panose="020B0503020102020204" pitchFamily="34" charset="0"/>
              <a:cs typeface="Arial"/>
            </a:endParaRPr>
          </a:p>
          <a:p>
            <a:pPr marR="5080" algn="r">
              <a:lnSpc>
                <a:spcPct val="100000"/>
              </a:lnSpc>
              <a:spcBef>
                <a:spcPts val="1155"/>
              </a:spcBef>
            </a:pPr>
            <a:endParaRPr sz="1800" dirty="0">
              <a:latin typeface="Franklin Gothic Book" panose="020B0503020102020204" pitchFamily="34" charset="0"/>
              <a:cs typeface="Arial"/>
            </a:endParaRPr>
          </a:p>
        </p:txBody>
      </p:sp>
    </p:spTree>
    <p:extLst>
      <p:ext uri="{BB962C8B-B14F-4D97-AF65-F5344CB8AC3E}">
        <p14:creationId xmlns:p14="http://schemas.microsoft.com/office/powerpoint/2010/main" val="3391818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1180" y="36265"/>
            <a:ext cx="5248249" cy="415498"/>
          </a:xfrm>
          <a:pattFill prst="dotDmnd">
            <a:fgClr>
              <a:schemeClr val="bg1">
                <a:lumMod val="65000"/>
              </a:schemeClr>
            </a:fgClr>
            <a:bgClr>
              <a:schemeClr val="bg1">
                <a:lumMod val="85000"/>
              </a:schemeClr>
            </a:bgClr>
          </a:pattFill>
        </p:spPr>
        <p:txBody>
          <a:bodyPr>
            <a:noAutofit/>
          </a:bodyPr>
          <a:lstStyle/>
          <a:p>
            <a:pPr algn="ctr"/>
            <a:r>
              <a:rPr lang="en-US" sz="2800" dirty="0"/>
              <a:t>Emerging vs. Established Demand</a:t>
            </a:r>
          </a:p>
        </p:txBody>
      </p:sp>
      <p:sp>
        <p:nvSpPr>
          <p:cNvPr id="30" name="Rectangle 9"/>
          <p:cNvSpPr>
            <a:spLocks noChangeArrowheads="1"/>
          </p:cNvSpPr>
          <p:nvPr/>
        </p:nvSpPr>
        <p:spPr bwMode="gray">
          <a:xfrm>
            <a:off x="1409700" y="1002030"/>
            <a:ext cx="6408697" cy="3990975"/>
          </a:xfrm>
          <a:prstGeom prst="rect">
            <a:avLst/>
          </a:prstGeom>
          <a:noFill/>
          <a:ln>
            <a:noFill/>
          </a:ln>
          <a:effectLst/>
          <a:extLst>
            <a:ext uri="{909E8E84-426E-40dd-AFC4-6F175D3DCCD1}">
              <a14:hiddenFill xmlns:a14="http://schemas.microsoft.com/office/drawing/2010/main" xmlns="">
                <a:solidFill>
                  <a:srgbClr val="EAEAEA"/>
                </a:solidFill>
              </a14:hiddenFill>
            </a:ext>
            <a:ext uri="{91240B29-F687-4f45-9708-019B960494DF}">
              <a14:hiddenLine xmlns:a14="http://schemas.microsoft.com/office/drawing/2010/main" xmlns="" w="12700">
                <a:solidFill>
                  <a:schemeClr val="bg1"/>
                </a:solidFill>
                <a:miter lim="800000"/>
                <a:headEnd/>
                <a:tailEnd/>
              </a14:hiddenLine>
            </a:ext>
            <a:ext uri="{AF507438-7753-43e0-B8FC-AC1667EBCBE1}">
              <a14:hiddenEffects xmlns:a14="http://schemas.microsoft.com/office/drawing/2010/main" xmlns="">
                <a:effectLst>
                  <a:outerShdw blurRad="63500" dist="53882" dir="2700000" algn="ctr" rotWithShape="0">
                    <a:srgbClr val="B2B2B2">
                      <a:alpha val="74998"/>
                    </a:srgbClr>
                  </a:outerShdw>
                </a:effectLst>
              </a14:hiddenEffects>
            </a:ext>
          </a:extLst>
        </p:spPr>
        <p:txBody>
          <a:bodyPr lIns="81000" tIns="81000" rIns="54000" bIns="54000" anchor="t" anchorCtr="0"/>
          <a:lstStyle/>
          <a:p>
            <a:pPr eaLnBrk="1" hangingPunct="1">
              <a:lnSpc>
                <a:spcPct val="90000"/>
              </a:lnSpc>
              <a:spcBef>
                <a:spcPct val="25000"/>
              </a:spcBef>
              <a:defRPr/>
            </a:pPr>
            <a:endParaRPr lang="en-US" sz="1350" noProof="1">
              <a:latin typeface="Avenir Medium"/>
              <a:cs typeface="Avenir Medium"/>
            </a:endParaRPr>
          </a:p>
          <a:p>
            <a:pPr marL="128588" indent="-128588">
              <a:lnSpc>
                <a:spcPct val="90000"/>
              </a:lnSpc>
              <a:spcBef>
                <a:spcPct val="25000"/>
              </a:spcBef>
              <a:buFont typeface="Arial" charset="0"/>
              <a:buChar char="•"/>
              <a:defRPr/>
            </a:pPr>
            <a:endParaRPr lang="en-US" noProof="1">
              <a:latin typeface="Avenir Medium"/>
              <a:cs typeface="Avenir Medium"/>
            </a:endParaRPr>
          </a:p>
        </p:txBody>
      </p:sp>
      <p:sp>
        <p:nvSpPr>
          <p:cNvPr id="5" name="Right Arrow 4"/>
          <p:cNvSpPr/>
          <p:nvPr/>
        </p:nvSpPr>
        <p:spPr>
          <a:xfrm>
            <a:off x="1533362" y="1524964"/>
            <a:ext cx="411181" cy="281051"/>
          </a:xfrm>
          <a:prstGeom prst="rightArrow">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graphicFrame>
        <p:nvGraphicFramePr>
          <p:cNvPr id="8" name="Diagram 7"/>
          <p:cNvGraphicFramePr/>
          <p:nvPr>
            <p:extLst>
              <p:ext uri="{D42A27DB-BD31-4B8C-83A1-F6EECF244321}">
                <p14:modId xmlns:p14="http://schemas.microsoft.com/office/powerpoint/2010/main" val="2361817495"/>
              </p:ext>
            </p:extLst>
          </p:nvPr>
        </p:nvGraphicFramePr>
        <p:xfrm>
          <a:off x="609600" y="551038"/>
          <a:ext cx="7086600" cy="33721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p:cNvSpPr txBox="1"/>
          <p:nvPr/>
        </p:nvSpPr>
        <p:spPr>
          <a:xfrm>
            <a:off x="685800" y="3677644"/>
            <a:ext cx="3174284" cy="1061829"/>
          </a:xfrm>
          <a:prstGeom prst="rect">
            <a:avLst/>
          </a:prstGeom>
          <a:noFill/>
        </p:spPr>
        <p:txBody>
          <a:bodyPr wrap="square" rtlCol="0">
            <a:spAutoFit/>
          </a:bodyPr>
          <a:lstStyle/>
          <a:p>
            <a:r>
              <a:rPr lang="en-US" sz="2100" dirty="0"/>
              <a:t>Creates demand or identifies </a:t>
            </a:r>
            <a:r>
              <a:rPr lang="en-US" sz="2100" b="1" i="1" u="sng" dirty="0"/>
              <a:t>Emerging </a:t>
            </a:r>
            <a:r>
              <a:rPr lang="en-US" sz="2100" dirty="0"/>
              <a:t>Demand</a:t>
            </a:r>
          </a:p>
        </p:txBody>
      </p:sp>
      <p:cxnSp>
        <p:nvCxnSpPr>
          <p:cNvPr id="11" name="Straight Arrow Connector 10"/>
          <p:cNvCxnSpPr>
            <a:cxnSpLocks/>
          </p:cNvCxnSpPr>
          <p:nvPr/>
        </p:nvCxnSpPr>
        <p:spPr>
          <a:xfrm>
            <a:off x="533400" y="3562350"/>
            <a:ext cx="4244303" cy="0"/>
          </a:xfrm>
          <a:prstGeom prst="straightConnector1">
            <a:avLst/>
          </a:prstGeom>
          <a:ln w="38100">
            <a:solidFill>
              <a:srgbClr val="771F4C"/>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cxnSpLocks/>
          </p:cNvCxnSpPr>
          <p:nvPr/>
        </p:nvCxnSpPr>
        <p:spPr>
          <a:xfrm>
            <a:off x="4953000" y="3562350"/>
            <a:ext cx="2461297" cy="0"/>
          </a:xfrm>
          <a:prstGeom prst="straightConnector1">
            <a:avLst/>
          </a:prstGeom>
          <a:ln w="31750">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777703" y="3739568"/>
            <a:ext cx="2461297" cy="738664"/>
          </a:xfrm>
          <a:prstGeom prst="rect">
            <a:avLst/>
          </a:prstGeom>
          <a:noFill/>
        </p:spPr>
        <p:txBody>
          <a:bodyPr wrap="square" rtlCol="0">
            <a:spAutoFit/>
          </a:bodyPr>
          <a:lstStyle/>
          <a:p>
            <a:r>
              <a:rPr lang="en-US" sz="2100" dirty="0"/>
              <a:t>Manages </a:t>
            </a:r>
            <a:r>
              <a:rPr lang="en-US" sz="2100" b="1" i="1" u="sng" dirty="0"/>
              <a:t>Established</a:t>
            </a:r>
            <a:r>
              <a:rPr lang="en-US" sz="2100" b="1" dirty="0"/>
              <a:t> </a:t>
            </a:r>
            <a:r>
              <a:rPr lang="en-US" sz="2100" dirty="0"/>
              <a:t>Demand</a:t>
            </a:r>
          </a:p>
        </p:txBody>
      </p:sp>
      <p:sp>
        <p:nvSpPr>
          <p:cNvPr id="25" name="TextBox 24"/>
          <p:cNvSpPr txBox="1"/>
          <p:nvPr/>
        </p:nvSpPr>
        <p:spPr>
          <a:xfrm>
            <a:off x="7734300" y="1821635"/>
            <a:ext cx="1848972" cy="830997"/>
          </a:xfrm>
          <a:prstGeom prst="rect">
            <a:avLst/>
          </a:prstGeom>
          <a:noFill/>
        </p:spPr>
        <p:txBody>
          <a:bodyPr wrap="square" rtlCol="0">
            <a:spAutoFit/>
          </a:bodyPr>
          <a:lstStyle/>
          <a:p>
            <a:r>
              <a:rPr lang="en-US" sz="2400" i="1" u="sng" dirty="0">
                <a:latin typeface="Franklin Gothic Medium"/>
                <a:cs typeface="Franklin Gothic Medium"/>
              </a:rPr>
              <a:t>Revenue Growth</a:t>
            </a:r>
          </a:p>
        </p:txBody>
      </p:sp>
    </p:spTree>
    <p:extLst>
      <p:ext uri="{BB962C8B-B14F-4D97-AF65-F5344CB8AC3E}">
        <p14:creationId xmlns:p14="http://schemas.microsoft.com/office/powerpoint/2010/main" val="4232625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sitting on a table&#10;&#10;Description automatically generated">
            <a:extLst>
              <a:ext uri="{FF2B5EF4-FFF2-40B4-BE49-F238E27FC236}">
                <a16:creationId xmlns:a16="http://schemas.microsoft.com/office/drawing/2014/main" id="{45A3FCF4-D6D3-1A44-983F-0F5E4EC430D4}"/>
              </a:ext>
            </a:extLst>
          </p:cNvPr>
          <p:cNvPicPr>
            <a:picLocks noChangeAspect="1"/>
          </p:cNvPicPr>
          <p:nvPr/>
        </p:nvPicPr>
        <p:blipFill rotWithShape="1">
          <a:blip r:embed="rId3">
            <a:extLst>
              <a:ext uri="{28A0092B-C50C-407E-A947-70E740481C1C}">
                <a14:useLocalDpi xmlns:a14="http://schemas.microsoft.com/office/drawing/2010/main" val="0"/>
              </a:ext>
            </a:extLst>
          </a:blip>
          <a:srcRect r="1626" b="3858"/>
          <a:stretch/>
        </p:blipFill>
        <p:spPr>
          <a:xfrm>
            <a:off x="0" y="0"/>
            <a:ext cx="9220200" cy="5695950"/>
          </a:xfrm>
          <a:prstGeom prst="rect">
            <a:avLst/>
          </a:prstGeom>
        </p:spPr>
      </p:pic>
      <p:sp>
        <p:nvSpPr>
          <p:cNvPr id="2" name="TextBox 1">
            <a:extLst>
              <a:ext uri="{FF2B5EF4-FFF2-40B4-BE49-F238E27FC236}">
                <a16:creationId xmlns:a16="http://schemas.microsoft.com/office/drawing/2014/main" id="{50F01A6E-99B6-E642-A83D-AF42597E9B95}"/>
              </a:ext>
            </a:extLst>
          </p:cNvPr>
          <p:cNvSpPr txBox="1"/>
          <p:nvPr/>
        </p:nvSpPr>
        <p:spPr>
          <a:xfrm>
            <a:off x="3809999" y="3181350"/>
            <a:ext cx="5336177" cy="2031325"/>
          </a:xfrm>
          <a:prstGeom prst="rect">
            <a:avLst/>
          </a:prstGeom>
          <a:noFill/>
        </p:spPr>
        <p:txBody>
          <a:bodyPr wrap="square" rtlCol="0">
            <a:spAutoFit/>
          </a:bodyPr>
          <a:lstStyle/>
          <a:p>
            <a:r>
              <a:rPr lang="en-US" i="1" dirty="0">
                <a:solidFill>
                  <a:schemeClr val="bg1"/>
                </a:solidFill>
                <a:latin typeface="Franklin Gothic Book" panose="020B0503020102020204" pitchFamily="34" charset="0"/>
              </a:rPr>
              <a:t>In businesses that are changing so fast, in a world ripe with disruption, and the unknowns outweigh the known, if you maintain the status quo you are likely going to experience failure. Status quo is a loosing strategy. </a:t>
            </a:r>
          </a:p>
          <a:p>
            <a:r>
              <a:rPr lang="en-US" i="1" dirty="0">
                <a:solidFill>
                  <a:schemeClr val="bg1"/>
                </a:solidFill>
                <a:latin typeface="Franklin Gothic Book" panose="020B0503020102020204" pitchFamily="34" charset="0"/>
              </a:rPr>
              <a:t>	</a:t>
            </a:r>
          </a:p>
          <a:p>
            <a:r>
              <a:rPr lang="en-US" dirty="0">
                <a:solidFill>
                  <a:schemeClr val="bg1"/>
                </a:solidFill>
              </a:rPr>
              <a:t>			- Bob </a:t>
            </a:r>
            <a:r>
              <a:rPr lang="en-US" dirty="0" err="1">
                <a:solidFill>
                  <a:schemeClr val="bg1"/>
                </a:solidFill>
              </a:rPr>
              <a:t>Iger</a:t>
            </a:r>
            <a:r>
              <a:rPr lang="en-US" dirty="0">
                <a:solidFill>
                  <a:schemeClr val="bg1"/>
                </a:solidFill>
              </a:rPr>
              <a:t>, CEO Disney</a:t>
            </a:r>
          </a:p>
        </p:txBody>
      </p:sp>
    </p:spTree>
    <p:extLst>
      <p:ext uri="{BB962C8B-B14F-4D97-AF65-F5344CB8AC3E}">
        <p14:creationId xmlns:p14="http://schemas.microsoft.com/office/powerpoint/2010/main" val="649406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3D6DB-F7D6-1948-A3E9-F2E18D3BBAFE}"/>
              </a:ext>
            </a:extLst>
          </p:cNvPr>
          <p:cNvSpPr>
            <a:spLocks noGrp="1"/>
          </p:cNvSpPr>
          <p:nvPr>
            <p:ph type="title"/>
          </p:nvPr>
        </p:nvSpPr>
        <p:spPr>
          <a:xfrm>
            <a:off x="1281125" y="57150"/>
            <a:ext cx="6581749" cy="415498"/>
          </a:xfrm>
        </p:spPr>
        <p:txBody>
          <a:bodyPr/>
          <a:lstStyle/>
          <a:p>
            <a:r>
              <a:rPr lang="en-US" dirty="0"/>
              <a:t>What worked in the past…Worked in the Past</a:t>
            </a:r>
          </a:p>
        </p:txBody>
      </p:sp>
      <p:pic>
        <p:nvPicPr>
          <p:cNvPr id="4" name="Picture 3" descr="A close up of text on a black background&#10;&#10;Description automatically generated">
            <a:extLst>
              <a:ext uri="{FF2B5EF4-FFF2-40B4-BE49-F238E27FC236}">
                <a16:creationId xmlns:a16="http://schemas.microsoft.com/office/drawing/2014/main" id="{4D3BD033-E74F-E84D-B520-62DAE601BD5F}"/>
              </a:ext>
            </a:extLst>
          </p:cNvPr>
          <p:cNvPicPr>
            <a:picLocks noChangeAspect="1"/>
          </p:cNvPicPr>
          <p:nvPr/>
        </p:nvPicPr>
        <p:blipFill rotWithShape="1">
          <a:blip r:embed="rId3">
            <a:extLst>
              <a:ext uri="{28A0092B-C50C-407E-A947-70E740481C1C}">
                <a14:useLocalDpi xmlns:a14="http://schemas.microsoft.com/office/drawing/2010/main" val="0"/>
              </a:ext>
            </a:extLst>
          </a:blip>
          <a:srcRect b="15319"/>
          <a:stretch/>
        </p:blipFill>
        <p:spPr>
          <a:xfrm>
            <a:off x="2011680" y="581726"/>
            <a:ext cx="4700016" cy="3980048"/>
          </a:xfrm>
          <a:prstGeom prst="rect">
            <a:avLst/>
          </a:prstGeom>
        </p:spPr>
      </p:pic>
    </p:spTree>
    <p:extLst>
      <p:ext uri="{BB962C8B-B14F-4D97-AF65-F5344CB8AC3E}">
        <p14:creationId xmlns:p14="http://schemas.microsoft.com/office/powerpoint/2010/main" val="131297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4D945-AA65-C34A-A075-E39B3A11CDB4}"/>
              </a:ext>
            </a:extLst>
          </p:cNvPr>
          <p:cNvSpPr>
            <a:spLocks noGrp="1"/>
          </p:cNvSpPr>
          <p:nvPr>
            <p:ph type="title" idx="4294967295"/>
          </p:nvPr>
        </p:nvSpPr>
        <p:spPr>
          <a:xfrm>
            <a:off x="1257300" y="274638"/>
            <a:ext cx="6304788" cy="830997"/>
          </a:xfrm>
        </p:spPr>
        <p:txBody>
          <a:bodyPr/>
          <a:lstStyle/>
          <a:p>
            <a:pPr algn="ctr"/>
            <a:r>
              <a:rPr lang="en-US" dirty="0">
                <a:latin typeface="Franklin Gothic Book" panose="020B0503020102020204" pitchFamily="34" charset="0"/>
              </a:rPr>
              <a:t>Shifting the </a:t>
            </a:r>
            <a:r>
              <a:rPr lang="en-US" dirty="0"/>
              <a:t>Mindset</a:t>
            </a:r>
            <a:br>
              <a:rPr lang="en-US" dirty="0"/>
            </a:br>
            <a:r>
              <a:rPr lang="en-US" dirty="0"/>
              <a:t>Retreat and Reinvent</a:t>
            </a:r>
            <a:endParaRPr lang="en-US" dirty="0">
              <a:latin typeface="Franklin Gothic Book" panose="020B0503020102020204" pitchFamily="34" charset="0"/>
            </a:endParaRPr>
          </a:p>
        </p:txBody>
      </p:sp>
      <p:sp>
        <p:nvSpPr>
          <p:cNvPr id="5" name="Text Placeholder 4">
            <a:extLst>
              <a:ext uri="{FF2B5EF4-FFF2-40B4-BE49-F238E27FC236}">
                <a16:creationId xmlns:a16="http://schemas.microsoft.com/office/drawing/2014/main" id="{A334301D-2CBE-9A47-BC01-BDA77759D991}"/>
              </a:ext>
            </a:extLst>
          </p:cNvPr>
          <p:cNvSpPr>
            <a:spLocks noGrp="1"/>
          </p:cNvSpPr>
          <p:nvPr>
            <p:ph type="body" sz="quarter" idx="4294967295"/>
          </p:nvPr>
        </p:nvSpPr>
        <p:spPr>
          <a:xfrm>
            <a:off x="4942115" y="1458323"/>
            <a:ext cx="3635375" cy="384175"/>
          </a:xfrm>
          <a:solidFill>
            <a:srgbClr val="B52372"/>
          </a:solidFill>
        </p:spPr>
        <p:txBody>
          <a:bodyPr anchor="ctr"/>
          <a:lstStyle/>
          <a:p>
            <a:pPr algn="ctr"/>
            <a:r>
              <a:rPr lang="en-US" sz="2000" dirty="0">
                <a:solidFill>
                  <a:schemeClr val="bg1">
                    <a:lumMod val="95000"/>
                  </a:schemeClr>
                </a:solidFill>
                <a:latin typeface="Franklin Gothic Book" panose="020B0503020102020204" pitchFamily="34" charset="0"/>
              </a:rPr>
              <a:t>Effective mindset for the future</a:t>
            </a:r>
          </a:p>
        </p:txBody>
      </p:sp>
      <p:sp>
        <p:nvSpPr>
          <p:cNvPr id="9" name="Text Placeholder 8">
            <a:extLst>
              <a:ext uri="{FF2B5EF4-FFF2-40B4-BE49-F238E27FC236}">
                <a16:creationId xmlns:a16="http://schemas.microsoft.com/office/drawing/2014/main" id="{93042BF2-4955-3B48-BED2-195EBDE3152C}"/>
              </a:ext>
            </a:extLst>
          </p:cNvPr>
          <p:cNvSpPr>
            <a:spLocks noGrp="1"/>
          </p:cNvSpPr>
          <p:nvPr>
            <p:ph type="body" idx="4294967295"/>
          </p:nvPr>
        </p:nvSpPr>
        <p:spPr>
          <a:xfrm>
            <a:off x="381001" y="1481354"/>
            <a:ext cx="3635375" cy="384175"/>
          </a:xfrm>
          <a:solidFill>
            <a:srgbClr val="B52372"/>
          </a:solidFill>
        </p:spPr>
        <p:txBody>
          <a:bodyPr anchor="ctr"/>
          <a:lstStyle/>
          <a:p>
            <a:pPr algn="ctr"/>
            <a:r>
              <a:rPr lang="en-US" sz="2000" dirty="0">
                <a:solidFill>
                  <a:schemeClr val="bg1">
                    <a:lumMod val="95000"/>
                  </a:schemeClr>
                </a:solidFill>
              </a:rPr>
              <a:t>Ineffective mindset of today</a:t>
            </a:r>
          </a:p>
        </p:txBody>
      </p:sp>
      <p:sp>
        <p:nvSpPr>
          <p:cNvPr id="3" name="Rectangle 2">
            <a:extLst>
              <a:ext uri="{FF2B5EF4-FFF2-40B4-BE49-F238E27FC236}">
                <a16:creationId xmlns:a16="http://schemas.microsoft.com/office/drawing/2014/main" id="{175EE757-31CC-9A47-BF61-8420741966E7}"/>
              </a:ext>
            </a:extLst>
          </p:cNvPr>
          <p:cNvSpPr/>
          <p:nvPr/>
        </p:nvSpPr>
        <p:spPr>
          <a:xfrm>
            <a:off x="381001" y="1853477"/>
            <a:ext cx="3635830" cy="533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Franklin Gothic Book" panose="020B0503020102020204" pitchFamily="34" charset="0"/>
              </a:rPr>
              <a:t>Activity Focus</a:t>
            </a:r>
          </a:p>
          <a:p>
            <a:pPr algn="ctr"/>
            <a:r>
              <a:rPr lang="en-US" sz="1200" dirty="0">
                <a:solidFill>
                  <a:schemeClr val="tx1">
                    <a:lumMod val="75000"/>
                    <a:lumOff val="25000"/>
                  </a:schemeClr>
                </a:solidFill>
                <a:latin typeface="Franklin Gothic Book" panose="020B0503020102020204" pitchFamily="34" charset="0"/>
              </a:rPr>
              <a:t>“this is what we are doing”</a:t>
            </a:r>
          </a:p>
        </p:txBody>
      </p:sp>
      <p:sp>
        <p:nvSpPr>
          <p:cNvPr id="10" name="Rectangle 9">
            <a:extLst>
              <a:ext uri="{FF2B5EF4-FFF2-40B4-BE49-F238E27FC236}">
                <a16:creationId xmlns:a16="http://schemas.microsoft.com/office/drawing/2014/main" id="{2C91222A-2C9B-6748-9693-98F8ED47CC5C}"/>
              </a:ext>
            </a:extLst>
          </p:cNvPr>
          <p:cNvSpPr/>
          <p:nvPr/>
        </p:nvSpPr>
        <p:spPr>
          <a:xfrm>
            <a:off x="4960179" y="2978389"/>
            <a:ext cx="3635830" cy="533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Franklin Gothic Book" panose="020B0503020102020204" pitchFamily="34" charset="0"/>
              </a:rPr>
              <a:t>How customers buy </a:t>
            </a:r>
          </a:p>
          <a:p>
            <a:pPr algn="ctr"/>
            <a:r>
              <a:rPr lang="en-US" sz="1100" dirty="0">
                <a:solidFill>
                  <a:schemeClr val="tx1">
                    <a:lumMod val="75000"/>
                    <a:lumOff val="25000"/>
                  </a:schemeClr>
                </a:solidFill>
                <a:latin typeface="Franklin Gothic Book" panose="020B0503020102020204" pitchFamily="34" charset="0"/>
              </a:rPr>
              <a:t>(Customer-Buying Journey)</a:t>
            </a:r>
          </a:p>
        </p:txBody>
      </p:sp>
      <p:sp>
        <p:nvSpPr>
          <p:cNvPr id="11" name="Rectangle 10">
            <a:extLst>
              <a:ext uri="{FF2B5EF4-FFF2-40B4-BE49-F238E27FC236}">
                <a16:creationId xmlns:a16="http://schemas.microsoft.com/office/drawing/2014/main" id="{B816BF88-947F-D24E-825F-07515B4C7506}"/>
              </a:ext>
            </a:extLst>
          </p:cNvPr>
          <p:cNvSpPr/>
          <p:nvPr/>
        </p:nvSpPr>
        <p:spPr>
          <a:xfrm>
            <a:off x="381001" y="2410984"/>
            <a:ext cx="3635830" cy="533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Franklin Gothic Book" panose="020B0503020102020204" pitchFamily="34" charset="0"/>
              </a:rPr>
              <a:t>Product – price driven sale</a:t>
            </a:r>
          </a:p>
        </p:txBody>
      </p:sp>
      <p:sp>
        <p:nvSpPr>
          <p:cNvPr id="12" name="Rectangle 11">
            <a:extLst>
              <a:ext uri="{FF2B5EF4-FFF2-40B4-BE49-F238E27FC236}">
                <a16:creationId xmlns:a16="http://schemas.microsoft.com/office/drawing/2014/main" id="{AB43DC4B-9039-4D40-9C5D-6CAB8CF432CA}"/>
              </a:ext>
            </a:extLst>
          </p:cNvPr>
          <p:cNvSpPr/>
          <p:nvPr/>
        </p:nvSpPr>
        <p:spPr>
          <a:xfrm>
            <a:off x="4942115" y="2421959"/>
            <a:ext cx="3635830" cy="533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Franklin Gothic Book" panose="020B0503020102020204" pitchFamily="34" charset="0"/>
              </a:rPr>
              <a:t>Impact approach</a:t>
            </a:r>
          </a:p>
          <a:p>
            <a:pPr algn="ctr"/>
            <a:r>
              <a:rPr lang="en-US" sz="1200" dirty="0">
                <a:solidFill>
                  <a:schemeClr val="tx1">
                    <a:lumMod val="75000"/>
                    <a:lumOff val="25000"/>
                  </a:schemeClr>
                </a:solidFill>
                <a:latin typeface="Franklin Gothic Book" panose="020B0503020102020204" pitchFamily="34" charset="0"/>
              </a:rPr>
              <a:t>“how do we help customers to create impact”</a:t>
            </a:r>
          </a:p>
        </p:txBody>
      </p:sp>
      <p:sp>
        <p:nvSpPr>
          <p:cNvPr id="13" name="Rectangle 12">
            <a:extLst>
              <a:ext uri="{FF2B5EF4-FFF2-40B4-BE49-F238E27FC236}">
                <a16:creationId xmlns:a16="http://schemas.microsoft.com/office/drawing/2014/main" id="{BC11D930-AE56-F140-8F19-86DFEC5E1CD4}"/>
              </a:ext>
            </a:extLst>
          </p:cNvPr>
          <p:cNvSpPr/>
          <p:nvPr/>
        </p:nvSpPr>
        <p:spPr>
          <a:xfrm>
            <a:off x="381001" y="2977313"/>
            <a:ext cx="3635830" cy="533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Franklin Gothic Book" panose="020B0503020102020204" pitchFamily="34" charset="0"/>
              </a:rPr>
              <a:t>How we sell </a:t>
            </a:r>
          </a:p>
          <a:p>
            <a:pPr algn="ctr"/>
            <a:r>
              <a:rPr lang="en-US" sz="1200" dirty="0">
                <a:solidFill>
                  <a:schemeClr val="tx1">
                    <a:lumMod val="75000"/>
                    <a:lumOff val="25000"/>
                  </a:schemeClr>
                </a:solidFill>
                <a:latin typeface="Franklin Gothic Book" panose="020B0503020102020204" pitchFamily="34" charset="0"/>
              </a:rPr>
              <a:t>(Product, Price, Promotions)</a:t>
            </a:r>
            <a:endParaRPr lang="en-US" sz="1400" dirty="0">
              <a:solidFill>
                <a:schemeClr val="tx1">
                  <a:lumMod val="75000"/>
                  <a:lumOff val="25000"/>
                </a:schemeClr>
              </a:solidFill>
              <a:latin typeface="Franklin Gothic Book" panose="020B0503020102020204" pitchFamily="34" charset="0"/>
            </a:endParaRPr>
          </a:p>
        </p:txBody>
      </p:sp>
      <p:sp>
        <p:nvSpPr>
          <p:cNvPr id="14" name="Rectangle 13">
            <a:extLst>
              <a:ext uri="{FF2B5EF4-FFF2-40B4-BE49-F238E27FC236}">
                <a16:creationId xmlns:a16="http://schemas.microsoft.com/office/drawing/2014/main" id="{509BD0E9-39D9-154C-ACBD-FCCF5F9BECF0}"/>
              </a:ext>
            </a:extLst>
          </p:cNvPr>
          <p:cNvSpPr/>
          <p:nvPr/>
        </p:nvSpPr>
        <p:spPr>
          <a:xfrm>
            <a:off x="4942115" y="3534820"/>
            <a:ext cx="3635830" cy="533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Franklin Gothic Book" panose="020B0503020102020204" pitchFamily="34" charset="0"/>
              </a:rPr>
              <a:t>Mindset</a:t>
            </a:r>
          </a:p>
        </p:txBody>
      </p:sp>
      <p:sp>
        <p:nvSpPr>
          <p:cNvPr id="15" name="Rectangle 14">
            <a:extLst>
              <a:ext uri="{FF2B5EF4-FFF2-40B4-BE49-F238E27FC236}">
                <a16:creationId xmlns:a16="http://schemas.microsoft.com/office/drawing/2014/main" id="{A90A12D8-35E7-174A-9B80-9E47BD1E7E29}"/>
              </a:ext>
            </a:extLst>
          </p:cNvPr>
          <p:cNvSpPr/>
          <p:nvPr/>
        </p:nvSpPr>
        <p:spPr>
          <a:xfrm>
            <a:off x="381001" y="3534820"/>
            <a:ext cx="3635830" cy="533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Franklin Gothic Book" panose="020B0503020102020204" pitchFamily="34" charset="0"/>
              </a:rPr>
              <a:t>Experience</a:t>
            </a:r>
          </a:p>
        </p:txBody>
      </p:sp>
      <p:sp>
        <p:nvSpPr>
          <p:cNvPr id="16" name="Rectangle 15">
            <a:extLst>
              <a:ext uri="{FF2B5EF4-FFF2-40B4-BE49-F238E27FC236}">
                <a16:creationId xmlns:a16="http://schemas.microsoft.com/office/drawing/2014/main" id="{C9DB5FF0-8B5C-BC40-8DF2-3978025F1232}"/>
              </a:ext>
            </a:extLst>
          </p:cNvPr>
          <p:cNvSpPr/>
          <p:nvPr/>
        </p:nvSpPr>
        <p:spPr>
          <a:xfrm>
            <a:off x="4942115" y="1865529"/>
            <a:ext cx="3635830" cy="533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latin typeface="Franklin Gothic Book" panose="020B0503020102020204" pitchFamily="34" charset="0"/>
              </a:rPr>
              <a:t>Strategy Focus</a:t>
            </a:r>
          </a:p>
          <a:p>
            <a:pPr algn="ctr"/>
            <a:r>
              <a:rPr lang="en-US" sz="1200" dirty="0">
                <a:solidFill>
                  <a:schemeClr val="tx1">
                    <a:lumMod val="75000"/>
                    <a:lumOff val="25000"/>
                  </a:schemeClr>
                </a:solidFill>
                <a:latin typeface="Franklin Gothic Book" panose="020B0503020102020204" pitchFamily="34" charset="0"/>
              </a:rPr>
              <a:t>“Is the strategy moving the needle”</a:t>
            </a:r>
          </a:p>
        </p:txBody>
      </p:sp>
      <p:sp>
        <p:nvSpPr>
          <p:cNvPr id="8" name="Right Arrow 7">
            <a:extLst>
              <a:ext uri="{FF2B5EF4-FFF2-40B4-BE49-F238E27FC236}">
                <a16:creationId xmlns:a16="http://schemas.microsoft.com/office/drawing/2014/main" id="{B3E9BE36-6704-E94F-A434-73660669CEA9}"/>
              </a:ext>
            </a:extLst>
          </p:cNvPr>
          <p:cNvSpPr/>
          <p:nvPr/>
        </p:nvSpPr>
        <p:spPr>
          <a:xfrm>
            <a:off x="4334634" y="1884772"/>
            <a:ext cx="304800" cy="481306"/>
          </a:xfrm>
          <a:prstGeom prst="rightArrow">
            <a:avLst/>
          </a:prstGeom>
          <a:solidFill>
            <a:srgbClr val="B52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ight Arrow 16">
            <a:extLst>
              <a:ext uri="{FF2B5EF4-FFF2-40B4-BE49-F238E27FC236}">
                <a16:creationId xmlns:a16="http://schemas.microsoft.com/office/drawing/2014/main" id="{60440ADD-9AFC-1840-8DC7-873B91F590C3}"/>
              </a:ext>
            </a:extLst>
          </p:cNvPr>
          <p:cNvSpPr/>
          <p:nvPr/>
        </p:nvSpPr>
        <p:spPr>
          <a:xfrm>
            <a:off x="4334634" y="2448109"/>
            <a:ext cx="304800" cy="481306"/>
          </a:xfrm>
          <a:prstGeom prst="rightArrow">
            <a:avLst/>
          </a:prstGeom>
          <a:solidFill>
            <a:srgbClr val="B52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ight Arrow 17">
            <a:extLst>
              <a:ext uri="{FF2B5EF4-FFF2-40B4-BE49-F238E27FC236}">
                <a16:creationId xmlns:a16="http://schemas.microsoft.com/office/drawing/2014/main" id="{C68867C0-EB22-EE44-95EC-6A305CDF49E2}"/>
              </a:ext>
            </a:extLst>
          </p:cNvPr>
          <p:cNvSpPr/>
          <p:nvPr/>
        </p:nvSpPr>
        <p:spPr>
          <a:xfrm>
            <a:off x="4337576" y="3029407"/>
            <a:ext cx="304800" cy="481306"/>
          </a:xfrm>
          <a:prstGeom prst="rightArrow">
            <a:avLst/>
          </a:prstGeom>
          <a:solidFill>
            <a:srgbClr val="B52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ight Arrow 18">
            <a:extLst>
              <a:ext uri="{FF2B5EF4-FFF2-40B4-BE49-F238E27FC236}">
                <a16:creationId xmlns:a16="http://schemas.microsoft.com/office/drawing/2014/main" id="{0A817545-5FCD-9A42-AA65-DB1961211F22}"/>
              </a:ext>
            </a:extLst>
          </p:cNvPr>
          <p:cNvSpPr/>
          <p:nvPr/>
        </p:nvSpPr>
        <p:spPr>
          <a:xfrm>
            <a:off x="4337576" y="3592744"/>
            <a:ext cx="304800" cy="481306"/>
          </a:xfrm>
          <a:prstGeom prst="rightArrow">
            <a:avLst/>
          </a:prstGeom>
          <a:solidFill>
            <a:srgbClr val="B52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8858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3" grpId="0" animBg="1"/>
      <p:bldP spid="14" grpId="0" animBg="1"/>
      <p:bldP spid="15" grpId="0" animBg="1"/>
      <p:bldP spid="16" grpId="0" animBg="1"/>
      <p:bldP spid="8"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E43219-332F-1645-9F5F-EDEAA11D85CC}"/>
              </a:ext>
            </a:extLst>
          </p:cNvPr>
          <p:cNvSpPr>
            <a:spLocks noGrp="1"/>
          </p:cNvSpPr>
          <p:nvPr>
            <p:ph type="title"/>
          </p:nvPr>
        </p:nvSpPr>
        <p:spPr>
          <a:xfrm>
            <a:off x="2782824" y="111579"/>
            <a:ext cx="3578352" cy="415498"/>
          </a:xfrm>
        </p:spPr>
        <p:txBody>
          <a:bodyPr/>
          <a:lstStyle/>
          <a:p>
            <a:r>
              <a:rPr lang="en-US" sz="2700" dirty="0"/>
              <a:t>a step-wise approach  </a:t>
            </a:r>
          </a:p>
        </p:txBody>
      </p:sp>
      <p:sp>
        <p:nvSpPr>
          <p:cNvPr id="11" name="Freeform 10">
            <a:extLst>
              <a:ext uri="{FF2B5EF4-FFF2-40B4-BE49-F238E27FC236}">
                <a16:creationId xmlns:a16="http://schemas.microsoft.com/office/drawing/2014/main" id="{AB5017C6-B542-BC4D-8535-82B94C62CF18}"/>
              </a:ext>
            </a:extLst>
          </p:cNvPr>
          <p:cNvSpPr/>
          <p:nvPr/>
        </p:nvSpPr>
        <p:spPr>
          <a:xfrm>
            <a:off x="311558" y="1260795"/>
            <a:ext cx="2523610" cy="3610307"/>
          </a:xfrm>
          <a:custGeom>
            <a:avLst/>
            <a:gdLst>
              <a:gd name="connsiteX0" fmla="*/ 0 w 4855912"/>
              <a:gd name="connsiteY0" fmla="*/ 9143998 h 9144000"/>
              <a:gd name="connsiteX1" fmla="*/ 4855912 w 4855912"/>
              <a:gd name="connsiteY1" fmla="*/ 9143998 h 9144000"/>
              <a:gd name="connsiteX2" fmla="*/ 4855912 w 4855912"/>
              <a:gd name="connsiteY2" fmla="*/ 9144000 h 9144000"/>
              <a:gd name="connsiteX3" fmla="*/ 0 w 4855912"/>
              <a:gd name="connsiteY3" fmla="*/ 9144000 h 9144000"/>
              <a:gd name="connsiteX4" fmla="*/ 0 w 4855912"/>
              <a:gd name="connsiteY4" fmla="*/ 0 h 9144000"/>
              <a:gd name="connsiteX5" fmla="*/ 4855912 w 4855912"/>
              <a:gd name="connsiteY5" fmla="*/ 0 h 9144000"/>
              <a:gd name="connsiteX6" fmla="*/ 4855912 w 4855912"/>
              <a:gd name="connsiteY6" fmla="*/ 4215866 h 9144000"/>
              <a:gd name="connsiteX7" fmla="*/ 2427956 w 4855912"/>
              <a:gd name="connsiteY7" fmla="*/ 2983833 h 9144000"/>
              <a:gd name="connsiteX8" fmla="*/ 0 w 4855912"/>
              <a:gd name="connsiteY8" fmla="*/ 4215866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5912" h="9144000">
                <a:moveTo>
                  <a:pt x="0" y="9143998"/>
                </a:moveTo>
                <a:lnTo>
                  <a:pt x="4855912" y="9143998"/>
                </a:lnTo>
                <a:lnTo>
                  <a:pt x="4855912" y="9144000"/>
                </a:lnTo>
                <a:lnTo>
                  <a:pt x="0" y="9144000"/>
                </a:lnTo>
                <a:close/>
                <a:moveTo>
                  <a:pt x="0" y="0"/>
                </a:moveTo>
                <a:lnTo>
                  <a:pt x="4855912" y="0"/>
                </a:lnTo>
                <a:lnTo>
                  <a:pt x="4855912" y="4215866"/>
                </a:lnTo>
                <a:lnTo>
                  <a:pt x="2427956" y="2983833"/>
                </a:lnTo>
                <a:lnTo>
                  <a:pt x="0" y="4215866"/>
                </a:lnTo>
                <a:close/>
              </a:path>
            </a:pathLst>
          </a:custGeom>
          <a:pattFill prst="pct5">
            <a:fgClr>
              <a:schemeClr val="accent1"/>
            </a:fgClr>
            <a:bgClr>
              <a:schemeClr val="bg1"/>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latin typeface="Franklin Gothic Book" panose="020B0503020102020204" pitchFamily="34" charset="0"/>
              </a:rPr>
              <a:t> </a:t>
            </a:r>
          </a:p>
        </p:txBody>
      </p:sp>
      <p:sp>
        <p:nvSpPr>
          <p:cNvPr id="26" name="TextBox 25">
            <a:extLst>
              <a:ext uri="{FF2B5EF4-FFF2-40B4-BE49-F238E27FC236}">
                <a16:creationId xmlns:a16="http://schemas.microsoft.com/office/drawing/2014/main" id="{9928441E-947B-8945-8322-AB9E66F84F32}"/>
              </a:ext>
            </a:extLst>
          </p:cNvPr>
          <p:cNvSpPr txBox="1"/>
          <p:nvPr/>
        </p:nvSpPr>
        <p:spPr>
          <a:xfrm>
            <a:off x="1087588" y="1357657"/>
            <a:ext cx="971549" cy="646331"/>
          </a:xfrm>
          <a:prstGeom prst="rect">
            <a:avLst/>
          </a:prstGeom>
          <a:noFill/>
        </p:spPr>
        <p:txBody>
          <a:bodyPr wrap="square" rtlCol="0">
            <a:spAutoFit/>
          </a:bodyPr>
          <a:lstStyle/>
          <a:p>
            <a:pPr algn="ctr"/>
            <a:r>
              <a:rPr lang="en-US" dirty="0">
                <a:latin typeface="Franklin Gothic Book" panose="020B0503020102020204" pitchFamily="34" charset="0"/>
              </a:rPr>
              <a:t>1  </a:t>
            </a:r>
          </a:p>
          <a:p>
            <a:pPr algn="ctr"/>
            <a:r>
              <a:rPr lang="en-US" dirty="0">
                <a:latin typeface="Franklin Gothic Book" panose="020B0503020102020204" pitchFamily="34" charset="0"/>
              </a:rPr>
              <a:t>Retreat</a:t>
            </a:r>
          </a:p>
        </p:txBody>
      </p:sp>
      <p:sp>
        <p:nvSpPr>
          <p:cNvPr id="27" name="Freeform 26">
            <a:extLst>
              <a:ext uri="{FF2B5EF4-FFF2-40B4-BE49-F238E27FC236}">
                <a16:creationId xmlns:a16="http://schemas.microsoft.com/office/drawing/2014/main" id="{7F75C7FE-BAB9-3749-AFD8-ACE61CE8D260}"/>
              </a:ext>
            </a:extLst>
          </p:cNvPr>
          <p:cNvSpPr/>
          <p:nvPr/>
        </p:nvSpPr>
        <p:spPr>
          <a:xfrm>
            <a:off x="3175497" y="1260796"/>
            <a:ext cx="2598380" cy="3610306"/>
          </a:xfrm>
          <a:custGeom>
            <a:avLst/>
            <a:gdLst>
              <a:gd name="connsiteX0" fmla="*/ 0 w 4855912"/>
              <a:gd name="connsiteY0" fmla="*/ 9143998 h 9144000"/>
              <a:gd name="connsiteX1" fmla="*/ 4855912 w 4855912"/>
              <a:gd name="connsiteY1" fmla="*/ 9143998 h 9144000"/>
              <a:gd name="connsiteX2" fmla="*/ 4855912 w 4855912"/>
              <a:gd name="connsiteY2" fmla="*/ 9144000 h 9144000"/>
              <a:gd name="connsiteX3" fmla="*/ 0 w 4855912"/>
              <a:gd name="connsiteY3" fmla="*/ 9144000 h 9144000"/>
              <a:gd name="connsiteX4" fmla="*/ 0 w 4855912"/>
              <a:gd name="connsiteY4" fmla="*/ 0 h 9144000"/>
              <a:gd name="connsiteX5" fmla="*/ 4855912 w 4855912"/>
              <a:gd name="connsiteY5" fmla="*/ 0 h 9144000"/>
              <a:gd name="connsiteX6" fmla="*/ 4855912 w 4855912"/>
              <a:gd name="connsiteY6" fmla="*/ 4215866 h 9144000"/>
              <a:gd name="connsiteX7" fmla="*/ 2427956 w 4855912"/>
              <a:gd name="connsiteY7" fmla="*/ 2983833 h 9144000"/>
              <a:gd name="connsiteX8" fmla="*/ 0 w 4855912"/>
              <a:gd name="connsiteY8" fmla="*/ 4215866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5912" h="9144000">
                <a:moveTo>
                  <a:pt x="0" y="9143998"/>
                </a:moveTo>
                <a:lnTo>
                  <a:pt x="4855912" y="9143998"/>
                </a:lnTo>
                <a:lnTo>
                  <a:pt x="4855912" y="9144000"/>
                </a:lnTo>
                <a:lnTo>
                  <a:pt x="0" y="9144000"/>
                </a:lnTo>
                <a:close/>
                <a:moveTo>
                  <a:pt x="0" y="0"/>
                </a:moveTo>
                <a:lnTo>
                  <a:pt x="4855912" y="0"/>
                </a:lnTo>
                <a:lnTo>
                  <a:pt x="4855912" y="4215866"/>
                </a:lnTo>
                <a:lnTo>
                  <a:pt x="2427956" y="2983833"/>
                </a:lnTo>
                <a:lnTo>
                  <a:pt x="0" y="4215866"/>
                </a:lnTo>
                <a:close/>
              </a:path>
            </a:pathLst>
          </a:custGeom>
          <a:gradFill>
            <a:gsLst>
              <a:gs pos="0">
                <a:schemeClr val="accent1">
                  <a:lumMod val="5000"/>
                  <a:lumOff val="95000"/>
                  <a:alpha val="86000"/>
                </a:schemeClr>
              </a:gs>
              <a:gs pos="74000">
                <a:srgbClr val="B52372"/>
              </a:gs>
              <a:gs pos="83000">
                <a:schemeClr val="accent1">
                  <a:lumMod val="45000"/>
                  <a:lumOff val="55000"/>
                </a:schemeClr>
              </a:gs>
              <a:gs pos="100000">
                <a:schemeClr val="accent1">
                  <a:lumMod val="30000"/>
                  <a:lumOff val="70000"/>
                </a:schemeClr>
              </a:gs>
            </a:gsLst>
            <a:lin ang="54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Franklin Gothic Book" panose="020B0503020102020204" pitchFamily="34" charset="0"/>
            </a:endParaRPr>
          </a:p>
        </p:txBody>
      </p:sp>
      <p:sp>
        <p:nvSpPr>
          <p:cNvPr id="28" name="Freeform 27">
            <a:extLst>
              <a:ext uri="{FF2B5EF4-FFF2-40B4-BE49-F238E27FC236}">
                <a16:creationId xmlns:a16="http://schemas.microsoft.com/office/drawing/2014/main" id="{63F6271A-3A7A-7D4D-8E17-D105E7B295B8}"/>
              </a:ext>
            </a:extLst>
          </p:cNvPr>
          <p:cNvSpPr/>
          <p:nvPr/>
        </p:nvSpPr>
        <p:spPr>
          <a:xfrm>
            <a:off x="6114205" y="1251654"/>
            <a:ext cx="2523610" cy="3619448"/>
          </a:xfrm>
          <a:custGeom>
            <a:avLst/>
            <a:gdLst>
              <a:gd name="connsiteX0" fmla="*/ 0 w 4855912"/>
              <a:gd name="connsiteY0" fmla="*/ 9143998 h 9144000"/>
              <a:gd name="connsiteX1" fmla="*/ 4855912 w 4855912"/>
              <a:gd name="connsiteY1" fmla="*/ 9143998 h 9144000"/>
              <a:gd name="connsiteX2" fmla="*/ 4855912 w 4855912"/>
              <a:gd name="connsiteY2" fmla="*/ 9144000 h 9144000"/>
              <a:gd name="connsiteX3" fmla="*/ 0 w 4855912"/>
              <a:gd name="connsiteY3" fmla="*/ 9144000 h 9144000"/>
              <a:gd name="connsiteX4" fmla="*/ 0 w 4855912"/>
              <a:gd name="connsiteY4" fmla="*/ 0 h 9144000"/>
              <a:gd name="connsiteX5" fmla="*/ 4855912 w 4855912"/>
              <a:gd name="connsiteY5" fmla="*/ 0 h 9144000"/>
              <a:gd name="connsiteX6" fmla="*/ 4855912 w 4855912"/>
              <a:gd name="connsiteY6" fmla="*/ 4215866 h 9144000"/>
              <a:gd name="connsiteX7" fmla="*/ 2427956 w 4855912"/>
              <a:gd name="connsiteY7" fmla="*/ 2983833 h 9144000"/>
              <a:gd name="connsiteX8" fmla="*/ 0 w 4855912"/>
              <a:gd name="connsiteY8" fmla="*/ 4215866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5912" h="9144000">
                <a:moveTo>
                  <a:pt x="0" y="9143998"/>
                </a:moveTo>
                <a:lnTo>
                  <a:pt x="4855912" y="9143998"/>
                </a:lnTo>
                <a:lnTo>
                  <a:pt x="4855912" y="9144000"/>
                </a:lnTo>
                <a:lnTo>
                  <a:pt x="0" y="9144000"/>
                </a:lnTo>
                <a:close/>
                <a:moveTo>
                  <a:pt x="0" y="0"/>
                </a:moveTo>
                <a:lnTo>
                  <a:pt x="4855912" y="0"/>
                </a:lnTo>
                <a:lnTo>
                  <a:pt x="4855912" y="4215866"/>
                </a:lnTo>
                <a:lnTo>
                  <a:pt x="2427956" y="2983833"/>
                </a:lnTo>
                <a:lnTo>
                  <a:pt x="0" y="4215866"/>
                </a:lnTo>
                <a:close/>
              </a:path>
            </a:pathLst>
          </a:custGeom>
          <a:pattFill prst="pct5">
            <a:fgClr>
              <a:srgbClr val="555759"/>
            </a:fgClr>
            <a:bgClr>
              <a:schemeClr val="bg1"/>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Franklin Gothic Book" panose="020B0503020102020204" pitchFamily="34" charset="0"/>
            </a:endParaRPr>
          </a:p>
        </p:txBody>
      </p:sp>
      <p:sp>
        <p:nvSpPr>
          <p:cNvPr id="30" name="TextBox 29">
            <a:extLst>
              <a:ext uri="{FF2B5EF4-FFF2-40B4-BE49-F238E27FC236}">
                <a16:creationId xmlns:a16="http://schemas.microsoft.com/office/drawing/2014/main" id="{60168FE9-F8AE-A245-B58C-35B8203C179F}"/>
              </a:ext>
            </a:extLst>
          </p:cNvPr>
          <p:cNvSpPr txBox="1"/>
          <p:nvPr/>
        </p:nvSpPr>
        <p:spPr>
          <a:xfrm>
            <a:off x="3952654" y="1357657"/>
            <a:ext cx="1044065" cy="646331"/>
          </a:xfrm>
          <a:prstGeom prst="rect">
            <a:avLst/>
          </a:prstGeom>
          <a:noFill/>
        </p:spPr>
        <p:txBody>
          <a:bodyPr wrap="square" rtlCol="0">
            <a:spAutoFit/>
          </a:bodyPr>
          <a:lstStyle/>
          <a:p>
            <a:pPr algn="ctr"/>
            <a:r>
              <a:rPr lang="en-US" dirty="0">
                <a:latin typeface="Franklin Gothic Book" panose="020B0503020102020204" pitchFamily="34" charset="0"/>
              </a:rPr>
              <a:t>2 </a:t>
            </a:r>
          </a:p>
          <a:p>
            <a:pPr algn="ctr"/>
            <a:r>
              <a:rPr lang="en-US" dirty="0">
                <a:latin typeface="Franklin Gothic Book" panose="020B0503020102020204" pitchFamily="34" charset="0"/>
              </a:rPr>
              <a:t>Reinvent</a:t>
            </a:r>
          </a:p>
        </p:txBody>
      </p:sp>
      <p:sp>
        <p:nvSpPr>
          <p:cNvPr id="31" name="TextBox 30">
            <a:extLst>
              <a:ext uri="{FF2B5EF4-FFF2-40B4-BE49-F238E27FC236}">
                <a16:creationId xmlns:a16="http://schemas.microsoft.com/office/drawing/2014/main" id="{F5773FD8-49E4-D44E-AFF9-0ADE31054A7E}"/>
              </a:ext>
            </a:extLst>
          </p:cNvPr>
          <p:cNvSpPr txBox="1"/>
          <p:nvPr/>
        </p:nvSpPr>
        <p:spPr>
          <a:xfrm>
            <a:off x="6669565" y="1428835"/>
            <a:ext cx="1271348" cy="646331"/>
          </a:xfrm>
          <a:prstGeom prst="rect">
            <a:avLst/>
          </a:prstGeom>
          <a:noFill/>
        </p:spPr>
        <p:txBody>
          <a:bodyPr wrap="square" rtlCol="0">
            <a:spAutoFit/>
          </a:bodyPr>
          <a:lstStyle/>
          <a:p>
            <a:pPr algn="ctr"/>
            <a:r>
              <a:rPr lang="en-US" dirty="0">
                <a:latin typeface="Franklin Gothic Book" panose="020B0503020102020204" pitchFamily="34" charset="0"/>
              </a:rPr>
              <a:t> 3</a:t>
            </a:r>
          </a:p>
          <a:p>
            <a:pPr algn="ctr"/>
            <a:r>
              <a:rPr lang="en-US" dirty="0">
                <a:latin typeface="Franklin Gothic Book" panose="020B0503020102020204" pitchFamily="34" charset="0"/>
              </a:rPr>
              <a:t>Return</a:t>
            </a:r>
          </a:p>
        </p:txBody>
      </p:sp>
      <p:sp>
        <p:nvSpPr>
          <p:cNvPr id="6" name="TextBox 5">
            <a:extLst>
              <a:ext uri="{FF2B5EF4-FFF2-40B4-BE49-F238E27FC236}">
                <a16:creationId xmlns:a16="http://schemas.microsoft.com/office/drawing/2014/main" id="{B8A370BE-5FBD-B54B-BF26-1BE8E41665E4}"/>
              </a:ext>
            </a:extLst>
          </p:cNvPr>
          <p:cNvSpPr txBox="1"/>
          <p:nvPr/>
        </p:nvSpPr>
        <p:spPr>
          <a:xfrm>
            <a:off x="571204" y="3065948"/>
            <a:ext cx="2004315" cy="1731243"/>
          </a:xfrm>
          <a:prstGeom prst="rect">
            <a:avLst/>
          </a:prstGeom>
          <a:noFill/>
        </p:spPr>
        <p:txBody>
          <a:bodyPr wrap="square" rtlCol="0">
            <a:spAutoFit/>
          </a:bodyPr>
          <a:lstStyle/>
          <a:p>
            <a:pPr algn="ctr"/>
            <a:r>
              <a:rPr lang="en-US" sz="1200" b="1" dirty="0">
                <a:latin typeface="Franklin Gothic Book" panose="020B0503020102020204" pitchFamily="34" charset="0"/>
              </a:rPr>
              <a:t>Strategy is Everything- </a:t>
            </a:r>
          </a:p>
          <a:p>
            <a:pPr algn="ctr"/>
            <a:r>
              <a:rPr lang="en-US" sz="1200" dirty="0">
                <a:latin typeface="Franklin Gothic Book" panose="020B0503020102020204" pitchFamily="34" charset="0"/>
              </a:rPr>
              <a:t>Kate Burda &amp; Co</a:t>
            </a:r>
          </a:p>
          <a:p>
            <a:pPr algn="ctr"/>
            <a:endParaRPr lang="en-US" sz="1200" b="1" dirty="0">
              <a:latin typeface="Franklin Gothic Book" panose="020B0503020102020204" pitchFamily="34" charset="0"/>
            </a:endParaRPr>
          </a:p>
          <a:p>
            <a:pPr algn="ctr"/>
            <a:endParaRPr lang="en-US" sz="1200" b="1" dirty="0">
              <a:latin typeface="Franklin Gothic Book" panose="020B0503020102020204" pitchFamily="34" charset="0"/>
            </a:endParaRPr>
          </a:p>
          <a:p>
            <a:pPr algn="ctr"/>
            <a:r>
              <a:rPr lang="en-US" sz="1200" b="1" dirty="0">
                <a:latin typeface="Franklin Gothic Book" panose="020B0503020102020204" pitchFamily="34" charset="0"/>
              </a:rPr>
              <a:t>Strategic Leadership in Turbulent Times-</a:t>
            </a:r>
          </a:p>
          <a:p>
            <a:pPr algn="ctr"/>
            <a:r>
              <a:rPr lang="en-US" sz="1200" dirty="0">
                <a:latin typeface="Franklin Gothic Book" panose="020B0503020102020204" pitchFamily="34" charset="0"/>
              </a:rPr>
              <a:t>JH Hospitality</a:t>
            </a:r>
          </a:p>
          <a:p>
            <a:pPr lvl="1"/>
            <a:endParaRPr lang="en-US" sz="1050" dirty="0">
              <a:latin typeface="Franklin Gothic Book" panose="020B0503020102020204" pitchFamily="34" charset="0"/>
            </a:endParaRPr>
          </a:p>
          <a:p>
            <a:endParaRPr lang="en-US" sz="1200" dirty="0">
              <a:latin typeface="Franklin Gothic Book" panose="020B0503020102020204" pitchFamily="34" charset="0"/>
            </a:endParaRPr>
          </a:p>
        </p:txBody>
      </p:sp>
      <p:sp>
        <p:nvSpPr>
          <p:cNvPr id="20" name="TextBox 19">
            <a:extLst>
              <a:ext uri="{FF2B5EF4-FFF2-40B4-BE49-F238E27FC236}">
                <a16:creationId xmlns:a16="http://schemas.microsoft.com/office/drawing/2014/main" id="{28BADE81-2B9D-8042-AFBA-A625DB1D6D90}"/>
              </a:ext>
            </a:extLst>
          </p:cNvPr>
          <p:cNvSpPr txBox="1"/>
          <p:nvPr/>
        </p:nvSpPr>
        <p:spPr>
          <a:xfrm>
            <a:off x="3431604" y="3061378"/>
            <a:ext cx="2086164" cy="1304203"/>
          </a:xfrm>
          <a:prstGeom prst="rect">
            <a:avLst/>
          </a:prstGeom>
          <a:noFill/>
        </p:spPr>
        <p:txBody>
          <a:bodyPr wrap="square" rtlCol="0">
            <a:spAutoFit/>
          </a:bodyPr>
          <a:lstStyle/>
          <a:p>
            <a:pPr algn="ctr"/>
            <a:r>
              <a:rPr lang="en-US" sz="1200" b="1" dirty="0">
                <a:latin typeface="Franklin Gothic Book" panose="020B0503020102020204" pitchFamily="34" charset="0"/>
              </a:rPr>
              <a:t>Hunters vs. Gathers = Demand Creation-</a:t>
            </a:r>
          </a:p>
          <a:p>
            <a:pPr algn="ctr"/>
            <a:r>
              <a:rPr lang="en-US" sz="1200" dirty="0">
                <a:latin typeface="Franklin Gothic Book" panose="020B0503020102020204" pitchFamily="34" charset="0"/>
              </a:rPr>
              <a:t>Kate Burda &amp; Co</a:t>
            </a:r>
          </a:p>
          <a:p>
            <a:pPr algn="ctr"/>
            <a:endParaRPr lang="en-US" sz="1200" b="1" dirty="0">
              <a:latin typeface="Franklin Gothic Book" panose="020B0503020102020204" pitchFamily="34" charset="0"/>
            </a:endParaRPr>
          </a:p>
          <a:p>
            <a:pPr algn="ctr"/>
            <a:endParaRPr lang="en-US" sz="675" dirty="0">
              <a:latin typeface="Franklin Gothic Book" panose="020B0503020102020204" pitchFamily="34" charset="0"/>
            </a:endParaRPr>
          </a:p>
          <a:p>
            <a:pPr marL="4763" lvl="3" algn="ctr"/>
            <a:r>
              <a:rPr lang="en-US" sz="1200" b="1" dirty="0">
                <a:latin typeface="Franklin Gothic Book" panose="020B0503020102020204" pitchFamily="34" charset="0"/>
              </a:rPr>
              <a:t>Mind Shift: Shaking the Tree-</a:t>
            </a:r>
          </a:p>
          <a:p>
            <a:pPr marL="4763" lvl="3" algn="ctr"/>
            <a:r>
              <a:rPr lang="en-US" sz="1200" dirty="0">
                <a:latin typeface="Franklin Gothic Book" panose="020B0503020102020204" pitchFamily="34" charset="0"/>
              </a:rPr>
              <a:t>JH Hospitality</a:t>
            </a:r>
          </a:p>
        </p:txBody>
      </p:sp>
      <p:pic>
        <p:nvPicPr>
          <p:cNvPr id="13" name="Picture 12">
            <a:extLst>
              <a:ext uri="{FF2B5EF4-FFF2-40B4-BE49-F238E27FC236}">
                <a16:creationId xmlns:a16="http://schemas.microsoft.com/office/drawing/2014/main" id="{16834EDE-3D23-EB44-8D48-B8CA3FDA2C83}"/>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artisticMarker/>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8289873" y="175588"/>
            <a:ext cx="542570" cy="287481"/>
          </a:xfrm>
          <a:prstGeom prst="rect">
            <a:avLst/>
          </a:prstGeom>
        </p:spPr>
      </p:pic>
    </p:spTree>
    <p:extLst>
      <p:ext uri="{BB962C8B-B14F-4D97-AF65-F5344CB8AC3E}">
        <p14:creationId xmlns:p14="http://schemas.microsoft.com/office/powerpoint/2010/main" val="280910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34">
            <a:extLst>
              <a:ext uri="{FF2B5EF4-FFF2-40B4-BE49-F238E27FC236}">
                <a16:creationId xmlns:a16="http://schemas.microsoft.com/office/drawing/2014/main" id="{100D5167-66B7-7642-B74E-B500CA89E530}"/>
              </a:ext>
            </a:extLst>
          </p:cNvPr>
          <p:cNvSpPr/>
          <p:nvPr/>
        </p:nvSpPr>
        <p:spPr>
          <a:xfrm>
            <a:off x="2864157" y="1002486"/>
            <a:ext cx="2783197" cy="1587869"/>
          </a:xfrm>
          <a:custGeom>
            <a:avLst/>
            <a:gdLst>
              <a:gd name="connsiteX0" fmla="*/ 4554247 w 7421858"/>
              <a:gd name="connsiteY0" fmla="*/ 0 h 4234318"/>
              <a:gd name="connsiteX1" fmla="*/ 6735047 w 7421858"/>
              <a:gd name="connsiteY1" fmla="*/ 552199 h 4234318"/>
              <a:gd name="connsiteX2" fmla="*/ 6749999 w 7421858"/>
              <a:gd name="connsiteY2" fmla="*/ 560796 h 4234318"/>
              <a:gd name="connsiteX3" fmla="*/ 7020479 w 7421858"/>
              <a:gd name="connsiteY3" fmla="*/ 92310 h 4234318"/>
              <a:gd name="connsiteX4" fmla="*/ 7421858 w 7421858"/>
              <a:gd name="connsiteY4" fmla="*/ 2679530 h 4234318"/>
              <a:gd name="connsiteX5" fmla="*/ 4980571 w 7421858"/>
              <a:gd name="connsiteY5" fmla="*/ 3625535 h 4234318"/>
              <a:gd name="connsiteX6" fmla="*/ 5283100 w 7421858"/>
              <a:gd name="connsiteY6" fmla="*/ 3101540 h 4234318"/>
              <a:gd name="connsiteX7" fmla="*/ 5194752 w 7421858"/>
              <a:gd name="connsiteY7" fmla="*/ 3058980 h 4234318"/>
              <a:gd name="connsiteX8" fmla="*/ 4554247 w 7421858"/>
              <a:gd name="connsiteY8" fmla="*/ 2929668 h 4234318"/>
              <a:gd name="connsiteX9" fmla="*/ 2976825 w 7421858"/>
              <a:gd name="connsiteY9" fmla="*/ 4105225 h 4234318"/>
              <a:gd name="connsiteX10" fmla="*/ 2944914 w 7421858"/>
              <a:gd name="connsiteY10" fmla="*/ 4234318 h 4234318"/>
              <a:gd name="connsiteX11" fmla="*/ 1444712 w 7421858"/>
              <a:gd name="connsiteY11" fmla="*/ 3027326 h 4234318"/>
              <a:gd name="connsiteX12" fmla="*/ 0 w 7421858"/>
              <a:gd name="connsiteY12" fmla="*/ 4189673 h 4234318"/>
              <a:gd name="connsiteX13" fmla="*/ 29641 w 7421858"/>
              <a:gd name="connsiteY13" fmla="*/ 3892627 h 4234318"/>
              <a:gd name="connsiteX14" fmla="*/ 4554247 w 7421858"/>
              <a:gd name="connsiteY14" fmla="*/ 0 h 4234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858" h="4234318">
                <a:moveTo>
                  <a:pt x="4554247" y="0"/>
                </a:moveTo>
                <a:cubicBezTo>
                  <a:pt x="5343872" y="0"/>
                  <a:pt x="6086775" y="200037"/>
                  <a:pt x="6735047" y="552199"/>
                </a:cubicBezTo>
                <a:lnTo>
                  <a:pt x="6749999" y="560796"/>
                </a:lnTo>
                <a:lnTo>
                  <a:pt x="7020479" y="92310"/>
                </a:lnTo>
                <a:lnTo>
                  <a:pt x="7421858" y="2679530"/>
                </a:lnTo>
                <a:lnTo>
                  <a:pt x="4980571" y="3625535"/>
                </a:lnTo>
                <a:lnTo>
                  <a:pt x="5283100" y="3101540"/>
                </a:lnTo>
                <a:lnTo>
                  <a:pt x="5194752" y="3058980"/>
                </a:lnTo>
                <a:cubicBezTo>
                  <a:pt x="4997887" y="2975713"/>
                  <a:pt x="4781444" y="2929668"/>
                  <a:pt x="4554247" y="2929668"/>
                </a:cubicBezTo>
                <a:cubicBezTo>
                  <a:pt x="3808757" y="2929668"/>
                  <a:pt x="3179054" y="3425416"/>
                  <a:pt x="2976825" y="4105225"/>
                </a:cubicBezTo>
                <a:lnTo>
                  <a:pt x="2944914" y="4234318"/>
                </a:lnTo>
                <a:lnTo>
                  <a:pt x="1444712" y="3027326"/>
                </a:lnTo>
                <a:lnTo>
                  <a:pt x="0" y="4189673"/>
                </a:lnTo>
                <a:lnTo>
                  <a:pt x="29641" y="3892627"/>
                </a:lnTo>
                <a:cubicBezTo>
                  <a:pt x="359173" y="1689568"/>
                  <a:pt x="2259400" y="0"/>
                  <a:pt x="4554247" y="0"/>
                </a:cubicBezTo>
                <a:close/>
              </a:path>
            </a:pathLst>
          </a:custGeom>
          <a:solidFill>
            <a:srgbClr val="8B0E5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675" dirty="0">
              <a:solidFill>
                <a:schemeClr val="tx1"/>
              </a:solidFill>
            </a:endParaRPr>
          </a:p>
        </p:txBody>
      </p:sp>
      <p:sp>
        <p:nvSpPr>
          <p:cNvPr id="37" name="Freeform 36">
            <a:extLst>
              <a:ext uri="{FF2B5EF4-FFF2-40B4-BE49-F238E27FC236}">
                <a16:creationId xmlns:a16="http://schemas.microsoft.com/office/drawing/2014/main" id="{7F86F7AF-5D94-E94D-819E-144380AF9AD8}"/>
              </a:ext>
            </a:extLst>
          </p:cNvPr>
          <p:cNvSpPr/>
          <p:nvPr/>
        </p:nvSpPr>
        <p:spPr>
          <a:xfrm>
            <a:off x="4651759" y="1281827"/>
            <a:ext cx="1635932" cy="3053361"/>
          </a:xfrm>
          <a:custGeom>
            <a:avLst/>
            <a:gdLst>
              <a:gd name="connsiteX0" fmla="*/ 2362483 w 4362485"/>
              <a:gd name="connsiteY0" fmla="*/ 0 h 8142296"/>
              <a:gd name="connsiteX1" fmla="*/ 2402074 w 4362485"/>
              <a:gd name="connsiteY1" fmla="*/ 25803 h 8142296"/>
              <a:gd name="connsiteX2" fmla="*/ 4362485 w 4362485"/>
              <a:gd name="connsiteY2" fmla="*/ 3780653 h 8142296"/>
              <a:gd name="connsiteX3" fmla="*/ 2402074 w 4362485"/>
              <a:gd name="connsiteY3" fmla="*/ 7535503 h 8142296"/>
              <a:gd name="connsiteX4" fmla="*/ 2176016 w 4362485"/>
              <a:gd name="connsiteY4" fmla="*/ 7682833 h 8142296"/>
              <a:gd name="connsiteX5" fmla="*/ 2441287 w 4362485"/>
              <a:gd name="connsiteY5" fmla="*/ 8142296 h 8142296"/>
              <a:gd name="connsiteX6" fmla="*/ 0 w 4362485"/>
              <a:gd name="connsiteY6" fmla="*/ 7196290 h 8142296"/>
              <a:gd name="connsiteX7" fmla="*/ 401379 w 4362485"/>
              <a:gd name="connsiteY7" fmla="*/ 4609071 h 8142296"/>
              <a:gd name="connsiteX8" fmla="*/ 709786 w 4362485"/>
              <a:gd name="connsiteY8" fmla="*/ 5143248 h 8142296"/>
              <a:gd name="connsiteX9" fmla="*/ 864172 w 4362485"/>
              <a:gd name="connsiteY9" fmla="*/ 5024899 h 8142296"/>
              <a:gd name="connsiteX10" fmla="*/ 1432817 w 4362485"/>
              <a:gd name="connsiteY10" fmla="*/ 3780653 h 8142296"/>
              <a:gd name="connsiteX11" fmla="*/ 1005344 w 4362485"/>
              <a:gd name="connsiteY11" fmla="*/ 2674252 h 8142296"/>
              <a:gd name="connsiteX12" fmla="*/ 895346 w 4362485"/>
              <a:gd name="connsiteY12" fmla="*/ 2566847 h 8142296"/>
              <a:gd name="connsiteX13" fmla="*/ 2654921 w 4362485"/>
              <a:gd name="connsiteY13" fmla="*/ 1885007 h 814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2485" h="8142296">
                <a:moveTo>
                  <a:pt x="2362483" y="0"/>
                </a:moveTo>
                <a:lnTo>
                  <a:pt x="2402074" y="25803"/>
                </a:lnTo>
                <a:cubicBezTo>
                  <a:pt x="3587147" y="852596"/>
                  <a:pt x="4362485" y="2226080"/>
                  <a:pt x="4362485" y="3780653"/>
                </a:cubicBezTo>
                <a:cubicBezTo>
                  <a:pt x="4362485" y="5335227"/>
                  <a:pt x="3587147" y="6708711"/>
                  <a:pt x="2402074" y="7535503"/>
                </a:cubicBezTo>
                <a:lnTo>
                  <a:pt x="2176016" y="7682833"/>
                </a:lnTo>
                <a:lnTo>
                  <a:pt x="2441287" y="8142296"/>
                </a:lnTo>
                <a:lnTo>
                  <a:pt x="0" y="7196290"/>
                </a:lnTo>
                <a:lnTo>
                  <a:pt x="401379" y="4609071"/>
                </a:lnTo>
                <a:lnTo>
                  <a:pt x="709786" y="5143248"/>
                </a:lnTo>
                <a:lnTo>
                  <a:pt x="864172" y="5024899"/>
                </a:lnTo>
                <a:cubicBezTo>
                  <a:pt x="1212485" y="4723179"/>
                  <a:pt x="1432817" y="4277647"/>
                  <a:pt x="1432817" y="3780653"/>
                </a:cubicBezTo>
                <a:cubicBezTo>
                  <a:pt x="1432817" y="3354659"/>
                  <a:pt x="1270940" y="2966473"/>
                  <a:pt x="1005344" y="2674252"/>
                </a:cubicBezTo>
                <a:lnTo>
                  <a:pt x="895346" y="2566847"/>
                </a:lnTo>
                <a:lnTo>
                  <a:pt x="2654921" y="1885007"/>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675" dirty="0">
              <a:solidFill>
                <a:schemeClr val="tx1"/>
              </a:solidFill>
            </a:endParaRPr>
          </a:p>
        </p:txBody>
      </p:sp>
      <p:sp>
        <p:nvSpPr>
          <p:cNvPr id="36" name="Freeform 35">
            <a:extLst>
              <a:ext uri="{FF2B5EF4-FFF2-40B4-BE49-F238E27FC236}">
                <a16:creationId xmlns:a16="http://schemas.microsoft.com/office/drawing/2014/main" id="{B882E27B-BE3C-3A42-8DCC-EE03B4339E7A}"/>
              </a:ext>
            </a:extLst>
          </p:cNvPr>
          <p:cNvSpPr/>
          <p:nvPr/>
        </p:nvSpPr>
        <p:spPr>
          <a:xfrm>
            <a:off x="2640959" y="2119128"/>
            <a:ext cx="2683549" cy="2296134"/>
          </a:xfrm>
          <a:custGeom>
            <a:avLst/>
            <a:gdLst>
              <a:gd name="connsiteX0" fmla="*/ 2039909 w 7156130"/>
              <a:gd name="connsiteY0" fmla="*/ 0 h 6123024"/>
              <a:gd name="connsiteX1" fmla="*/ 4079817 w 7156130"/>
              <a:gd name="connsiteY1" fmla="*/ 1641214 h 6123024"/>
              <a:gd name="connsiteX2" fmla="*/ 3508652 w 7156130"/>
              <a:gd name="connsiteY2" fmla="*/ 1641214 h 6123024"/>
              <a:gd name="connsiteX3" fmla="*/ 3512433 w 7156130"/>
              <a:gd name="connsiteY3" fmla="*/ 1716092 h 6123024"/>
              <a:gd name="connsiteX4" fmla="*/ 5149444 w 7156130"/>
              <a:gd name="connsiteY4" fmla="*/ 3193356 h 6123024"/>
              <a:gd name="connsiteX5" fmla="*/ 5638767 w 7156130"/>
              <a:gd name="connsiteY5" fmla="*/ 3119377 h 6123024"/>
              <a:gd name="connsiteX6" fmla="*/ 5648797 w 7156130"/>
              <a:gd name="connsiteY6" fmla="*/ 3115706 h 6123024"/>
              <a:gd name="connsiteX7" fmla="*/ 5362134 w 7156130"/>
              <a:gd name="connsiteY7" fmla="*/ 4963487 h 6123024"/>
              <a:gd name="connsiteX8" fmla="*/ 7156130 w 7156130"/>
              <a:gd name="connsiteY8" fmla="*/ 5658666 h 6123024"/>
              <a:gd name="connsiteX9" fmla="*/ 7082800 w 7156130"/>
              <a:gd name="connsiteY9" fmla="*/ 5695661 h 6123024"/>
              <a:gd name="connsiteX10" fmla="*/ 5149444 w 7156130"/>
              <a:gd name="connsiteY10" fmla="*/ 6123024 h 6123024"/>
              <a:gd name="connsiteX11" fmla="*/ 580222 w 7156130"/>
              <a:gd name="connsiteY11" fmla="*/ 1783287 h 6123024"/>
              <a:gd name="connsiteX12" fmla="*/ 576630 w 7156130"/>
              <a:gd name="connsiteY12" fmla="*/ 1641214 h 6123024"/>
              <a:gd name="connsiteX13" fmla="*/ 0 w 7156130"/>
              <a:gd name="connsiteY13" fmla="*/ 1641214 h 612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56130" h="6123024">
                <a:moveTo>
                  <a:pt x="2039909" y="0"/>
                </a:moveTo>
                <a:lnTo>
                  <a:pt x="4079817" y="1641214"/>
                </a:lnTo>
                <a:lnTo>
                  <a:pt x="3508652" y="1641214"/>
                </a:lnTo>
                <a:lnTo>
                  <a:pt x="3512433" y="1716092"/>
                </a:lnTo>
                <a:cubicBezTo>
                  <a:pt x="3596699" y="2545849"/>
                  <a:pt x="4297455" y="3193356"/>
                  <a:pt x="5149444" y="3193356"/>
                </a:cubicBezTo>
                <a:cubicBezTo>
                  <a:pt x="5319842" y="3193356"/>
                  <a:pt x="5484190" y="3167456"/>
                  <a:pt x="5638767" y="3119377"/>
                </a:cubicBezTo>
                <a:lnTo>
                  <a:pt x="5648797" y="3115706"/>
                </a:lnTo>
                <a:lnTo>
                  <a:pt x="5362134" y="4963487"/>
                </a:lnTo>
                <a:lnTo>
                  <a:pt x="7156130" y="5658666"/>
                </a:lnTo>
                <a:lnTo>
                  <a:pt x="7082800" y="5695661"/>
                </a:lnTo>
                <a:cubicBezTo>
                  <a:pt x="6495516" y="5969871"/>
                  <a:pt x="5840366" y="6123024"/>
                  <a:pt x="5149444" y="6123024"/>
                </a:cubicBezTo>
                <a:cubicBezTo>
                  <a:pt x="2701607" y="6123024"/>
                  <a:pt x="702760" y="4200671"/>
                  <a:pt x="580222" y="1783287"/>
                </a:cubicBezTo>
                <a:lnTo>
                  <a:pt x="576630" y="1641214"/>
                </a:lnTo>
                <a:lnTo>
                  <a:pt x="0" y="1641214"/>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675" dirty="0">
              <a:solidFill>
                <a:schemeClr val="tx1"/>
              </a:solidFill>
            </a:endParaRPr>
          </a:p>
        </p:txBody>
      </p:sp>
      <p:sp>
        <p:nvSpPr>
          <p:cNvPr id="42" name="Freeform 10">
            <a:extLst>
              <a:ext uri="{FF2B5EF4-FFF2-40B4-BE49-F238E27FC236}">
                <a16:creationId xmlns:a16="http://schemas.microsoft.com/office/drawing/2014/main" id="{8FAA4580-DD3D-2E48-995A-1B732F01CA74}"/>
              </a:ext>
            </a:extLst>
          </p:cNvPr>
          <p:cNvSpPr>
            <a:spLocks noChangeAspect="1" noChangeArrowheads="1"/>
          </p:cNvSpPr>
          <p:nvPr/>
        </p:nvSpPr>
        <p:spPr bwMode="auto">
          <a:xfrm>
            <a:off x="5428068" y="2856050"/>
            <a:ext cx="533752" cy="533752"/>
          </a:xfrm>
          <a:custGeom>
            <a:avLst/>
            <a:gdLst>
              <a:gd name="T0" fmla="*/ 2147483646 w 810"/>
              <a:gd name="T1" fmla="*/ 2147483646 h 810"/>
              <a:gd name="T2" fmla="*/ 2147483646 w 810"/>
              <a:gd name="T3" fmla="*/ 2147483646 h 810"/>
              <a:gd name="T4" fmla="*/ 2147483646 w 810"/>
              <a:gd name="T5" fmla="*/ 2147483646 h 810"/>
              <a:gd name="T6" fmla="*/ 2147483646 w 810"/>
              <a:gd name="T7" fmla="*/ 2147483646 h 810"/>
              <a:gd name="T8" fmla="*/ 2147483646 w 810"/>
              <a:gd name="T9" fmla="*/ 2147483646 h 810"/>
              <a:gd name="T10" fmla="*/ 2147483646 w 810"/>
              <a:gd name="T11" fmla="*/ 2147483646 h 810"/>
              <a:gd name="T12" fmla="*/ 2147483646 w 810"/>
              <a:gd name="T13" fmla="*/ 2147483646 h 810"/>
              <a:gd name="T14" fmla="*/ 2147483646 w 810"/>
              <a:gd name="T15" fmla="*/ 2147483646 h 810"/>
              <a:gd name="T16" fmla="*/ 2147483646 w 810"/>
              <a:gd name="T17" fmla="*/ 2147483646 h 810"/>
              <a:gd name="T18" fmla="*/ 2147483646 w 810"/>
              <a:gd name="T19" fmla="*/ 2147483646 h 810"/>
              <a:gd name="T20" fmla="*/ 2147483646 w 810"/>
              <a:gd name="T21" fmla="*/ 2147483646 h 810"/>
              <a:gd name="T22" fmla="*/ 2147483646 w 810"/>
              <a:gd name="T23" fmla="*/ 2147483646 h 810"/>
              <a:gd name="T24" fmla="*/ 2147483646 w 810"/>
              <a:gd name="T25" fmla="*/ 2147483646 h 810"/>
              <a:gd name="T26" fmla="*/ 2147483646 w 810"/>
              <a:gd name="T27" fmla="*/ 2147483646 h 810"/>
              <a:gd name="T28" fmla="*/ 2147483646 w 810"/>
              <a:gd name="T29" fmla="*/ 2147483646 h 810"/>
              <a:gd name="T30" fmla="*/ 2147483646 w 810"/>
              <a:gd name="T31" fmla="*/ 2147483646 h 810"/>
              <a:gd name="T32" fmla="*/ 2147483646 w 810"/>
              <a:gd name="T33" fmla="*/ 2147483646 h 810"/>
              <a:gd name="T34" fmla="*/ 2147483646 w 810"/>
              <a:gd name="T35" fmla="*/ 2147483646 h 810"/>
              <a:gd name="T36" fmla="*/ 2147483646 w 810"/>
              <a:gd name="T37" fmla="*/ 2147483646 h 810"/>
              <a:gd name="T38" fmla="*/ 2147483646 w 810"/>
              <a:gd name="T39" fmla="*/ 2147483646 h 810"/>
              <a:gd name="T40" fmla="*/ 2147483646 w 810"/>
              <a:gd name="T41" fmla="*/ 2147483646 h 810"/>
              <a:gd name="T42" fmla="*/ 2147483646 w 810"/>
              <a:gd name="T43" fmla="*/ 2147483646 h 810"/>
              <a:gd name="T44" fmla="*/ 2147483646 w 810"/>
              <a:gd name="T45" fmla="*/ 2147483646 h 810"/>
              <a:gd name="T46" fmla="*/ 2147483646 w 810"/>
              <a:gd name="T47" fmla="*/ 2147483646 h 810"/>
              <a:gd name="T48" fmla="*/ 2147483646 w 810"/>
              <a:gd name="T49" fmla="*/ 2147483646 h 810"/>
              <a:gd name="T50" fmla="*/ 2147483646 w 810"/>
              <a:gd name="T51" fmla="*/ 2147483646 h 810"/>
              <a:gd name="T52" fmla="*/ 2147483646 w 810"/>
              <a:gd name="T53" fmla="*/ 2147483646 h 810"/>
              <a:gd name="T54" fmla="*/ 2147483646 w 810"/>
              <a:gd name="T55" fmla="*/ 2147483646 h 810"/>
              <a:gd name="T56" fmla="*/ 2147483646 w 810"/>
              <a:gd name="T57" fmla="*/ 2147483646 h 810"/>
              <a:gd name="T58" fmla="*/ 2147483646 w 810"/>
              <a:gd name="T59" fmla="*/ 2147483646 h 810"/>
              <a:gd name="T60" fmla="*/ 2147483646 w 810"/>
              <a:gd name="T61" fmla="*/ 2147483646 h 810"/>
              <a:gd name="T62" fmla="*/ 2147483646 w 810"/>
              <a:gd name="T63" fmla="*/ 2147483646 h 810"/>
              <a:gd name="T64" fmla="*/ 2147483646 w 810"/>
              <a:gd name="T65" fmla="*/ 2147483646 h 810"/>
              <a:gd name="T66" fmla="*/ 2147483646 w 810"/>
              <a:gd name="T67" fmla="*/ 2147483646 h 810"/>
              <a:gd name="T68" fmla="*/ 2147483646 w 810"/>
              <a:gd name="T69" fmla="*/ 2147483646 h 810"/>
              <a:gd name="T70" fmla="*/ 2147483646 w 810"/>
              <a:gd name="T71" fmla="*/ 2147483646 h 810"/>
              <a:gd name="T72" fmla="*/ 2147483646 w 810"/>
              <a:gd name="T73" fmla="*/ 2147483646 h 810"/>
              <a:gd name="T74" fmla="*/ 2147483646 w 810"/>
              <a:gd name="T75" fmla="*/ 2147483646 h 810"/>
              <a:gd name="T76" fmla="*/ 2147483646 w 810"/>
              <a:gd name="T77" fmla="*/ 2147483646 h 810"/>
              <a:gd name="T78" fmla="*/ 2147483646 w 810"/>
              <a:gd name="T79" fmla="*/ 2147483646 h 810"/>
              <a:gd name="T80" fmla="*/ 2147483646 w 810"/>
              <a:gd name="T81" fmla="*/ 2147483646 h 810"/>
              <a:gd name="T82" fmla="*/ 2147483646 w 810"/>
              <a:gd name="T83" fmla="*/ 2147483646 h 810"/>
              <a:gd name="T84" fmla="*/ 2147483646 w 810"/>
              <a:gd name="T85" fmla="*/ 2147483646 h 810"/>
              <a:gd name="T86" fmla="*/ 2147483646 w 810"/>
              <a:gd name="T87" fmla="*/ 2147483646 h 810"/>
              <a:gd name="T88" fmla="*/ 2147483646 w 810"/>
              <a:gd name="T89" fmla="*/ 2147483646 h 810"/>
              <a:gd name="T90" fmla="*/ 2147483646 w 810"/>
              <a:gd name="T91" fmla="*/ 2147483646 h 810"/>
              <a:gd name="T92" fmla="*/ 2147483646 w 810"/>
              <a:gd name="T93" fmla="*/ 2147483646 h 810"/>
              <a:gd name="T94" fmla="*/ 2147483646 w 810"/>
              <a:gd name="T95" fmla="*/ 2147483646 h 810"/>
              <a:gd name="T96" fmla="*/ 2147483646 w 810"/>
              <a:gd name="T97" fmla="*/ 2147483646 h 810"/>
              <a:gd name="T98" fmla="*/ 2147483646 w 810"/>
              <a:gd name="T99" fmla="*/ 2147483646 h 810"/>
              <a:gd name="T100" fmla="*/ 2147483646 w 810"/>
              <a:gd name="T101" fmla="*/ 2147483646 h 810"/>
              <a:gd name="T102" fmla="*/ 2147483646 w 810"/>
              <a:gd name="T103" fmla="*/ 2147483646 h 810"/>
              <a:gd name="T104" fmla="*/ 2147483646 w 810"/>
              <a:gd name="T105" fmla="*/ 2147483646 h 810"/>
              <a:gd name="T106" fmla="*/ 2147483646 w 810"/>
              <a:gd name="T107" fmla="*/ 0 h 810"/>
              <a:gd name="T108" fmla="*/ 2147483646 w 810"/>
              <a:gd name="T109" fmla="*/ 0 h 810"/>
              <a:gd name="T110" fmla="*/ 2147483646 w 810"/>
              <a:gd name="T111" fmla="*/ 2147483646 h 810"/>
              <a:gd name="T112" fmla="*/ 2147483646 w 810"/>
              <a:gd name="T113" fmla="*/ 2147483646 h 810"/>
              <a:gd name="T114" fmla="*/ 2147483646 w 810"/>
              <a:gd name="T115" fmla="*/ 2147483646 h 810"/>
              <a:gd name="T116" fmla="*/ 0 w 810"/>
              <a:gd name="T117" fmla="*/ 2147483646 h 810"/>
              <a:gd name="T118" fmla="*/ 2147483646 w 810"/>
              <a:gd name="T119" fmla="*/ 2147483646 h 810"/>
              <a:gd name="T120" fmla="*/ 2147483646 w 810"/>
              <a:gd name="T121" fmla="*/ 2147483646 h 810"/>
              <a:gd name="T122" fmla="*/ 2147483646 w 810"/>
              <a:gd name="T123" fmla="*/ 2147483646 h 810"/>
              <a:gd name="T124" fmla="*/ 2147483646 w 810"/>
              <a:gd name="T125" fmla="*/ 2147483646 h 81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810" h="810">
                <a:moveTo>
                  <a:pt x="784" y="654"/>
                </a:moveTo>
                <a:lnTo>
                  <a:pt x="784" y="654"/>
                </a:lnTo>
                <a:cubicBezTo>
                  <a:pt x="715" y="660"/>
                  <a:pt x="660" y="715"/>
                  <a:pt x="654" y="784"/>
                </a:cubicBezTo>
                <a:lnTo>
                  <a:pt x="155" y="784"/>
                </a:lnTo>
                <a:cubicBezTo>
                  <a:pt x="149" y="715"/>
                  <a:pt x="94" y="660"/>
                  <a:pt x="25" y="654"/>
                </a:cubicBezTo>
                <a:lnTo>
                  <a:pt x="25" y="243"/>
                </a:lnTo>
                <a:lnTo>
                  <a:pt x="78" y="401"/>
                </a:lnTo>
                <a:cubicBezTo>
                  <a:pt x="91" y="440"/>
                  <a:pt x="126" y="465"/>
                  <a:pt x="166" y="465"/>
                </a:cubicBezTo>
                <a:lnTo>
                  <a:pt x="180" y="465"/>
                </a:lnTo>
                <a:lnTo>
                  <a:pt x="180" y="478"/>
                </a:lnTo>
                <a:cubicBezTo>
                  <a:pt x="180" y="512"/>
                  <a:pt x="207" y="540"/>
                  <a:pt x="241" y="540"/>
                </a:cubicBezTo>
                <a:cubicBezTo>
                  <a:pt x="275" y="540"/>
                  <a:pt x="302" y="512"/>
                  <a:pt x="302" y="478"/>
                </a:cubicBezTo>
                <a:lnTo>
                  <a:pt x="302" y="465"/>
                </a:lnTo>
                <a:lnTo>
                  <a:pt x="506" y="465"/>
                </a:lnTo>
                <a:lnTo>
                  <a:pt x="506" y="478"/>
                </a:lnTo>
                <a:cubicBezTo>
                  <a:pt x="506" y="512"/>
                  <a:pt x="534" y="540"/>
                  <a:pt x="568" y="540"/>
                </a:cubicBezTo>
                <a:cubicBezTo>
                  <a:pt x="602" y="540"/>
                  <a:pt x="629" y="512"/>
                  <a:pt x="629" y="478"/>
                </a:cubicBezTo>
                <a:lnTo>
                  <a:pt x="629" y="465"/>
                </a:lnTo>
                <a:lnTo>
                  <a:pt x="642" y="465"/>
                </a:lnTo>
                <a:cubicBezTo>
                  <a:pt x="683" y="465"/>
                  <a:pt x="718" y="440"/>
                  <a:pt x="731" y="401"/>
                </a:cubicBezTo>
                <a:lnTo>
                  <a:pt x="784" y="243"/>
                </a:lnTo>
                <a:lnTo>
                  <a:pt x="784" y="654"/>
                </a:lnTo>
                <a:close/>
                <a:moveTo>
                  <a:pt x="784" y="747"/>
                </a:moveTo>
                <a:lnTo>
                  <a:pt x="784" y="747"/>
                </a:lnTo>
                <a:cubicBezTo>
                  <a:pt x="784" y="768"/>
                  <a:pt x="768" y="784"/>
                  <a:pt x="748" y="784"/>
                </a:cubicBezTo>
                <a:lnTo>
                  <a:pt x="679" y="784"/>
                </a:lnTo>
                <a:cubicBezTo>
                  <a:pt x="684" y="729"/>
                  <a:pt x="729" y="684"/>
                  <a:pt x="784" y="679"/>
                </a:cubicBezTo>
                <a:lnTo>
                  <a:pt x="784" y="747"/>
                </a:lnTo>
                <a:close/>
                <a:moveTo>
                  <a:pt x="61" y="784"/>
                </a:moveTo>
                <a:lnTo>
                  <a:pt x="61" y="784"/>
                </a:lnTo>
                <a:cubicBezTo>
                  <a:pt x="41" y="784"/>
                  <a:pt x="25" y="768"/>
                  <a:pt x="25" y="747"/>
                </a:cubicBezTo>
                <a:lnTo>
                  <a:pt x="25" y="679"/>
                </a:lnTo>
                <a:cubicBezTo>
                  <a:pt x="80" y="684"/>
                  <a:pt x="125" y="729"/>
                  <a:pt x="130" y="784"/>
                </a:cubicBezTo>
                <a:lnTo>
                  <a:pt x="61" y="784"/>
                </a:lnTo>
                <a:close/>
                <a:moveTo>
                  <a:pt x="278" y="425"/>
                </a:moveTo>
                <a:lnTo>
                  <a:pt x="278" y="478"/>
                </a:lnTo>
                <a:cubicBezTo>
                  <a:pt x="278" y="498"/>
                  <a:pt x="261" y="515"/>
                  <a:pt x="241" y="515"/>
                </a:cubicBezTo>
                <a:cubicBezTo>
                  <a:pt x="221" y="515"/>
                  <a:pt x="205" y="498"/>
                  <a:pt x="205" y="478"/>
                </a:cubicBezTo>
                <a:lnTo>
                  <a:pt x="205" y="425"/>
                </a:lnTo>
                <a:lnTo>
                  <a:pt x="278" y="425"/>
                </a:lnTo>
                <a:close/>
                <a:moveTo>
                  <a:pt x="604" y="425"/>
                </a:moveTo>
                <a:lnTo>
                  <a:pt x="604" y="478"/>
                </a:lnTo>
                <a:cubicBezTo>
                  <a:pt x="604" y="498"/>
                  <a:pt x="588" y="515"/>
                  <a:pt x="568" y="515"/>
                </a:cubicBezTo>
                <a:cubicBezTo>
                  <a:pt x="548" y="515"/>
                  <a:pt x="531" y="498"/>
                  <a:pt x="531" y="478"/>
                </a:cubicBezTo>
                <a:lnTo>
                  <a:pt x="531" y="425"/>
                </a:lnTo>
                <a:lnTo>
                  <a:pt x="604" y="425"/>
                </a:lnTo>
                <a:close/>
                <a:moveTo>
                  <a:pt x="32" y="138"/>
                </a:moveTo>
                <a:lnTo>
                  <a:pt x="32" y="138"/>
                </a:lnTo>
                <a:cubicBezTo>
                  <a:pt x="38" y="128"/>
                  <a:pt x="49" y="123"/>
                  <a:pt x="61" y="123"/>
                </a:cubicBezTo>
                <a:lnTo>
                  <a:pt x="747" y="123"/>
                </a:lnTo>
                <a:cubicBezTo>
                  <a:pt x="760" y="123"/>
                  <a:pt x="770" y="128"/>
                  <a:pt x="777" y="138"/>
                </a:cubicBezTo>
                <a:cubicBezTo>
                  <a:pt x="784" y="148"/>
                  <a:pt x="786" y="159"/>
                  <a:pt x="783" y="171"/>
                </a:cubicBezTo>
                <a:lnTo>
                  <a:pt x="708" y="394"/>
                </a:lnTo>
                <a:cubicBezTo>
                  <a:pt x="698" y="422"/>
                  <a:pt x="672" y="441"/>
                  <a:pt x="642" y="441"/>
                </a:cubicBezTo>
                <a:lnTo>
                  <a:pt x="629" y="441"/>
                </a:lnTo>
                <a:lnTo>
                  <a:pt x="629" y="412"/>
                </a:lnTo>
                <a:cubicBezTo>
                  <a:pt x="629" y="406"/>
                  <a:pt x="624" y="400"/>
                  <a:pt x="617" y="400"/>
                </a:cubicBezTo>
                <a:lnTo>
                  <a:pt x="519" y="400"/>
                </a:lnTo>
                <a:cubicBezTo>
                  <a:pt x="512" y="400"/>
                  <a:pt x="506" y="406"/>
                  <a:pt x="506" y="412"/>
                </a:cubicBezTo>
                <a:lnTo>
                  <a:pt x="506" y="441"/>
                </a:lnTo>
                <a:lnTo>
                  <a:pt x="302" y="441"/>
                </a:lnTo>
                <a:lnTo>
                  <a:pt x="302" y="412"/>
                </a:lnTo>
                <a:cubicBezTo>
                  <a:pt x="302" y="406"/>
                  <a:pt x="297" y="400"/>
                  <a:pt x="290" y="400"/>
                </a:cubicBezTo>
                <a:lnTo>
                  <a:pt x="192" y="400"/>
                </a:lnTo>
                <a:cubicBezTo>
                  <a:pt x="185" y="400"/>
                  <a:pt x="180" y="406"/>
                  <a:pt x="180" y="412"/>
                </a:cubicBezTo>
                <a:lnTo>
                  <a:pt x="180" y="441"/>
                </a:lnTo>
                <a:lnTo>
                  <a:pt x="166" y="441"/>
                </a:lnTo>
                <a:cubicBezTo>
                  <a:pt x="137" y="441"/>
                  <a:pt x="110" y="422"/>
                  <a:pt x="101" y="394"/>
                </a:cubicBezTo>
                <a:lnTo>
                  <a:pt x="27" y="171"/>
                </a:lnTo>
                <a:cubicBezTo>
                  <a:pt x="23" y="159"/>
                  <a:pt x="25" y="148"/>
                  <a:pt x="32" y="138"/>
                </a:cubicBezTo>
                <a:close/>
                <a:moveTo>
                  <a:pt x="253" y="78"/>
                </a:moveTo>
                <a:lnTo>
                  <a:pt x="253" y="78"/>
                </a:lnTo>
                <a:cubicBezTo>
                  <a:pt x="253" y="48"/>
                  <a:pt x="277" y="24"/>
                  <a:pt x="306" y="24"/>
                </a:cubicBezTo>
                <a:lnTo>
                  <a:pt x="502" y="24"/>
                </a:lnTo>
                <a:cubicBezTo>
                  <a:pt x="532" y="24"/>
                  <a:pt x="556" y="48"/>
                  <a:pt x="556" y="78"/>
                </a:cubicBezTo>
                <a:lnTo>
                  <a:pt x="556" y="98"/>
                </a:lnTo>
                <a:lnTo>
                  <a:pt x="253" y="98"/>
                </a:lnTo>
                <a:lnTo>
                  <a:pt x="253" y="78"/>
                </a:lnTo>
                <a:close/>
                <a:moveTo>
                  <a:pt x="797" y="124"/>
                </a:moveTo>
                <a:lnTo>
                  <a:pt x="797" y="124"/>
                </a:lnTo>
                <a:cubicBezTo>
                  <a:pt x="785" y="107"/>
                  <a:pt x="767" y="98"/>
                  <a:pt x="747" y="98"/>
                </a:cubicBezTo>
                <a:lnTo>
                  <a:pt x="580" y="98"/>
                </a:lnTo>
                <a:lnTo>
                  <a:pt x="580" y="78"/>
                </a:lnTo>
                <a:cubicBezTo>
                  <a:pt x="580" y="35"/>
                  <a:pt x="545" y="0"/>
                  <a:pt x="502" y="0"/>
                </a:cubicBezTo>
                <a:lnTo>
                  <a:pt x="306" y="0"/>
                </a:lnTo>
                <a:cubicBezTo>
                  <a:pt x="264" y="0"/>
                  <a:pt x="229" y="35"/>
                  <a:pt x="229" y="78"/>
                </a:cubicBezTo>
                <a:lnTo>
                  <a:pt x="229" y="98"/>
                </a:lnTo>
                <a:lnTo>
                  <a:pt x="61" y="98"/>
                </a:lnTo>
                <a:cubicBezTo>
                  <a:pt x="41" y="98"/>
                  <a:pt x="24" y="107"/>
                  <a:pt x="12" y="124"/>
                </a:cubicBezTo>
                <a:cubicBezTo>
                  <a:pt x="4" y="135"/>
                  <a:pt x="0" y="148"/>
                  <a:pt x="0" y="161"/>
                </a:cubicBezTo>
                <a:lnTo>
                  <a:pt x="0" y="747"/>
                </a:lnTo>
                <a:cubicBezTo>
                  <a:pt x="0" y="782"/>
                  <a:pt x="28" y="809"/>
                  <a:pt x="61" y="809"/>
                </a:cubicBezTo>
                <a:lnTo>
                  <a:pt x="748" y="809"/>
                </a:lnTo>
                <a:cubicBezTo>
                  <a:pt x="781" y="809"/>
                  <a:pt x="809" y="782"/>
                  <a:pt x="809" y="747"/>
                </a:cubicBezTo>
                <a:lnTo>
                  <a:pt x="809" y="161"/>
                </a:lnTo>
                <a:cubicBezTo>
                  <a:pt x="809" y="148"/>
                  <a:pt x="805" y="135"/>
                  <a:pt x="797" y="124"/>
                </a:cubicBezTo>
                <a:close/>
              </a:path>
            </a:pathLst>
          </a:custGeom>
          <a:solidFill>
            <a:schemeClr val="bg1"/>
          </a:solidFill>
          <a:ln>
            <a:noFill/>
          </a:ln>
          <a:effectLst/>
        </p:spPr>
        <p:txBody>
          <a:bodyPr wrap="none" anchor="ctr"/>
          <a:lstStyle/>
          <a:p>
            <a:endParaRPr lang="en-US" sz="675" dirty="0"/>
          </a:p>
        </p:txBody>
      </p:sp>
      <p:sp>
        <p:nvSpPr>
          <p:cNvPr id="43" name="Freeform 949">
            <a:extLst>
              <a:ext uri="{FF2B5EF4-FFF2-40B4-BE49-F238E27FC236}">
                <a16:creationId xmlns:a16="http://schemas.microsoft.com/office/drawing/2014/main" id="{EA5902C7-71C0-9B4A-901F-953E937DFC74}"/>
              </a:ext>
            </a:extLst>
          </p:cNvPr>
          <p:cNvSpPr>
            <a:spLocks noChangeAspect="1" noChangeArrowheads="1"/>
          </p:cNvSpPr>
          <p:nvPr/>
        </p:nvSpPr>
        <p:spPr bwMode="auto">
          <a:xfrm>
            <a:off x="3929544" y="1537228"/>
            <a:ext cx="532154" cy="533752"/>
          </a:xfrm>
          <a:custGeom>
            <a:avLst/>
            <a:gdLst>
              <a:gd name="T0" fmla="*/ 1584479 w 291288"/>
              <a:gd name="T1" fmla="*/ 5081546 h 291739"/>
              <a:gd name="T2" fmla="*/ 1497482 w 291288"/>
              <a:gd name="T3" fmla="*/ 5650958 h 291739"/>
              <a:gd name="T4" fmla="*/ 2845342 w 291288"/>
              <a:gd name="T5" fmla="*/ 5650958 h 291739"/>
              <a:gd name="T6" fmla="*/ 2845342 w 291288"/>
              <a:gd name="T7" fmla="*/ 5081546 h 291739"/>
              <a:gd name="T8" fmla="*/ 1693171 w 291288"/>
              <a:gd name="T9" fmla="*/ 4411191 h 291739"/>
              <a:gd name="T10" fmla="*/ 1613438 w 291288"/>
              <a:gd name="T11" fmla="*/ 4901341 h 291739"/>
              <a:gd name="T12" fmla="*/ 2932303 w 291288"/>
              <a:gd name="T13" fmla="*/ 4901341 h 291739"/>
              <a:gd name="T14" fmla="*/ 3019233 w 291288"/>
              <a:gd name="T15" fmla="*/ 4995057 h 291739"/>
              <a:gd name="T16" fmla="*/ 3019233 w 291288"/>
              <a:gd name="T17" fmla="*/ 5650958 h 291739"/>
              <a:gd name="T18" fmla="*/ 5396083 w 291288"/>
              <a:gd name="T19" fmla="*/ 5650958 h 291739"/>
              <a:gd name="T20" fmla="*/ 2910585 w 291288"/>
              <a:gd name="T21" fmla="*/ 4411191 h 291739"/>
              <a:gd name="T22" fmla="*/ 584454 w 291288"/>
              <a:gd name="T23" fmla="*/ 4411191 h 291739"/>
              <a:gd name="T24" fmla="*/ 207645 w 291288"/>
              <a:gd name="T25" fmla="*/ 5650958 h 291739"/>
              <a:gd name="T26" fmla="*/ 1316308 w 291288"/>
              <a:gd name="T27" fmla="*/ 5650958 h 291739"/>
              <a:gd name="T28" fmla="*/ 1519225 w 291288"/>
              <a:gd name="T29" fmla="*/ 4411191 h 291739"/>
              <a:gd name="T30" fmla="*/ 5193231 w 291288"/>
              <a:gd name="T31" fmla="*/ 4122900 h 291739"/>
              <a:gd name="T32" fmla="*/ 3954030 w 291288"/>
              <a:gd name="T33" fmla="*/ 4742764 h 291739"/>
              <a:gd name="T34" fmla="*/ 5627966 w 291288"/>
              <a:gd name="T35" fmla="*/ 5571682 h 291739"/>
              <a:gd name="T36" fmla="*/ 3794641 w 291288"/>
              <a:gd name="T37" fmla="*/ 3474189 h 291739"/>
              <a:gd name="T38" fmla="*/ 3077250 w 291288"/>
              <a:gd name="T39" fmla="*/ 4303085 h 291739"/>
              <a:gd name="T40" fmla="*/ 3758425 w 291288"/>
              <a:gd name="T41" fmla="*/ 4634659 h 291739"/>
              <a:gd name="T42" fmla="*/ 5142442 w 291288"/>
              <a:gd name="T43" fmla="*/ 3949899 h 291739"/>
              <a:gd name="T44" fmla="*/ 4997488 w 291288"/>
              <a:gd name="T45" fmla="*/ 3474189 h 291739"/>
              <a:gd name="T46" fmla="*/ 1852580 w 291288"/>
              <a:gd name="T47" fmla="*/ 3474189 h 291739"/>
              <a:gd name="T48" fmla="*/ 1729406 w 291288"/>
              <a:gd name="T49" fmla="*/ 4238207 h 291739"/>
              <a:gd name="T50" fmla="*/ 2714865 w 291288"/>
              <a:gd name="T51" fmla="*/ 4238207 h 291739"/>
              <a:gd name="T52" fmla="*/ 2069980 w 291288"/>
              <a:gd name="T53" fmla="*/ 3474189 h 291739"/>
              <a:gd name="T54" fmla="*/ 867039 w 291288"/>
              <a:gd name="T55" fmla="*/ 3474189 h 291739"/>
              <a:gd name="T56" fmla="*/ 635160 w 291288"/>
              <a:gd name="T57" fmla="*/ 4238207 h 291739"/>
              <a:gd name="T58" fmla="*/ 1548259 w 291288"/>
              <a:gd name="T59" fmla="*/ 4238207 h 291739"/>
              <a:gd name="T60" fmla="*/ 1671433 w 291288"/>
              <a:gd name="T61" fmla="*/ 3474189 h 291739"/>
              <a:gd name="T62" fmla="*/ 2932303 w 291288"/>
              <a:gd name="T63" fmla="*/ 1029775 h 291739"/>
              <a:gd name="T64" fmla="*/ 2318097 w 291288"/>
              <a:gd name="T65" fmla="*/ 1649975 h 291739"/>
              <a:gd name="T66" fmla="*/ 2932303 w 291288"/>
              <a:gd name="T67" fmla="*/ 2262922 h 291739"/>
              <a:gd name="T68" fmla="*/ 3546535 w 291288"/>
              <a:gd name="T69" fmla="*/ 1649975 h 291739"/>
              <a:gd name="T70" fmla="*/ 2932303 w 291288"/>
              <a:gd name="T71" fmla="*/ 1029775 h 291739"/>
              <a:gd name="T72" fmla="*/ 2932303 w 291288"/>
              <a:gd name="T73" fmla="*/ 856672 h 291739"/>
              <a:gd name="T74" fmla="*/ 3727168 w 291288"/>
              <a:gd name="T75" fmla="*/ 1649975 h 291739"/>
              <a:gd name="T76" fmla="*/ 2932303 w 291288"/>
              <a:gd name="T77" fmla="*/ 2436012 h 291739"/>
              <a:gd name="T78" fmla="*/ 2137424 w 291288"/>
              <a:gd name="T79" fmla="*/ 1649975 h 291739"/>
              <a:gd name="T80" fmla="*/ 2932303 w 291288"/>
              <a:gd name="T81" fmla="*/ 856672 h 291739"/>
              <a:gd name="T82" fmla="*/ 2932303 w 291288"/>
              <a:gd name="T83" fmla="*/ 173024 h 291739"/>
              <a:gd name="T84" fmla="*/ 1468514 w 291288"/>
              <a:gd name="T85" fmla="*/ 1628973 h 291739"/>
              <a:gd name="T86" fmla="*/ 2932303 w 291288"/>
              <a:gd name="T87" fmla="*/ 4202168 h 291739"/>
              <a:gd name="T88" fmla="*/ 4388832 w 291288"/>
              <a:gd name="T89" fmla="*/ 1628973 h 291739"/>
              <a:gd name="T90" fmla="*/ 2932303 w 291288"/>
              <a:gd name="T91" fmla="*/ 173024 h 291739"/>
              <a:gd name="T92" fmla="*/ 2932303 w 291288"/>
              <a:gd name="T93" fmla="*/ 0 h 291739"/>
              <a:gd name="T94" fmla="*/ 4562730 w 291288"/>
              <a:gd name="T95" fmla="*/ 1628973 h 291739"/>
              <a:gd name="T96" fmla="*/ 3910540 w 291288"/>
              <a:gd name="T97" fmla="*/ 3293975 h 291739"/>
              <a:gd name="T98" fmla="*/ 5062700 w 291288"/>
              <a:gd name="T99" fmla="*/ 3293975 h 291739"/>
              <a:gd name="T100" fmla="*/ 5142442 w 291288"/>
              <a:gd name="T101" fmla="*/ 3358853 h 291739"/>
              <a:gd name="T102" fmla="*/ 5852599 w 291288"/>
              <a:gd name="T103" fmla="*/ 5708624 h 291739"/>
              <a:gd name="T104" fmla="*/ 5845367 w 291288"/>
              <a:gd name="T105" fmla="*/ 5795115 h 291739"/>
              <a:gd name="T106" fmla="*/ 5772890 w 291288"/>
              <a:gd name="T107" fmla="*/ 5831143 h 291739"/>
              <a:gd name="T108" fmla="*/ 84495 w 291288"/>
              <a:gd name="T109" fmla="*/ 5831143 h 291739"/>
              <a:gd name="T110" fmla="*/ 12038 w 291288"/>
              <a:gd name="T111" fmla="*/ 5795115 h 291739"/>
              <a:gd name="T112" fmla="*/ 4793 w 291288"/>
              <a:gd name="T113" fmla="*/ 5708624 h 291739"/>
              <a:gd name="T114" fmla="*/ 714891 w 291288"/>
              <a:gd name="T115" fmla="*/ 3358853 h 291739"/>
              <a:gd name="T116" fmla="*/ 801841 w 291288"/>
              <a:gd name="T117" fmla="*/ 3293975 h 291739"/>
              <a:gd name="T118" fmla="*/ 1939515 w 291288"/>
              <a:gd name="T119" fmla="*/ 3293975 h 291739"/>
              <a:gd name="T120" fmla="*/ 1294593 w 291288"/>
              <a:gd name="T121" fmla="*/ 1628973 h 291739"/>
              <a:gd name="T122" fmla="*/ 2932303 w 291288"/>
              <a:gd name="T123" fmla="*/ 0 h 291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1288" h="291739">
                <a:moveTo>
                  <a:pt x="78754" y="254235"/>
                </a:moveTo>
                <a:lnTo>
                  <a:pt x="74431" y="282724"/>
                </a:lnTo>
                <a:lnTo>
                  <a:pt x="141424" y="282724"/>
                </a:lnTo>
                <a:lnTo>
                  <a:pt x="141424" y="254235"/>
                </a:lnTo>
                <a:lnTo>
                  <a:pt x="78754" y="254235"/>
                </a:lnTo>
                <a:close/>
                <a:moveTo>
                  <a:pt x="84156" y="220698"/>
                </a:moveTo>
                <a:lnTo>
                  <a:pt x="80194" y="245220"/>
                </a:lnTo>
                <a:lnTo>
                  <a:pt x="145746" y="245220"/>
                </a:lnTo>
                <a:cubicBezTo>
                  <a:pt x="147907" y="245220"/>
                  <a:pt x="150068" y="247384"/>
                  <a:pt x="150068" y="249908"/>
                </a:cubicBezTo>
                <a:lnTo>
                  <a:pt x="150068" y="282724"/>
                </a:lnTo>
                <a:lnTo>
                  <a:pt x="268205" y="282724"/>
                </a:lnTo>
                <a:lnTo>
                  <a:pt x="144666" y="220698"/>
                </a:lnTo>
                <a:lnTo>
                  <a:pt x="84156" y="220698"/>
                </a:lnTo>
                <a:close/>
                <a:moveTo>
                  <a:pt x="29050" y="220698"/>
                </a:moveTo>
                <a:lnTo>
                  <a:pt x="10321" y="282724"/>
                </a:lnTo>
                <a:lnTo>
                  <a:pt x="65427" y="282724"/>
                </a:lnTo>
                <a:lnTo>
                  <a:pt x="75512" y="220698"/>
                </a:lnTo>
                <a:lnTo>
                  <a:pt x="29050" y="220698"/>
                </a:lnTo>
                <a:close/>
                <a:moveTo>
                  <a:pt x="258120" y="206273"/>
                </a:moveTo>
                <a:lnTo>
                  <a:pt x="196530" y="237286"/>
                </a:lnTo>
                <a:lnTo>
                  <a:pt x="279730" y="278757"/>
                </a:lnTo>
                <a:lnTo>
                  <a:pt x="258120" y="206273"/>
                </a:lnTo>
                <a:close/>
                <a:moveTo>
                  <a:pt x="188607" y="173818"/>
                </a:moveTo>
                <a:cubicBezTo>
                  <a:pt x="174200" y="192930"/>
                  <a:pt x="160153" y="208076"/>
                  <a:pt x="152950" y="215289"/>
                </a:cubicBezTo>
                <a:lnTo>
                  <a:pt x="186806" y="231877"/>
                </a:lnTo>
                <a:lnTo>
                  <a:pt x="255599" y="197618"/>
                </a:lnTo>
                <a:lnTo>
                  <a:pt x="248395" y="173818"/>
                </a:lnTo>
                <a:lnTo>
                  <a:pt x="188607" y="173818"/>
                </a:lnTo>
                <a:close/>
                <a:moveTo>
                  <a:pt x="92080" y="173818"/>
                </a:moveTo>
                <a:lnTo>
                  <a:pt x="85957" y="212043"/>
                </a:lnTo>
                <a:lnTo>
                  <a:pt x="134941" y="212043"/>
                </a:lnTo>
                <a:cubicBezTo>
                  <a:pt x="127377" y="204109"/>
                  <a:pt x="115131" y="190406"/>
                  <a:pt x="102885" y="173818"/>
                </a:cubicBezTo>
                <a:lnTo>
                  <a:pt x="92080" y="173818"/>
                </a:lnTo>
                <a:close/>
                <a:moveTo>
                  <a:pt x="43096" y="173818"/>
                </a:moveTo>
                <a:lnTo>
                  <a:pt x="31571" y="212043"/>
                </a:lnTo>
                <a:lnTo>
                  <a:pt x="76953" y="212043"/>
                </a:lnTo>
                <a:lnTo>
                  <a:pt x="83076" y="173818"/>
                </a:lnTo>
                <a:lnTo>
                  <a:pt x="43096" y="173818"/>
                </a:lnTo>
                <a:close/>
                <a:moveTo>
                  <a:pt x="145746" y="51521"/>
                </a:moveTo>
                <a:cubicBezTo>
                  <a:pt x="128866" y="51521"/>
                  <a:pt x="115217" y="65592"/>
                  <a:pt x="115217" y="82550"/>
                </a:cubicBezTo>
                <a:cubicBezTo>
                  <a:pt x="115217" y="99507"/>
                  <a:pt x="128866" y="113217"/>
                  <a:pt x="145746" y="113217"/>
                </a:cubicBezTo>
                <a:cubicBezTo>
                  <a:pt x="162627" y="113217"/>
                  <a:pt x="176275" y="99507"/>
                  <a:pt x="176275" y="82550"/>
                </a:cubicBezTo>
                <a:cubicBezTo>
                  <a:pt x="176275" y="65592"/>
                  <a:pt x="162627" y="51521"/>
                  <a:pt x="145746" y="51521"/>
                </a:cubicBezTo>
                <a:close/>
                <a:moveTo>
                  <a:pt x="145746" y="42862"/>
                </a:moveTo>
                <a:cubicBezTo>
                  <a:pt x="167296" y="42862"/>
                  <a:pt x="185254" y="60541"/>
                  <a:pt x="185254" y="82550"/>
                </a:cubicBezTo>
                <a:cubicBezTo>
                  <a:pt x="185254" y="104197"/>
                  <a:pt x="167296" y="121876"/>
                  <a:pt x="145746" y="121876"/>
                </a:cubicBezTo>
                <a:cubicBezTo>
                  <a:pt x="123837" y="121876"/>
                  <a:pt x="106238" y="104197"/>
                  <a:pt x="106238" y="82550"/>
                </a:cubicBezTo>
                <a:cubicBezTo>
                  <a:pt x="106238" y="60541"/>
                  <a:pt x="123837" y="42862"/>
                  <a:pt x="145746" y="42862"/>
                </a:cubicBezTo>
                <a:close/>
                <a:moveTo>
                  <a:pt x="145746" y="8655"/>
                </a:moveTo>
                <a:cubicBezTo>
                  <a:pt x="105767" y="8655"/>
                  <a:pt x="72991" y="41471"/>
                  <a:pt x="72991" y="81500"/>
                </a:cubicBezTo>
                <a:cubicBezTo>
                  <a:pt x="72991" y="133428"/>
                  <a:pt x="131339" y="195815"/>
                  <a:pt x="145746" y="210240"/>
                </a:cubicBezTo>
                <a:cubicBezTo>
                  <a:pt x="159793" y="195815"/>
                  <a:pt x="218141" y="133068"/>
                  <a:pt x="218141" y="81500"/>
                </a:cubicBezTo>
                <a:cubicBezTo>
                  <a:pt x="218141" y="41471"/>
                  <a:pt x="185725" y="8655"/>
                  <a:pt x="145746" y="8655"/>
                </a:cubicBezTo>
                <a:close/>
                <a:moveTo>
                  <a:pt x="145746" y="0"/>
                </a:moveTo>
                <a:cubicBezTo>
                  <a:pt x="190408" y="0"/>
                  <a:pt x="226785" y="36422"/>
                  <a:pt x="226785" y="81500"/>
                </a:cubicBezTo>
                <a:cubicBezTo>
                  <a:pt x="226785" y="109628"/>
                  <a:pt x="211658" y="139920"/>
                  <a:pt x="194369" y="164802"/>
                </a:cubicBezTo>
                <a:lnTo>
                  <a:pt x="251637" y="164802"/>
                </a:lnTo>
                <a:cubicBezTo>
                  <a:pt x="253438" y="164802"/>
                  <a:pt x="255239" y="166245"/>
                  <a:pt x="255599" y="168048"/>
                </a:cubicBezTo>
                <a:lnTo>
                  <a:pt x="290896" y="285609"/>
                </a:lnTo>
                <a:cubicBezTo>
                  <a:pt x="291616" y="287051"/>
                  <a:pt x="291256" y="288494"/>
                  <a:pt x="290536" y="289936"/>
                </a:cubicBezTo>
                <a:cubicBezTo>
                  <a:pt x="289455" y="291018"/>
                  <a:pt x="288375" y="291739"/>
                  <a:pt x="286934" y="291739"/>
                </a:cubicBezTo>
                <a:lnTo>
                  <a:pt x="4198" y="291739"/>
                </a:lnTo>
                <a:cubicBezTo>
                  <a:pt x="3117" y="291739"/>
                  <a:pt x="1677" y="291018"/>
                  <a:pt x="596" y="289936"/>
                </a:cubicBezTo>
                <a:cubicBezTo>
                  <a:pt x="-124" y="288494"/>
                  <a:pt x="-124" y="287051"/>
                  <a:pt x="236" y="285609"/>
                </a:cubicBezTo>
                <a:lnTo>
                  <a:pt x="35533" y="168048"/>
                </a:lnTo>
                <a:cubicBezTo>
                  <a:pt x="36253" y="166245"/>
                  <a:pt x="37694" y="164802"/>
                  <a:pt x="39855" y="164802"/>
                </a:cubicBezTo>
                <a:lnTo>
                  <a:pt x="96402" y="164802"/>
                </a:lnTo>
                <a:cubicBezTo>
                  <a:pt x="79834" y="139920"/>
                  <a:pt x="64347" y="109628"/>
                  <a:pt x="64347" y="81500"/>
                </a:cubicBezTo>
                <a:cubicBezTo>
                  <a:pt x="64347" y="36422"/>
                  <a:pt x="100724" y="0"/>
                  <a:pt x="145746" y="0"/>
                </a:cubicBezTo>
                <a:close/>
              </a:path>
            </a:pathLst>
          </a:custGeom>
          <a:solidFill>
            <a:schemeClr val="bg1"/>
          </a:solidFill>
          <a:ln>
            <a:noFill/>
          </a:ln>
          <a:effectLst/>
        </p:spPr>
        <p:txBody>
          <a:bodyPr anchor="ctr"/>
          <a:lstStyle/>
          <a:p>
            <a:endParaRPr lang="en-US" sz="675" dirty="0"/>
          </a:p>
        </p:txBody>
      </p:sp>
      <p:sp>
        <p:nvSpPr>
          <p:cNvPr id="44" name="Freeform 950">
            <a:extLst>
              <a:ext uri="{FF2B5EF4-FFF2-40B4-BE49-F238E27FC236}">
                <a16:creationId xmlns:a16="http://schemas.microsoft.com/office/drawing/2014/main" id="{C36F645B-A4FE-764E-B0B3-EA8FCA72D594}"/>
              </a:ext>
            </a:extLst>
          </p:cNvPr>
          <p:cNvSpPr>
            <a:spLocks noChangeAspect="1" noChangeArrowheads="1"/>
          </p:cNvSpPr>
          <p:nvPr/>
        </p:nvSpPr>
        <p:spPr bwMode="auto">
          <a:xfrm>
            <a:off x="3459373" y="3450000"/>
            <a:ext cx="533752" cy="533752"/>
          </a:xfrm>
          <a:custGeom>
            <a:avLst/>
            <a:gdLst>
              <a:gd name="T0" fmla="*/ 2720448 w 291740"/>
              <a:gd name="T1" fmla="*/ 4440269 h 291739"/>
              <a:gd name="T2" fmla="*/ 2720448 w 291740"/>
              <a:gd name="T3" fmla="*/ 4559972 h 291739"/>
              <a:gd name="T4" fmla="*/ 2596118 w 291740"/>
              <a:gd name="T5" fmla="*/ 4559972 h 291739"/>
              <a:gd name="T6" fmla="*/ 2596118 w 291740"/>
              <a:gd name="T7" fmla="*/ 4440269 h 291739"/>
              <a:gd name="T8" fmla="*/ 1072569 w 291740"/>
              <a:gd name="T9" fmla="*/ 4440269 h 291739"/>
              <a:gd name="T10" fmla="*/ 1072569 w 291740"/>
              <a:gd name="T11" fmla="*/ 4559972 h 291739"/>
              <a:gd name="T12" fmla="*/ 948255 w 291740"/>
              <a:gd name="T13" fmla="*/ 4559972 h 291739"/>
              <a:gd name="T14" fmla="*/ 948255 w 291740"/>
              <a:gd name="T15" fmla="*/ 4440269 h 291739"/>
              <a:gd name="T16" fmla="*/ 1925738 w 291740"/>
              <a:gd name="T17" fmla="*/ 4496307 h 291739"/>
              <a:gd name="T18" fmla="*/ 1742923 w 291740"/>
              <a:gd name="T19" fmla="*/ 4496307 h 291739"/>
              <a:gd name="T20" fmla="*/ 453510 w 291740"/>
              <a:gd name="T21" fmla="*/ 2613220 h 291739"/>
              <a:gd name="T22" fmla="*/ 179943 w 291740"/>
              <a:gd name="T23" fmla="*/ 4801691 h 291739"/>
              <a:gd name="T24" fmla="*/ 2267603 w 291740"/>
              <a:gd name="T25" fmla="*/ 5075267 h 291739"/>
              <a:gd name="T26" fmla="*/ 3505773 w 291740"/>
              <a:gd name="T27" fmla="*/ 5579186 h 291739"/>
              <a:gd name="T28" fmla="*/ 3030652 w 291740"/>
              <a:gd name="T29" fmla="*/ 3405091 h 291739"/>
              <a:gd name="T30" fmla="*/ 1497334 w 291740"/>
              <a:gd name="T31" fmla="*/ 4103407 h 291739"/>
              <a:gd name="T32" fmla="*/ 1403730 w 291740"/>
              <a:gd name="T33" fmla="*/ 4103407 h 291739"/>
              <a:gd name="T34" fmla="*/ 1360534 w 291740"/>
              <a:gd name="T35" fmla="*/ 2613220 h 291739"/>
              <a:gd name="T36" fmla="*/ 2178112 w 291740"/>
              <a:gd name="T37" fmla="*/ 2440190 h 291739"/>
              <a:gd name="T38" fmla="*/ 4270905 w 291740"/>
              <a:gd name="T39" fmla="*/ 2527945 h 291739"/>
              <a:gd name="T40" fmla="*/ 2178112 w 291740"/>
              <a:gd name="T41" fmla="*/ 2623047 h 291739"/>
              <a:gd name="T42" fmla="*/ 2178112 w 291740"/>
              <a:gd name="T43" fmla="*/ 2440190 h 291739"/>
              <a:gd name="T44" fmla="*/ 5007846 w 291740"/>
              <a:gd name="T45" fmla="*/ 1616230 h 291739"/>
              <a:gd name="T46" fmla="*/ 5007846 w 291740"/>
              <a:gd name="T47" fmla="*/ 1798769 h 291739"/>
              <a:gd name="T48" fmla="*/ 3232371 w 291740"/>
              <a:gd name="T49" fmla="*/ 1707480 h 291739"/>
              <a:gd name="T50" fmla="*/ 2176456 w 291740"/>
              <a:gd name="T51" fmla="*/ 1616230 h 291739"/>
              <a:gd name="T52" fmla="*/ 2813320 w 291740"/>
              <a:gd name="T53" fmla="*/ 1707480 h 291739"/>
              <a:gd name="T54" fmla="*/ 2176456 w 291740"/>
              <a:gd name="T55" fmla="*/ 1798769 h 291739"/>
              <a:gd name="T56" fmla="*/ 2176456 w 291740"/>
              <a:gd name="T57" fmla="*/ 1616230 h 291739"/>
              <a:gd name="T58" fmla="*/ 5007273 w 291740"/>
              <a:gd name="T59" fmla="*/ 792232 h 291739"/>
              <a:gd name="T60" fmla="*/ 5007273 w 291740"/>
              <a:gd name="T61" fmla="*/ 974820 h 291739"/>
              <a:gd name="T62" fmla="*/ 4278102 w 291740"/>
              <a:gd name="T63" fmla="*/ 883549 h 291739"/>
              <a:gd name="T64" fmla="*/ 2177405 w 291740"/>
              <a:gd name="T65" fmla="*/ 792232 h 291739"/>
              <a:gd name="T66" fmla="*/ 3859022 w 291740"/>
              <a:gd name="T67" fmla="*/ 883549 h 291739"/>
              <a:gd name="T68" fmla="*/ 2177405 w 291740"/>
              <a:gd name="T69" fmla="*/ 974820 h 291739"/>
              <a:gd name="T70" fmla="*/ 2177405 w 291740"/>
              <a:gd name="T71" fmla="*/ 792232 h 291739"/>
              <a:gd name="T72" fmla="*/ 1626897 w 291740"/>
              <a:gd name="T73" fmla="*/ 252009 h 291739"/>
              <a:gd name="T74" fmla="*/ 1540510 w 291740"/>
              <a:gd name="T75" fmla="*/ 3873031 h 291739"/>
              <a:gd name="T76" fmla="*/ 3030652 w 291740"/>
              <a:gd name="T77" fmla="*/ 3225140 h 291739"/>
              <a:gd name="T78" fmla="*/ 5564564 w 291740"/>
              <a:gd name="T79" fmla="*/ 3145937 h 291739"/>
              <a:gd name="T80" fmla="*/ 5643767 w 291740"/>
              <a:gd name="T81" fmla="*/ 446358 h 291739"/>
              <a:gd name="T82" fmla="*/ 5370223 w 291740"/>
              <a:gd name="T83" fmla="*/ 172808 h 291739"/>
              <a:gd name="T84" fmla="*/ 1814051 w 291740"/>
              <a:gd name="T85" fmla="*/ 0 h 291739"/>
              <a:gd name="T86" fmla="*/ 5686966 w 291740"/>
              <a:gd name="T87" fmla="*/ 122423 h 291739"/>
              <a:gd name="T88" fmla="*/ 5823729 w 291740"/>
              <a:gd name="T89" fmla="*/ 2951564 h 291739"/>
              <a:gd name="T90" fmla="*/ 5370223 w 291740"/>
              <a:gd name="T91" fmla="*/ 3405091 h 291739"/>
              <a:gd name="T92" fmla="*/ 3678545 w 291740"/>
              <a:gd name="T93" fmla="*/ 5730355 h 291739"/>
              <a:gd name="T94" fmla="*/ 3592130 w 291740"/>
              <a:gd name="T95" fmla="*/ 5823931 h 291739"/>
              <a:gd name="T96" fmla="*/ 2829096 w 291740"/>
              <a:gd name="T97" fmla="*/ 5399223 h 291739"/>
              <a:gd name="T98" fmla="*/ 453510 w 291740"/>
              <a:gd name="T99" fmla="*/ 5255254 h 291739"/>
              <a:gd name="T100" fmla="*/ 0 w 291740"/>
              <a:gd name="T101" fmla="*/ 2893956 h 291739"/>
              <a:gd name="T102" fmla="*/ 1360534 w 291740"/>
              <a:gd name="T103" fmla="*/ 2433257 h 291739"/>
              <a:gd name="T104" fmla="*/ 1504513 w 291740"/>
              <a:gd name="T105" fmla="*/ 122423 h 29173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91740" h="291739">
                <a:moveTo>
                  <a:pt x="130053" y="222426"/>
                </a:moveTo>
                <a:cubicBezTo>
                  <a:pt x="131518" y="220662"/>
                  <a:pt x="134449" y="220662"/>
                  <a:pt x="136281" y="222426"/>
                </a:cubicBezTo>
                <a:cubicBezTo>
                  <a:pt x="137013" y="223484"/>
                  <a:pt x="137746" y="224190"/>
                  <a:pt x="137746" y="225601"/>
                </a:cubicBezTo>
                <a:cubicBezTo>
                  <a:pt x="137746" y="226659"/>
                  <a:pt x="137013" y="227718"/>
                  <a:pt x="136281" y="228423"/>
                </a:cubicBezTo>
                <a:cubicBezTo>
                  <a:pt x="135548" y="229482"/>
                  <a:pt x="134082" y="229834"/>
                  <a:pt x="132983" y="229834"/>
                </a:cubicBezTo>
                <a:cubicBezTo>
                  <a:pt x="131884" y="229834"/>
                  <a:pt x="130785" y="229482"/>
                  <a:pt x="130053" y="228423"/>
                </a:cubicBezTo>
                <a:cubicBezTo>
                  <a:pt x="128954" y="227718"/>
                  <a:pt x="128587" y="226659"/>
                  <a:pt x="128587" y="225601"/>
                </a:cubicBezTo>
                <a:cubicBezTo>
                  <a:pt x="128587" y="224190"/>
                  <a:pt x="128954" y="223484"/>
                  <a:pt x="130053" y="222426"/>
                </a:cubicBezTo>
                <a:close/>
                <a:moveTo>
                  <a:pt x="47502" y="222426"/>
                </a:moveTo>
                <a:cubicBezTo>
                  <a:pt x="48968" y="220662"/>
                  <a:pt x="52265" y="220662"/>
                  <a:pt x="53730" y="222426"/>
                </a:cubicBezTo>
                <a:cubicBezTo>
                  <a:pt x="54463" y="223484"/>
                  <a:pt x="55195" y="224190"/>
                  <a:pt x="55195" y="225601"/>
                </a:cubicBezTo>
                <a:cubicBezTo>
                  <a:pt x="55195" y="226659"/>
                  <a:pt x="54463" y="227718"/>
                  <a:pt x="53730" y="228423"/>
                </a:cubicBezTo>
                <a:cubicBezTo>
                  <a:pt x="52997" y="229482"/>
                  <a:pt x="51898" y="229834"/>
                  <a:pt x="50799" y="229834"/>
                </a:cubicBezTo>
                <a:cubicBezTo>
                  <a:pt x="49334" y="229834"/>
                  <a:pt x="48601" y="229482"/>
                  <a:pt x="47502" y="228423"/>
                </a:cubicBezTo>
                <a:cubicBezTo>
                  <a:pt x="46769" y="227718"/>
                  <a:pt x="46037" y="226659"/>
                  <a:pt x="46037" y="225601"/>
                </a:cubicBezTo>
                <a:cubicBezTo>
                  <a:pt x="46037" y="224190"/>
                  <a:pt x="46769" y="223484"/>
                  <a:pt x="47502" y="222426"/>
                </a:cubicBezTo>
                <a:close/>
                <a:moveTo>
                  <a:pt x="92074" y="220662"/>
                </a:moveTo>
                <a:cubicBezTo>
                  <a:pt x="94639" y="220662"/>
                  <a:pt x="96470" y="222567"/>
                  <a:pt x="96470" y="225234"/>
                </a:cubicBezTo>
                <a:cubicBezTo>
                  <a:pt x="96470" y="227520"/>
                  <a:pt x="94639" y="229806"/>
                  <a:pt x="92074" y="229806"/>
                </a:cubicBezTo>
                <a:cubicBezTo>
                  <a:pt x="89510" y="229806"/>
                  <a:pt x="87312" y="227520"/>
                  <a:pt x="87312" y="225234"/>
                </a:cubicBezTo>
                <a:cubicBezTo>
                  <a:pt x="87312" y="222567"/>
                  <a:pt x="89510" y="220662"/>
                  <a:pt x="92074" y="220662"/>
                </a:cubicBezTo>
                <a:close/>
                <a:moveTo>
                  <a:pt x="22719" y="130904"/>
                </a:moveTo>
                <a:cubicBezTo>
                  <a:pt x="15146" y="130904"/>
                  <a:pt x="9015" y="137035"/>
                  <a:pt x="9015" y="144968"/>
                </a:cubicBezTo>
                <a:lnTo>
                  <a:pt x="9015" y="240532"/>
                </a:lnTo>
                <a:cubicBezTo>
                  <a:pt x="9015" y="248105"/>
                  <a:pt x="15146" y="254235"/>
                  <a:pt x="22719" y="254235"/>
                </a:cubicBezTo>
                <a:lnTo>
                  <a:pt x="113595" y="254235"/>
                </a:lnTo>
                <a:cubicBezTo>
                  <a:pt x="124774" y="254235"/>
                  <a:pt x="135953" y="257120"/>
                  <a:pt x="145690" y="262890"/>
                </a:cubicBezTo>
                <a:lnTo>
                  <a:pt x="175621" y="279478"/>
                </a:lnTo>
                <a:lnTo>
                  <a:pt x="175621" y="170572"/>
                </a:lnTo>
                <a:lnTo>
                  <a:pt x="151820" y="170572"/>
                </a:lnTo>
                <a:cubicBezTo>
                  <a:pt x="142083" y="170572"/>
                  <a:pt x="132707" y="172736"/>
                  <a:pt x="124053" y="177784"/>
                </a:cubicBezTo>
                <a:lnTo>
                  <a:pt x="75008" y="205552"/>
                </a:lnTo>
                <a:cubicBezTo>
                  <a:pt x="74287" y="205913"/>
                  <a:pt x="73566" y="206273"/>
                  <a:pt x="72844" y="206273"/>
                </a:cubicBezTo>
                <a:cubicBezTo>
                  <a:pt x="71763" y="206273"/>
                  <a:pt x="71402" y="205913"/>
                  <a:pt x="70320" y="205552"/>
                </a:cubicBezTo>
                <a:cubicBezTo>
                  <a:pt x="69238" y="204831"/>
                  <a:pt x="68156" y="203388"/>
                  <a:pt x="68156" y="201585"/>
                </a:cubicBezTo>
                <a:lnTo>
                  <a:pt x="68156" y="130904"/>
                </a:lnTo>
                <a:lnTo>
                  <a:pt x="22719" y="130904"/>
                </a:lnTo>
                <a:close/>
                <a:moveTo>
                  <a:pt x="109113" y="122237"/>
                </a:moveTo>
                <a:lnTo>
                  <a:pt x="209613" y="122237"/>
                </a:lnTo>
                <a:cubicBezTo>
                  <a:pt x="212143" y="122237"/>
                  <a:pt x="213951" y="124435"/>
                  <a:pt x="213951" y="126633"/>
                </a:cubicBezTo>
                <a:cubicBezTo>
                  <a:pt x="213951" y="129198"/>
                  <a:pt x="212143" y="131396"/>
                  <a:pt x="209613" y="131396"/>
                </a:cubicBezTo>
                <a:lnTo>
                  <a:pt x="109113" y="131396"/>
                </a:lnTo>
                <a:cubicBezTo>
                  <a:pt x="106583" y="131396"/>
                  <a:pt x="104775" y="129198"/>
                  <a:pt x="104775" y="126633"/>
                </a:cubicBezTo>
                <a:cubicBezTo>
                  <a:pt x="104775" y="124435"/>
                  <a:pt x="106583" y="122237"/>
                  <a:pt x="109113" y="122237"/>
                </a:cubicBezTo>
                <a:close/>
                <a:moveTo>
                  <a:pt x="166282" y="80962"/>
                </a:moveTo>
                <a:lnTo>
                  <a:pt x="250868" y="80962"/>
                </a:lnTo>
                <a:cubicBezTo>
                  <a:pt x="253409" y="80962"/>
                  <a:pt x="255224" y="82867"/>
                  <a:pt x="255224" y="85534"/>
                </a:cubicBezTo>
                <a:cubicBezTo>
                  <a:pt x="255224" y="88201"/>
                  <a:pt x="253409" y="90106"/>
                  <a:pt x="250868" y="90106"/>
                </a:cubicBezTo>
                <a:lnTo>
                  <a:pt x="166282" y="90106"/>
                </a:lnTo>
                <a:cubicBezTo>
                  <a:pt x="163740" y="90106"/>
                  <a:pt x="161925" y="88201"/>
                  <a:pt x="161925" y="85534"/>
                </a:cubicBezTo>
                <a:cubicBezTo>
                  <a:pt x="161925" y="82867"/>
                  <a:pt x="163740" y="80962"/>
                  <a:pt x="166282" y="80962"/>
                </a:cubicBezTo>
                <a:close/>
                <a:moveTo>
                  <a:pt x="109029" y="80962"/>
                </a:moveTo>
                <a:lnTo>
                  <a:pt x="136324" y="80962"/>
                </a:lnTo>
                <a:cubicBezTo>
                  <a:pt x="138806" y="80962"/>
                  <a:pt x="140933" y="82867"/>
                  <a:pt x="140933" y="85534"/>
                </a:cubicBezTo>
                <a:cubicBezTo>
                  <a:pt x="140933" y="88201"/>
                  <a:pt x="138806" y="90106"/>
                  <a:pt x="136324" y="90106"/>
                </a:cubicBezTo>
                <a:lnTo>
                  <a:pt x="109029" y="90106"/>
                </a:lnTo>
                <a:cubicBezTo>
                  <a:pt x="106548" y="90106"/>
                  <a:pt x="104775" y="88201"/>
                  <a:pt x="104775" y="85534"/>
                </a:cubicBezTo>
                <a:cubicBezTo>
                  <a:pt x="104775" y="82867"/>
                  <a:pt x="106548" y="80962"/>
                  <a:pt x="109029" y="80962"/>
                </a:cubicBezTo>
                <a:close/>
                <a:moveTo>
                  <a:pt x="218695" y="39687"/>
                </a:moveTo>
                <a:lnTo>
                  <a:pt x="250839" y="39687"/>
                </a:lnTo>
                <a:cubicBezTo>
                  <a:pt x="253396" y="39687"/>
                  <a:pt x="255222" y="41592"/>
                  <a:pt x="255222" y="44259"/>
                </a:cubicBezTo>
                <a:cubicBezTo>
                  <a:pt x="255222" y="46545"/>
                  <a:pt x="253396" y="48831"/>
                  <a:pt x="250839" y="48831"/>
                </a:cubicBezTo>
                <a:lnTo>
                  <a:pt x="218695" y="48831"/>
                </a:lnTo>
                <a:cubicBezTo>
                  <a:pt x="216139" y="48831"/>
                  <a:pt x="214312" y="46545"/>
                  <a:pt x="214312" y="44259"/>
                </a:cubicBezTo>
                <a:cubicBezTo>
                  <a:pt x="214312" y="41592"/>
                  <a:pt x="216139" y="39687"/>
                  <a:pt x="218695" y="39687"/>
                </a:cubicBezTo>
                <a:close/>
                <a:moveTo>
                  <a:pt x="109077" y="39687"/>
                </a:moveTo>
                <a:lnTo>
                  <a:pt x="188657" y="39687"/>
                </a:lnTo>
                <a:cubicBezTo>
                  <a:pt x="191166" y="39687"/>
                  <a:pt x="193317" y="41592"/>
                  <a:pt x="193317" y="44259"/>
                </a:cubicBezTo>
                <a:cubicBezTo>
                  <a:pt x="193317" y="46545"/>
                  <a:pt x="191166" y="48831"/>
                  <a:pt x="188657" y="48831"/>
                </a:cubicBezTo>
                <a:lnTo>
                  <a:pt x="109077" y="48831"/>
                </a:lnTo>
                <a:cubicBezTo>
                  <a:pt x="106568" y="48831"/>
                  <a:pt x="104775" y="46545"/>
                  <a:pt x="104775" y="44259"/>
                </a:cubicBezTo>
                <a:cubicBezTo>
                  <a:pt x="104775" y="41592"/>
                  <a:pt x="106568" y="39687"/>
                  <a:pt x="109077" y="39687"/>
                </a:cubicBezTo>
                <a:close/>
                <a:moveTo>
                  <a:pt x="90875" y="8655"/>
                </a:moveTo>
                <a:cubicBezTo>
                  <a:pt x="87269" y="8655"/>
                  <a:pt x="84024" y="10097"/>
                  <a:pt x="81499" y="12622"/>
                </a:cubicBezTo>
                <a:cubicBezTo>
                  <a:pt x="78614" y="15146"/>
                  <a:pt x="77172" y="18752"/>
                  <a:pt x="77172" y="22358"/>
                </a:cubicBezTo>
                <a:lnTo>
                  <a:pt x="77172" y="194012"/>
                </a:lnTo>
                <a:lnTo>
                  <a:pt x="119725" y="169851"/>
                </a:lnTo>
                <a:cubicBezTo>
                  <a:pt x="129462" y="164442"/>
                  <a:pt x="140641" y="161557"/>
                  <a:pt x="151820" y="161557"/>
                </a:cubicBezTo>
                <a:lnTo>
                  <a:pt x="269021" y="161557"/>
                </a:lnTo>
                <a:cubicBezTo>
                  <a:pt x="272627" y="161557"/>
                  <a:pt x="276233" y="160114"/>
                  <a:pt x="278757" y="157590"/>
                </a:cubicBezTo>
                <a:cubicBezTo>
                  <a:pt x="281282" y="155066"/>
                  <a:pt x="282724" y="151459"/>
                  <a:pt x="282724" y="147853"/>
                </a:cubicBezTo>
                <a:lnTo>
                  <a:pt x="282724" y="22358"/>
                </a:lnTo>
                <a:cubicBezTo>
                  <a:pt x="282724" y="18752"/>
                  <a:pt x="281282" y="15146"/>
                  <a:pt x="278757" y="12622"/>
                </a:cubicBezTo>
                <a:cubicBezTo>
                  <a:pt x="275872" y="10097"/>
                  <a:pt x="272627" y="8655"/>
                  <a:pt x="269021" y="8655"/>
                </a:cubicBezTo>
                <a:lnTo>
                  <a:pt x="90875" y="8655"/>
                </a:lnTo>
                <a:close/>
                <a:moveTo>
                  <a:pt x="90875" y="0"/>
                </a:moveTo>
                <a:lnTo>
                  <a:pt x="269021" y="0"/>
                </a:lnTo>
                <a:cubicBezTo>
                  <a:pt x="274791" y="0"/>
                  <a:pt x="280200" y="2164"/>
                  <a:pt x="284888" y="6130"/>
                </a:cubicBezTo>
                <a:cubicBezTo>
                  <a:pt x="289215" y="10458"/>
                  <a:pt x="291740" y="16588"/>
                  <a:pt x="291740" y="22358"/>
                </a:cubicBezTo>
                <a:lnTo>
                  <a:pt x="291740" y="147853"/>
                </a:lnTo>
                <a:cubicBezTo>
                  <a:pt x="291740" y="153984"/>
                  <a:pt x="289215" y="159754"/>
                  <a:pt x="284888" y="164081"/>
                </a:cubicBezTo>
                <a:cubicBezTo>
                  <a:pt x="280560" y="168048"/>
                  <a:pt x="274791" y="170572"/>
                  <a:pt x="269021" y="170572"/>
                </a:cubicBezTo>
                <a:lnTo>
                  <a:pt x="184276" y="170572"/>
                </a:lnTo>
                <a:lnTo>
                  <a:pt x="184276" y="287051"/>
                </a:lnTo>
                <a:cubicBezTo>
                  <a:pt x="184276" y="288855"/>
                  <a:pt x="183554" y="289936"/>
                  <a:pt x="182112" y="291018"/>
                </a:cubicBezTo>
                <a:cubicBezTo>
                  <a:pt x="181751" y="291379"/>
                  <a:pt x="180670" y="291739"/>
                  <a:pt x="179948" y="291739"/>
                </a:cubicBezTo>
                <a:cubicBezTo>
                  <a:pt x="179227" y="291739"/>
                  <a:pt x="178506" y="291379"/>
                  <a:pt x="177785" y="291018"/>
                </a:cubicBezTo>
                <a:lnTo>
                  <a:pt x="141723" y="270463"/>
                </a:lnTo>
                <a:cubicBezTo>
                  <a:pt x="133068" y="265775"/>
                  <a:pt x="123331" y="263251"/>
                  <a:pt x="113595" y="263251"/>
                </a:cubicBezTo>
                <a:lnTo>
                  <a:pt x="22719" y="263251"/>
                </a:lnTo>
                <a:cubicBezTo>
                  <a:pt x="10097" y="263251"/>
                  <a:pt x="0" y="252793"/>
                  <a:pt x="0" y="240532"/>
                </a:cubicBezTo>
                <a:lnTo>
                  <a:pt x="0" y="144968"/>
                </a:lnTo>
                <a:cubicBezTo>
                  <a:pt x="0" y="131986"/>
                  <a:pt x="10097" y="121889"/>
                  <a:pt x="22719" y="121889"/>
                </a:cubicBezTo>
                <a:lnTo>
                  <a:pt x="68156" y="121889"/>
                </a:lnTo>
                <a:lnTo>
                  <a:pt x="68156" y="22358"/>
                </a:lnTo>
                <a:cubicBezTo>
                  <a:pt x="68156" y="16588"/>
                  <a:pt x="71041" y="10458"/>
                  <a:pt x="75369" y="6130"/>
                </a:cubicBezTo>
                <a:cubicBezTo>
                  <a:pt x="79696" y="2164"/>
                  <a:pt x="85466" y="0"/>
                  <a:pt x="90875" y="0"/>
                </a:cubicBezTo>
                <a:close/>
              </a:path>
            </a:pathLst>
          </a:custGeom>
          <a:solidFill>
            <a:schemeClr val="bg1"/>
          </a:solidFill>
          <a:ln>
            <a:noFill/>
          </a:ln>
          <a:effectLst/>
        </p:spPr>
        <p:txBody>
          <a:bodyPr anchor="ctr"/>
          <a:lstStyle/>
          <a:p>
            <a:endParaRPr lang="en-US" sz="675" dirty="0"/>
          </a:p>
        </p:txBody>
      </p:sp>
      <p:sp>
        <p:nvSpPr>
          <p:cNvPr id="45" name="TextBox 44">
            <a:extLst>
              <a:ext uri="{FF2B5EF4-FFF2-40B4-BE49-F238E27FC236}">
                <a16:creationId xmlns:a16="http://schemas.microsoft.com/office/drawing/2014/main" id="{D4D80FA1-E83D-DD49-8323-22099FC41B7C}"/>
              </a:ext>
            </a:extLst>
          </p:cNvPr>
          <p:cNvSpPr txBox="1"/>
          <p:nvPr/>
        </p:nvSpPr>
        <p:spPr>
          <a:xfrm>
            <a:off x="69009" y="888349"/>
            <a:ext cx="2683549" cy="707886"/>
          </a:xfrm>
          <a:prstGeom prst="rect">
            <a:avLst/>
          </a:prstGeom>
          <a:noFill/>
        </p:spPr>
        <p:txBody>
          <a:bodyPr wrap="square" rtlCol="0" anchor="b" anchorCtr="0">
            <a:spAutoFit/>
          </a:bodyPr>
          <a:lstStyle/>
          <a:p>
            <a:pPr algn="r"/>
            <a:r>
              <a:rPr lang="en-US" sz="2000" b="1" dirty="0">
                <a:solidFill>
                  <a:srgbClr val="8B0E54"/>
                </a:solidFill>
                <a:latin typeface="Franklin Gothic Book" panose="020B0503020102020204" pitchFamily="34" charset="0"/>
                <a:ea typeface="League Spartan" charset="0"/>
                <a:cs typeface="Poppins" pitchFamily="2" charset="77"/>
              </a:rPr>
              <a:t>Most Profitable Customer</a:t>
            </a:r>
          </a:p>
        </p:txBody>
      </p:sp>
      <p:sp>
        <p:nvSpPr>
          <p:cNvPr id="46" name="Subtitle 2">
            <a:extLst>
              <a:ext uri="{FF2B5EF4-FFF2-40B4-BE49-F238E27FC236}">
                <a16:creationId xmlns:a16="http://schemas.microsoft.com/office/drawing/2014/main" id="{90F33A03-C473-844E-99D4-EBD4D1A77443}"/>
              </a:ext>
            </a:extLst>
          </p:cNvPr>
          <p:cNvSpPr txBox="1">
            <a:spLocks/>
          </p:cNvSpPr>
          <p:nvPr/>
        </p:nvSpPr>
        <p:spPr>
          <a:xfrm>
            <a:off x="570581" y="1620309"/>
            <a:ext cx="1956132" cy="534762"/>
          </a:xfrm>
          <a:prstGeom prst="rect">
            <a:avLst/>
          </a:prstGeom>
        </p:spPr>
        <p:txBody>
          <a:bodyPr vert="horz" wrap="square" lIns="34290" tIns="17145" rIns="34290" bIns="17145"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1313"/>
              </a:lnSpc>
            </a:pPr>
            <a:r>
              <a:rPr lang="en-US" sz="12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What are segments or customers that our your most profitable</a:t>
            </a:r>
          </a:p>
        </p:txBody>
      </p:sp>
      <p:sp>
        <p:nvSpPr>
          <p:cNvPr id="47" name="TextBox 46">
            <a:extLst>
              <a:ext uri="{FF2B5EF4-FFF2-40B4-BE49-F238E27FC236}">
                <a16:creationId xmlns:a16="http://schemas.microsoft.com/office/drawing/2014/main" id="{02308F89-FA6A-C44F-84A0-306010E79F69}"/>
              </a:ext>
            </a:extLst>
          </p:cNvPr>
          <p:cNvSpPr txBox="1"/>
          <p:nvPr/>
        </p:nvSpPr>
        <p:spPr>
          <a:xfrm>
            <a:off x="952372" y="3237899"/>
            <a:ext cx="1574341" cy="400110"/>
          </a:xfrm>
          <a:prstGeom prst="rect">
            <a:avLst/>
          </a:prstGeom>
          <a:noFill/>
        </p:spPr>
        <p:txBody>
          <a:bodyPr wrap="none" rtlCol="0" anchor="b" anchorCtr="0">
            <a:spAutoFit/>
          </a:bodyPr>
          <a:lstStyle/>
          <a:p>
            <a:pPr algn="r"/>
            <a:r>
              <a:rPr lang="en-US" sz="2000" b="1" dirty="0">
                <a:solidFill>
                  <a:srgbClr val="8B0E54"/>
                </a:solidFill>
                <a:latin typeface="Franklin Gothic Book" panose="020B0503020102020204" pitchFamily="34" charset="0"/>
                <a:ea typeface="League Spartan" charset="0"/>
                <a:cs typeface="Poppins" pitchFamily="2" charset="77"/>
              </a:rPr>
              <a:t>Impact focus</a:t>
            </a:r>
          </a:p>
        </p:txBody>
      </p:sp>
      <p:sp>
        <p:nvSpPr>
          <p:cNvPr id="48" name="Subtitle 2">
            <a:extLst>
              <a:ext uri="{FF2B5EF4-FFF2-40B4-BE49-F238E27FC236}">
                <a16:creationId xmlns:a16="http://schemas.microsoft.com/office/drawing/2014/main" id="{F2EDDF3B-E404-4247-8869-4D0EDE68CCC3}"/>
              </a:ext>
            </a:extLst>
          </p:cNvPr>
          <p:cNvSpPr txBox="1">
            <a:spLocks/>
          </p:cNvSpPr>
          <p:nvPr/>
        </p:nvSpPr>
        <p:spPr>
          <a:xfrm>
            <a:off x="570581" y="3675153"/>
            <a:ext cx="1956132" cy="201337"/>
          </a:xfrm>
          <a:prstGeom prst="rect">
            <a:avLst/>
          </a:prstGeom>
        </p:spPr>
        <p:txBody>
          <a:bodyPr vert="horz" wrap="square" lIns="34290" tIns="17145" rIns="34290" bIns="17145"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1313"/>
              </a:lnSpc>
            </a:pPr>
            <a:r>
              <a:rPr lang="en-US" sz="12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Do less make it mean more</a:t>
            </a:r>
          </a:p>
        </p:txBody>
      </p:sp>
      <p:sp>
        <p:nvSpPr>
          <p:cNvPr id="49" name="TextBox 48">
            <a:extLst>
              <a:ext uri="{FF2B5EF4-FFF2-40B4-BE49-F238E27FC236}">
                <a16:creationId xmlns:a16="http://schemas.microsoft.com/office/drawing/2014/main" id="{14A2FE99-3D60-D04D-B1C2-FAB33756D673}"/>
              </a:ext>
            </a:extLst>
          </p:cNvPr>
          <p:cNvSpPr txBox="1"/>
          <p:nvPr/>
        </p:nvSpPr>
        <p:spPr>
          <a:xfrm>
            <a:off x="6616368" y="2210477"/>
            <a:ext cx="2070760" cy="400110"/>
          </a:xfrm>
          <a:prstGeom prst="rect">
            <a:avLst/>
          </a:prstGeom>
          <a:noFill/>
        </p:spPr>
        <p:txBody>
          <a:bodyPr wrap="none" rtlCol="0" anchor="b" anchorCtr="0">
            <a:spAutoFit/>
          </a:bodyPr>
          <a:lstStyle/>
          <a:p>
            <a:r>
              <a:rPr lang="en-US" sz="2000" b="1" dirty="0">
                <a:solidFill>
                  <a:srgbClr val="8B0E54"/>
                </a:solidFill>
                <a:latin typeface="Franklin Gothic Book" panose="020B0503020102020204" pitchFamily="34" charset="0"/>
                <a:ea typeface="League Spartan" charset="0"/>
                <a:cs typeface="Poppins" pitchFamily="2" charset="77"/>
              </a:rPr>
              <a:t>Having a Strategy</a:t>
            </a:r>
          </a:p>
        </p:txBody>
      </p:sp>
      <p:sp>
        <p:nvSpPr>
          <p:cNvPr id="50" name="Subtitle 2">
            <a:extLst>
              <a:ext uri="{FF2B5EF4-FFF2-40B4-BE49-F238E27FC236}">
                <a16:creationId xmlns:a16="http://schemas.microsoft.com/office/drawing/2014/main" id="{B941DFC1-C55E-7340-9462-2926E3D84104}"/>
              </a:ext>
            </a:extLst>
          </p:cNvPr>
          <p:cNvSpPr txBox="1">
            <a:spLocks/>
          </p:cNvSpPr>
          <p:nvPr/>
        </p:nvSpPr>
        <p:spPr>
          <a:xfrm>
            <a:off x="6730996" y="2688328"/>
            <a:ext cx="1956132" cy="1108765"/>
          </a:xfrm>
          <a:prstGeom prst="rect">
            <a:avLst/>
          </a:prstGeom>
        </p:spPr>
        <p:txBody>
          <a:bodyPr vert="horz" wrap="square" lIns="34290" tIns="17145" rIns="34290" bIns="17145"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13"/>
              </a:lnSpc>
            </a:pPr>
            <a:r>
              <a:rPr lang="en-US" sz="12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What is the strategy ALIGNED to the financial goal.      </a:t>
            </a:r>
          </a:p>
          <a:p>
            <a:pPr algn="l">
              <a:lnSpc>
                <a:spcPts val="1313"/>
              </a:lnSpc>
            </a:pPr>
            <a:endParaRPr lang="en-US" sz="12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endParaRPr>
          </a:p>
          <a:p>
            <a:pPr algn="l">
              <a:lnSpc>
                <a:spcPts val="1313"/>
              </a:lnSpc>
            </a:pPr>
            <a:r>
              <a:rPr lang="en-US" sz="1200" i="1"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Strategy is not tactics and it is not a financial goal.</a:t>
            </a:r>
          </a:p>
        </p:txBody>
      </p:sp>
      <p:sp>
        <p:nvSpPr>
          <p:cNvPr id="3" name="Title 2">
            <a:extLst>
              <a:ext uri="{FF2B5EF4-FFF2-40B4-BE49-F238E27FC236}">
                <a16:creationId xmlns:a16="http://schemas.microsoft.com/office/drawing/2014/main" id="{6632BD26-0C3F-BD48-AD56-735E649138C2}"/>
              </a:ext>
            </a:extLst>
          </p:cNvPr>
          <p:cNvSpPr>
            <a:spLocks noGrp="1"/>
          </p:cNvSpPr>
          <p:nvPr>
            <p:ph type="title"/>
          </p:nvPr>
        </p:nvSpPr>
        <p:spPr>
          <a:xfrm>
            <a:off x="1739542" y="45315"/>
            <a:ext cx="6055407" cy="830997"/>
          </a:xfrm>
        </p:spPr>
        <p:txBody>
          <a:bodyPr/>
          <a:lstStyle/>
          <a:p>
            <a:r>
              <a:rPr lang="en-US" dirty="0"/>
              <a:t>Strategy isn’t something, it is everything</a:t>
            </a:r>
          </a:p>
        </p:txBody>
      </p:sp>
    </p:spTree>
    <p:extLst>
      <p:ext uri="{BB962C8B-B14F-4D97-AF65-F5344CB8AC3E}">
        <p14:creationId xmlns:p14="http://schemas.microsoft.com/office/powerpoint/2010/main" val="673757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vintage photo of a train&#10;&#10;Description automatically generated">
            <a:extLst>
              <a:ext uri="{FF2B5EF4-FFF2-40B4-BE49-F238E27FC236}">
                <a16:creationId xmlns:a16="http://schemas.microsoft.com/office/drawing/2014/main" id="{C61372A6-50FF-AC4C-B82C-335C5DF3E329}"/>
              </a:ext>
            </a:extLst>
          </p:cNvPr>
          <p:cNvPicPr>
            <a:picLocks noChangeAspect="1"/>
          </p:cNvPicPr>
          <p:nvPr/>
        </p:nvPicPr>
        <p:blipFill rotWithShape="1">
          <a:blip r:embed="rId3">
            <a:extLst>
              <a:ext uri="{28A0092B-C50C-407E-A947-70E740481C1C}">
                <a14:useLocalDpi xmlns:a14="http://schemas.microsoft.com/office/drawing/2010/main" val="0"/>
              </a:ext>
            </a:extLst>
          </a:blip>
          <a:srcRect l="15663" t="-117" r="12048" b="117"/>
          <a:stretch/>
        </p:blipFill>
        <p:spPr>
          <a:xfrm>
            <a:off x="0" y="-8828"/>
            <a:ext cx="4572000" cy="5143500"/>
          </a:xfrm>
          <a:prstGeom prst="rect">
            <a:avLst/>
          </a:prstGeom>
        </p:spPr>
      </p:pic>
      <p:sp>
        <p:nvSpPr>
          <p:cNvPr id="6" name="TextBox 5">
            <a:extLst>
              <a:ext uri="{FF2B5EF4-FFF2-40B4-BE49-F238E27FC236}">
                <a16:creationId xmlns:a16="http://schemas.microsoft.com/office/drawing/2014/main" id="{61E7EAE7-9219-6D4A-87A8-2D13856D4B8B}"/>
              </a:ext>
            </a:extLst>
          </p:cNvPr>
          <p:cNvSpPr txBox="1"/>
          <p:nvPr/>
        </p:nvSpPr>
        <p:spPr>
          <a:xfrm>
            <a:off x="5181600" y="1352550"/>
            <a:ext cx="3276600" cy="923330"/>
          </a:xfrm>
          <a:prstGeom prst="rect">
            <a:avLst/>
          </a:prstGeom>
          <a:noFill/>
        </p:spPr>
        <p:txBody>
          <a:bodyPr wrap="square" rtlCol="0">
            <a:spAutoFit/>
          </a:bodyPr>
          <a:lstStyle/>
          <a:p>
            <a:r>
              <a:rPr lang="en-US" dirty="0"/>
              <a:t>Move From:</a:t>
            </a:r>
          </a:p>
          <a:p>
            <a:endParaRPr lang="en-US" dirty="0"/>
          </a:p>
          <a:p>
            <a:r>
              <a:rPr lang="en-US" dirty="0"/>
              <a:t>Activity based Focus</a:t>
            </a:r>
          </a:p>
        </p:txBody>
      </p:sp>
      <p:pic>
        <p:nvPicPr>
          <p:cNvPr id="3" name="Picture 2" descr="A picture containing sitting, apple, bowl, different&#10;&#10;Description automatically generated">
            <a:extLst>
              <a:ext uri="{FF2B5EF4-FFF2-40B4-BE49-F238E27FC236}">
                <a16:creationId xmlns:a16="http://schemas.microsoft.com/office/drawing/2014/main" id="{841AAC8F-41E0-C746-92A8-682CAFFC8BD6}"/>
              </a:ext>
            </a:extLst>
          </p:cNvPr>
          <p:cNvPicPr>
            <a:picLocks noChangeAspect="1"/>
          </p:cNvPicPr>
          <p:nvPr/>
        </p:nvPicPr>
        <p:blipFill rotWithShape="1">
          <a:blip r:embed="rId4">
            <a:extLst>
              <a:ext uri="{28A0092B-C50C-407E-A947-70E740481C1C}">
                <a14:useLocalDpi xmlns:a14="http://schemas.microsoft.com/office/drawing/2010/main" val="0"/>
              </a:ext>
            </a:extLst>
          </a:blip>
          <a:srcRect r="16667"/>
          <a:stretch/>
        </p:blipFill>
        <p:spPr>
          <a:xfrm>
            <a:off x="4343400" y="-8828"/>
            <a:ext cx="4953000" cy="5143500"/>
          </a:xfrm>
          <a:prstGeom prst="rect">
            <a:avLst/>
          </a:prstGeom>
        </p:spPr>
      </p:pic>
    </p:spTree>
    <p:extLst>
      <p:ext uri="{BB962C8B-B14F-4D97-AF65-F5344CB8AC3E}">
        <p14:creationId xmlns:p14="http://schemas.microsoft.com/office/powerpoint/2010/main" val="171265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grass, outdoor, animal, mammal&#10;&#10;Description automatically generated">
            <a:extLst>
              <a:ext uri="{FF2B5EF4-FFF2-40B4-BE49-F238E27FC236}">
                <a16:creationId xmlns:a16="http://schemas.microsoft.com/office/drawing/2014/main" id="{5515A7B4-830A-2347-BBEB-4C344A4EEC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501274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E43219-332F-1645-9F5F-EDEAA11D85CC}"/>
              </a:ext>
            </a:extLst>
          </p:cNvPr>
          <p:cNvSpPr>
            <a:spLocks noGrp="1"/>
          </p:cNvSpPr>
          <p:nvPr>
            <p:ph type="title"/>
          </p:nvPr>
        </p:nvSpPr>
        <p:spPr>
          <a:xfrm>
            <a:off x="2782824" y="111579"/>
            <a:ext cx="3578352" cy="415498"/>
          </a:xfrm>
        </p:spPr>
        <p:txBody>
          <a:bodyPr/>
          <a:lstStyle/>
          <a:p>
            <a:r>
              <a:rPr lang="en-US" sz="2700" dirty="0"/>
              <a:t>a step-wise approach  </a:t>
            </a:r>
          </a:p>
        </p:txBody>
      </p:sp>
      <p:sp>
        <p:nvSpPr>
          <p:cNvPr id="11" name="Freeform 10">
            <a:extLst>
              <a:ext uri="{FF2B5EF4-FFF2-40B4-BE49-F238E27FC236}">
                <a16:creationId xmlns:a16="http://schemas.microsoft.com/office/drawing/2014/main" id="{AB5017C6-B542-BC4D-8535-82B94C62CF18}"/>
              </a:ext>
            </a:extLst>
          </p:cNvPr>
          <p:cNvSpPr/>
          <p:nvPr/>
        </p:nvSpPr>
        <p:spPr>
          <a:xfrm>
            <a:off x="311558" y="1260795"/>
            <a:ext cx="2523610" cy="3610307"/>
          </a:xfrm>
          <a:custGeom>
            <a:avLst/>
            <a:gdLst>
              <a:gd name="connsiteX0" fmla="*/ 0 w 4855912"/>
              <a:gd name="connsiteY0" fmla="*/ 9143998 h 9144000"/>
              <a:gd name="connsiteX1" fmla="*/ 4855912 w 4855912"/>
              <a:gd name="connsiteY1" fmla="*/ 9143998 h 9144000"/>
              <a:gd name="connsiteX2" fmla="*/ 4855912 w 4855912"/>
              <a:gd name="connsiteY2" fmla="*/ 9144000 h 9144000"/>
              <a:gd name="connsiteX3" fmla="*/ 0 w 4855912"/>
              <a:gd name="connsiteY3" fmla="*/ 9144000 h 9144000"/>
              <a:gd name="connsiteX4" fmla="*/ 0 w 4855912"/>
              <a:gd name="connsiteY4" fmla="*/ 0 h 9144000"/>
              <a:gd name="connsiteX5" fmla="*/ 4855912 w 4855912"/>
              <a:gd name="connsiteY5" fmla="*/ 0 h 9144000"/>
              <a:gd name="connsiteX6" fmla="*/ 4855912 w 4855912"/>
              <a:gd name="connsiteY6" fmla="*/ 4215866 h 9144000"/>
              <a:gd name="connsiteX7" fmla="*/ 2427956 w 4855912"/>
              <a:gd name="connsiteY7" fmla="*/ 2983833 h 9144000"/>
              <a:gd name="connsiteX8" fmla="*/ 0 w 4855912"/>
              <a:gd name="connsiteY8" fmla="*/ 4215866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5912" h="9144000">
                <a:moveTo>
                  <a:pt x="0" y="9143998"/>
                </a:moveTo>
                <a:lnTo>
                  <a:pt x="4855912" y="9143998"/>
                </a:lnTo>
                <a:lnTo>
                  <a:pt x="4855912" y="9144000"/>
                </a:lnTo>
                <a:lnTo>
                  <a:pt x="0" y="9144000"/>
                </a:lnTo>
                <a:close/>
                <a:moveTo>
                  <a:pt x="0" y="0"/>
                </a:moveTo>
                <a:lnTo>
                  <a:pt x="4855912" y="0"/>
                </a:lnTo>
                <a:lnTo>
                  <a:pt x="4855912" y="4215866"/>
                </a:lnTo>
                <a:lnTo>
                  <a:pt x="2427956" y="2983833"/>
                </a:lnTo>
                <a:lnTo>
                  <a:pt x="0" y="4215866"/>
                </a:lnTo>
                <a:close/>
              </a:path>
            </a:pathLst>
          </a:custGeom>
          <a:pattFill prst="pct5">
            <a:fgClr>
              <a:schemeClr val="accent1"/>
            </a:fgClr>
            <a:bgClr>
              <a:schemeClr val="bg1"/>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latin typeface="Franklin Gothic Book" panose="020B0503020102020204" pitchFamily="34" charset="0"/>
              </a:rPr>
              <a:t> </a:t>
            </a:r>
          </a:p>
        </p:txBody>
      </p:sp>
      <p:sp>
        <p:nvSpPr>
          <p:cNvPr id="26" name="TextBox 25">
            <a:extLst>
              <a:ext uri="{FF2B5EF4-FFF2-40B4-BE49-F238E27FC236}">
                <a16:creationId xmlns:a16="http://schemas.microsoft.com/office/drawing/2014/main" id="{9928441E-947B-8945-8322-AB9E66F84F32}"/>
              </a:ext>
            </a:extLst>
          </p:cNvPr>
          <p:cNvSpPr txBox="1"/>
          <p:nvPr/>
        </p:nvSpPr>
        <p:spPr>
          <a:xfrm>
            <a:off x="1087588" y="1357657"/>
            <a:ext cx="971549" cy="646331"/>
          </a:xfrm>
          <a:prstGeom prst="rect">
            <a:avLst/>
          </a:prstGeom>
          <a:noFill/>
        </p:spPr>
        <p:txBody>
          <a:bodyPr wrap="square" rtlCol="0">
            <a:spAutoFit/>
          </a:bodyPr>
          <a:lstStyle/>
          <a:p>
            <a:pPr algn="ctr"/>
            <a:r>
              <a:rPr lang="en-US" dirty="0">
                <a:latin typeface="Franklin Gothic Book" panose="020B0503020102020204" pitchFamily="34" charset="0"/>
              </a:rPr>
              <a:t>1  </a:t>
            </a:r>
          </a:p>
          <a:p>
            <a:pPr algn="ctr"/>
            <a:r>
              <a:rPr lang="en-US" dirty="0">
                <a:latin typeface="Franklin Gothic Book" panose="020B0503020102020204" pitchFamily="34" charset="0"/>
              </a:rPr>
              <a:t>Retreat</a:t>
            </a:r>
          </a:p>
        </p:txBody>
      </p:sp>
      <p:sp>
        <p:nvSpPr>
          <p:cNvPr id="27" name="Freeform 26">
            <a:extLst>
              <a:ext uri="{FF2B5EF4-FFF2-40B4-BE49-F238E27FC236}">
                <a16:creationId xmlns:a16="http://schemas.microsoft.com/office/drawing/2014/main" id="{7F75C7FE-BAB9-3749-AFD8-ACE61CE8D260}"/>
              </a:ext>
            </a:extLst>
          </p:cNvPr>
          <p:cNvSpPr/>
          <p:nvPr/>
        </p:nvSpPr>
        <p:spPr>
          <a:xfrm>
            <a:off x="3175497" y="1260796"/>
            <a:ext cx="2598380" cy="3610306"/>
          </a:xfrm>
          <a:custGeom>
            <a:avLst/>
            <a:gdLst>
              <a:gd name="connsiteX0" fmla="*/ 0 w 4855912"/>
              <a:gd name="connsiteY0" fmla="*/ 9143998 h 9144000"/>
              <a:gd name="connsiteX1" fmla="*/ 4855912 w 4855912"/>
              <a:gd name="connsiteY1" fmla="*/ 9143998 h 9144000"/>
              <a:gd name="connsiteX2" fmla="*/ 4855912 w 4855912"/>
              <a:gd name="connsiteY2" fmla="*/ 9144000 h 9144000"/>
              <a:gd name="connsiteX3" fmla="*/ 0 w 4855912"/>
              <a:gd name="connsiteY3" fmla="*/ 9144000 h 9144000"/>
              <a:gd name="connsiteX4" fmla="*/ 0 w 4855912"/>
              <a:gd name="connsiteY4" fmla="*/ 0 h 9144000"/>
              <a:gd name="connsiteX5" fmla="*/ 4855912 w 4855912"/>
              <a:gd name="connsiteY5" fmla="*/ 0 h 9144000"/>
              <a:gd name="connsiteX6" fmla="*/ 4855912 w 4855912"/>
              <a:gd name="connsiteY6" fmla="*/ 4215866 h 9144000"/>
              <a:gd name="connsiteX7" fmla="*/ 2427956 w 4855912"/>
              <a:gd name="connsiteY7" fmla="*/ 2983833 h 9144000"/>
              <a:gd name="connsiteX8" fmla="*/ 0 w 4855912"/>
              <a:gd name="connsiteY8" fmla="*/ 4215866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5912" h="9144000">
                <a:moveTo>
                  <a:pt x="0" y="9143998"/>
                </a:moveTo>
                <a:lnTo>
                  <a:pt x="4855912" y="9143998"/>
                </a:lnTo>
                <a:lnTo>
                  <a:pt x="4855912" y="9144000"/>
                </a:lnTo>
                <a:lnTo>
                  <a:pt x="0" y="9144000"/>
                </a:lnTo>
                <a:close/>
                <a:moveTo>
                  <a:pt x="0" y="0"/>
                </a:moveTo>
                <a:lnTo>
                  <a:pt x="4855912" y="0"/>
                </a:lnTo>
                <a:lnTo>
                  <a:pt x="4855912" y="4215866"/>
                </a:lnTo>
                <a:lnTo>
                  <a:pt x="2427956" y="2983833"/>
                </a:lnTo>
                <a:lnTo>
                  <a:pt x="0" y="4215866"/>
                </a:lnTo>
                <a:close/>
              </a:path>
            </a:pathLst>
          </a:custGeom>
          <a:gradFill>
            <a:gsLst>
              <a:gs pos="0">
                <a:schemeClr val="accent1">
                  <a:lumMod val="5000"/>
                  <a:lumOff val="95000"/>
                  <a:alpha val="86000"/>
                </a:schemeClr>
              </a:gs>
              <a:gs pos="74000">
                <a:srgbClr val="B52372"/>
              </a:gs>
              <a:gs pos="83000">
                <a:schemeClr val="accent1">
                  <a:lumMod val="45000"/>
                  <a:lumOff val="55000"/>
                </a:schemeClr>
              </a:gs>
              <a:gs pos="100000">
                <a:schemeClr val="accent1">
                  <a:lumMod val="30000"/>
                  <a:lumOff val="70000"/>
                </a:schemeClr>
              </a:gs>
            </a:gsLst>
            <a:lin ang="54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Franklin Gothic Book" panose="020B0503020102020204" pitchFamily="34" charset="0"/>
            </a:endParaRPr>
          </a:p>
        </p:txBody>
      </p:sp>
      <p:sp>
        <p:nvSpPr>
          <p:cNvPr id="28" name="Freeform 27">
            <a:extLst>
              <a:ext uri="{FF2B5EF4-FFF2-40B4-BE49-F238E27FC236}">
                <a16:creationId xmlns:a16="http://schemas.microsoft.com/office/drawing/2014/main" id="{63F6271A-3A7A-7D4D-8E17-D105E7B295B8}"/>
              </a:ext>
            </a:extLst>
          </p:cNvPr>
          <p:cNvSpPr/>
          <p:nvPr/>
        </p:nvSpPr>
        <p:spPr>
          <a:xfrm>
            <a:off x="6114205" y="1251654"/>
            <a:ext cx="2523610" cy="3619448"/>
          </a:xfrm>
          <a:custGeom>
            <a:avLst/>
            <a:gdLst>
              <a:gd name="connsiteX0" fmla="*/ 0 w 4855912"/>
              <a:gd name="connsiteY0" fmla="*/ 9143998 h 9144000"/>
              <a:gd name="connsiteX1" fmla="*/ 4855912 w 4855912"/>
              <a:gd name="connsiteY1" fmla="*/ 9143998 h 9144000"/>
              <a:gd name="connsiteX2" fmla="*/ 4855912 w 4855912"/>
              <a:gd name="connsiteY2" fmla="*/ 9144000 h 9144000"/>
              <a:gd name="connsiteX3" fmla="*/ 0 w 4855912"/>
              <a:gd name="connsiteY3" fmla="*/ 9144000 h 9144000"/>
              <a:gd name="connsiteX4" fmla="*/ 0 w 4855912"/>
              <a:gd name="connsiteY4" fmla="*/ 0 h 9144000"/>
              <a:gd name="connsiteX5" fmla="*/ 4855912 w 4855912"/>
              <a:gd name="connsiteY5" fmla="*/ 0 h 9144000"/>
              <a:gd name="connsiteX6" fmla="*/ 4855912 w 4855912"/>
              <a:gd name="connsiteY6" fmla="*/ 4215866 h 9144000"/>
              <a:gd name="connsiteX7" fmla="*/ 2427956 w 4855912"/>
              <a:gd name="connsiteY7" fmla="*/ 2983833 h 9144000"/>
              <a:gd name="connsiteX8" fmla="*/ 0 w 4855912"/>
              <a:gd name="connsiteY8" fmla="*/ 4215866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5912" h="9144000">
                <a:moveTo>
                  <a:pt x="0" y="9143998"/>
                </a:moveTo>
                <a:lnTo>
                  <a:pt x="4855912" y="9143998"/>
                </a:lnTo>
                <a:lnTo>
                  <a:pt x="4855912" y="9144000"/>
                </a:lnTo>
                <a:lnTo>
                  <a:pt x="0" y="9144000"/>
                </a:lnTo>
                <a:close/>
                <a:moveTo>
                  <a:pt x="0" y="0"/>
                </a:moveTo>
                <a:lnTo>
                  <a:pt x="4855912" y="0"/>
                </a:lnTo>
                <a:lnTo>
                  <a:pt x="4855912" y="4215866"/>
                </a:lnTo>
                <a:lnTo>
                  <a:pt x="2427956" y="2983833"/>
                </a:lnTo>
                <a:lnTo>
                  <a:pt x="0" y="4215866"/>
                </a:lnTo>
                <a:close/>
              </a:path>
            </a:pathLst>
          </a:custGeom>
          <a:pattFill prst="pct5">
            <a:fgClr>
              <a:srgbClr val="555759"/>
            </a:fgClr>
            <a:bgClr>
              <a:schemeClr val="bg1"/>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Franklin Gothic Book" panose="020B0503020102020204" pitchFamily="34" charset="0"/>
            </a:endParaRPr>
          </a:p>
        </p:txBody>
      </p:sp>
      <p:sp>
        <p:nvSpPr>
          <p:cNvPr id="30" name="TextBox 29">
            <a:extLst>
              <a:ext uri="{FF2B5EF4-FFF2-40B4-BE49-F238E27FC236}">
                <a16:creationId xmlns:a16="http://schemas.microsoft.com/office/drawing/2014/main" id="{60168FE9-F8AE-A245-B58C-35B8203C179F}"/>
              </a:ext>
            </a:extLst>
          </p:cNvPr>
          <p:cNvSpPr txBox="1"/>
          <p:nvPr/>
        </p:nvSpPr>
        <p:spPr>
          <a:xfrm>
            <a:off x="3952654" y="1357657"/>
            <a:ext cx="1044065" cy="646331"/>
          </a:xfrm>
          <a:prstGeom prst="rect">
            <a:avLst/>
          </a:prstGeom>
          <a:noFill/>
        </p:spPr>
        <p:txBody>
          <a:bodyPr wrap="square" rtlCol="0">
            <a:spAutoFit/>
          </a:bodyPr>
          <a:lstStyle/>
          <a:p>
            <a:pPr algn="ctr"/>
            <a:r>
              <a:rPr lang="en-US" dirty="0">
                <a:latin typeface="Franklin Gothic Book" panose="020B0503020102020204" pitchFamily="34" charset="0"/>
              </a:rPr>
              <a:t>2 </a:t>
            </a:r>
          </a:p>
          <a:p>
            <a:pPr algn="ctr"/>
            <a:r>
              <a:rPr lang="en-US" dirty="0">
                <a:latin typeface="Franklin Gothic Book" panose="020B0503020102020204" pitchFamily="34" charset="0"/>
              </a:rPr>
              <a:t>Reinvent</a:t>
            </a:r>
          </a:p>
        </p:txBody>
      </p:sp>
      <p:sp>
        <p:nvSpPr>
          <p:cNvPr id="31" name="TextBox 30">
            <a:extLst>
              <a:ext uri="{FF2B5EF4-FFF2-40B4-BE49-F238E27FC236}">
                <a16:creationId xmlns:a16="http://schemas.microsoft.com/office/drawing/2014/main" id="{F5773FD8-49E4-D44E-AFF9-0ADE31054A7E}"/>
              </a:ext>
            </a:extLst>
          </p:cNvPr>
          <p:cNvSpPr txBox="1"/>
          <p:nvPr/>
        </p:nvSpPr>
        <p:spPr>
          <a:xfrm>
            <a:off x="6669565" y="1428835"/>
            <a:ext cx="1271348" cy="646331"/>
          </a:xfrm>
          <a:prstGeom prst="rect">
            <a:avLst/>
          </a:prstGeom>
          <a:noFill/>
        </p:spPr>
        <p:txBody>
          <a:bodyPr wrap="square" rtlCol="0">
            <a:spAutoFit/>
          </a:bodyPr>
          <a:lstStyle/>
          <a:p>
            <a:pPr algn="ctr"/>
            <a:r>
              <a:rPr lang="en-US" dirty="0">
                <a:latin typeface="Franklin Gothic Book" panose="020B0503020102020204" pitchFamily="34" charset="0"/>
              </a:rPr>
              <a:t> 3</a:t>
            </a:r>
          </a:p>
          <a:p>
            <a:pPr algn="ctr"/>
            <a:r>
              <a:rPr lang="en-US" dirty="0">
                <a:latin typeface="Franklin Gothic Book" panose="020B0503020102020204" pitchFamily="34" charset="0"/>
              </a:rPr>
              <a:t>Return</a:t>
            </a:r>
          </a:p>
        </p:txBody>
      </p:sp>
      <p:sp>
        <p:nvSpPr>
          <p:cNvPr id="6" name="TextBox 5">
            <a:extLst>
              <a:ext uri="{FF2B5EF4-FFF2-40B4-BE49-F238E27FC236}">
                <a16:creationId xmlns:a16="http://schemas.microsoft.com/office/drawing/2014/main" id="{B8A370BE-5FBD-B54B-BF26-1BE8E41665E4}"/>
              </a:ext>
            </a:extLst>
          </p:cNvPr>
          <p:cNvSpPr txBox="1"/>
          <p:nvPr/>
        </p:nvSpPr>
        <p:spPr>
          <a:xfrm>
            <a:off x="571204" y="3065948"/>
            <a:ext cx="2004315" cy="1177245"/>
          </a:xfrm>
          <a:prstGeom prst="rect">
            <a:avLst/>
          </a:prstGeom>
          <a:noFill/>
        </p:spPr>
        <p:txBody>
          <a:bodyPr wrap="square" rtlCol="0">
            <a:spAutoFit/>
          </a:bodyPr>
          <a:lstStyle/>
          <a:p>
            <a:pPr algn="ctr"/>
            <a:r>
              <a:rPr lang="en-US" sz="1200" b="1" dirty="0">
                <a:latin typeface="Franklin Gothic Book" panose="020B0503020102020204" pitchFamily="34" charset="0"/>
              </a:rPr>
              <a:t>Strategy is Everything- </a:t>
            </a:r>
          </a:p>
          <a:p>
            <a:pPr algn="ctr"/>
            <a:r>
              <a:rPr lang="en-US" sz="1200" dirty="0">
                <a:latin typeface="Franklin Gothic Book" panose="020B0503020102020204" pitchFamily="34" charset="0"/>
              </a:rPr>
              <a:t>Kate Burda &amp; Co</a:t>
            </a:r>
          </a:p>
          <a:p>
            <a:pPr algn="ctr"/>
            <a:endParaRPr lang="en-US" sz="1200" b="1" dirty="0">
              <a:latin typeface="Franklin Gothic Book" panose="020B0503020102020204" pitchFamily="34" charset="0"/>
            </a:endParaRPr>
          </a:p>
          <a:p>
            <a:pPr algn="ctr"/>
            <a:endParaRPr lang="en-US" sz="1200" b="1" dirty="0">
              <a:latin typeface="Franklin Gothic Book" panose="020B0503020102020204" pitchFamily="34" charset="0"/>
            </a:endParaRPr>
          </a:p>
          <a:p>
            <a:pPr lvl="1"/>
            <a:endParaRPr lang="en-US" sz="1050" dirty="0">
              <a:latin typeface="Franklin Gothic Book" panose="020B0503020102020204" pitchFamily="34" charset="0"/>
            </a:endParaRPr>
          </a:p>
          <a:p>
            <a:endParaRPr lang="en-US" sz="1200" dirty="0">
              <a:latin typeface="Franklin Gothic Book" panose="020B0503020102020204" pitchFamily="34" charset="0"/>
            </a:endParaRPr>
          </a:p>
        </p:txBody>
      </p:sp>
      <p:sp>
        <p:nvSpPr>
          <p:cNvPr id="20" name="TextBox 19">
            <a:extLst>
              <a:ext uri="{FF2B5EF4-FFF2-40B4-BE49-F238E27FC236}">
                <a16:creationId xmlns:a16="http://schemas.microsoft.com/office/drawing/2014/main" id="{28BADE81-2B9D-8042-AFBA-A625DB1D6D90}"/>
              </a:ext>
            </a:extLst>
          </p:cNvPr>
          <p:cNvSpPr txBox="1"/>
          <p:nvPr/>
        </p:nvSpPr>
        <p:spPr>
          <a:xfrm>
            <a:off x="3431604" y="3061378"/>
            <a:ext cx="2086164" cy="750205"/>
          </a:xfrm>
          <a:prstGeom prst="rect">
            <a:avLst/>
          </a:prstGeom>
          <a:noFill/>
        </p:spPr>
        <p:txBody>
          <a:bodyPr wrap="square" rtlCol="0">
            <a:spAutoFit/>
          </a:bodyPr>
          <a:lstStyle/>
          <a:p>
            <a:pPr algn="ctr"/>
            <a:r>
              <a:rPr lang="en-US" sz="1200" b="1" dirty="0">
                <a:latin typeface="Franklin Gothic Book" panose="020B0503020102020204" pitchFamily="34" charset="0"/>
              </a:rPr>
              <a:t>Demand Creation-</a:t>
            </a:r>
          </a:p>
          <a:p>
            <a:pPr algn="ctr"/>
            <a:r>
              <a:rPr lang="en-US" sz="1200" dirty="0">
                <a:latin typeface="Franklin Gothic Book" panose="020B0503020102020204" pitchFamily="34" charset="0"/>
              </a:rPr>
              <a:t>Kate Burda &amp; Co</a:t>
            </a:r>
          </a:p>
          <a:p>
            <a:pPr algn="ctr"/>
            <a:endParaRPr lang="en-US" sz="1200" b="1" dirty="0">
              <a:latin typeface="Franklin Gothic Book" panose="020B0503020102020204" pitchFamily="34" charset="0"/>
            </a:endParaRPr>
          </a:p>
          <a:p>
            <a:pPr algn="ctr"/>
            <a:endParaRPr lang="en-US" sz="675" dirty="0">
              <a:latin typeface="Franklin Gothic Book" panose="020B0503020102020204" pitchFamily="34" charset="0"/>
            </a:endParaRPr>
          </a:p>
        </p:txBody>
      </p:sp>
      <p:pic>
        <p:nvPicPr>
          <p:cNvPr id="13" name="Picture 12">
            <a:extLst>
              <a:ext uri="{FF2B5EF4-FFF2-40B4-BE49-F238E27FC236}">
                <a16:creationId xmlns:a16="http://schemas.microsoft.com/office/drawing/2014/main" id="{16834EDE-3D23-EB44-8D48-B8CA3FDA2C83}"/>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artisticMarker/>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8289873" y="175588"/>
            <a:ext cx="542570" cy="287481"/>
          </a:xfrm>
          <a:prstGeom prst="rect">
            <a:avLst/>
          </a:prstGeom>
        </p:spPr>
      </p:pic>
    </p:spTree>
    <p:extLst>
      <p:ext uri="{BB962C8B-B14F-4D97-AF65-F5344CB8AC3E}">
        <p14:creationId xmlns:p14="http://schemas.microsoft.com/office/powerpoint/2010/main" val="257262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0D3A1F5-2208-BF45-B5C6-1257D6A2E28E}"/>
              </a:ext>
            </a:extLst>
          </p:cNvPr>
          <p:cNvSpPr/>
          <p:nvPr/>
        </p:nvSpPr>
        <p:spPr>
          <a:xfrm>
            <a:off x="0" y="590550"/>
            <a:ext cx="9144000" cy="455295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63738AD2-260C-5640-A70A-79A3EEEFFB57}"/>
              </a:ext>
            </a:extLst>
          </p:cNvPr>
          <p:cNvPicPr>
            <a:picLocks noChangeAspect="1"/>
          </p:cNvPicPr>
          <p:nvPr/>
        </p:nvPicPr>
        <p:blipFill>
          <a:blip r:embed="rId3"/>
          <a:stretch>
            <a:fillRect/>
          </a:stretch>
        </p:blipFill>
        <p:spPr>
          <a:xfrm>
            <a:off x="5257800" y="819150"/>
            <a:ext cx="2832100" cy="4145164"/>
          </a:xfrm>
          <a:prstGeom prst="rect">
            <a:avLst/>
          </a:prstGeom>
        </p:spPr>
      </p:pic>
      <p:pic>
        <p:nvPicPr>
          <p:cNvPr id="12" name="Picture 11">
            <a:extLst>
              <a:ext uri="{FF2B5EF4-FFF2-40B4-BE49-F238E27FC236}">
                <a16:creationId xmlns:a16="http://schemas.microsoft.com/office/drawing/2014/main" id="{39CA63A1-BA2A-4948-ABE8-B8136F7FC8F3}"/>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1219200" y="794443"/>
            <a:ext cx="3637259" cy="4145164"/>
          </a:xfrm>
          <a:prstGeom prst="rect">
            <a:avLst/>
          </a:prstGeom>
        </p:spPr>
      </p:pic>
      <p:sp>
        <p:nvSpPr>
          <p:cNvPr id="6" name="object 4">
            <a:extLst>
              <a:ext uri="{FF2B5EF4-FFF2-40B4-BE49-F238E27FC236}">
                <a16:creationId xmlns:a16="http://schemas.microsoft.com/office/drawing/2014/main" id="{F3166F60-6DC9-A546-B4F1-4460C695BA79}"/>
              </a:ext>
            </a:extLst>
          </p:cNvPr>
          <p:cNvSpPr txBox="1">
            <a:spLocks/>
          </p:cNvSpPr>
          <p:nvPr/>
        </p:nvSpPr>
        <p:spPr>
          <a:xfrm>
            <a:off x="3448050" y="60369"/>
            <a:ext cx="5467350" cy="382588"/>
          </a:xfrm>
          <a:prstGeom prst="rect">
            <a:avLst/>
          </a:prstGeom>
        </p:spPr>
        <p:txBody>
          <a:bodyPr vert="horz" wrap="square" lIns="0" tIns="13335" rIns="0" bIns="0" rtlCol="0">
            <a:spAutoFit/>
          </a:bodyPr>
          <a:lstStyle>
            <a:lvl1pPr>
              <a:defRPr sz="2700" b="0" i="0">
                <a:solidFill>
                  <a:schemeClr val="tx1"/>
                </a:solidFill>
                <a:latin typeface="Franklin Gothic Book"/>
                <a:ea typeface="+mj-ea"/>
                <a:cs typeface="Franklin Gothic Book"/>
              </a:defRPr>
            </a:lvl1pPr>
          </a:lstStyle>
          <a:p>
            <a:pPr marL="12700" algn="r">
              <a:spcBef>
                <a:spcPts val="105"/>
              </a:spcBef>
            </a:pPr>
            <a:r>
              <a:rPr lang="en-US" sz="2400" kern="0" spc="-50" dirty="0">
                <a:solidFill>
                  <a:srgbClr val="8A8C8C"/>
                </a:solidFill>
                <a:latin typeface="Franklin Gothic Book" panose="020B0503020102020204" pitchFamily="34" charset="0"/>
              </a:rPr>
              <a:t>Reinvent-   Hunters vs. Gathers</a:t>
            </a:r>
            <a:endParaRPr lang="en-US" sz="2400" kern="0" dirty="0">
              <a:latin typeface="Franklin Gothic Book" panose="020B0503020102020204" pitchFamily="34" charset="0"/>
            </a:endParaRPr>
          </a:p>
        </p:txBody>
      </p:sp>
    </p:spTree>
    <p:extLst>
      <p:ext uri="{BB962C8B-B14F-4D97-AF65-F5344CB8AC3E}">
        <p14:creationId xmlns:p14="http://schemas.microsoft.com/office/powerpoint/2010/main" val="4222483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20EB187-900F-4AF5-813B-101456D9F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picture containing green, sitting, car, white&#10;&#10;Description automatically generated">
            <a:extLst>
              <a:ext uri="{FF2B5EF4-FFF2-40B4-BE49-F238E27FC236}">
                <a16:creationId xmlns:a16="http://schemas.microsoft.com/office/drawing/2014/main" id="{93CC203B-DDED-AC4C-9DD0-8D0384268FB5}"/>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t="18591" b="6321"/>
          <a:stretch/>
        </p:blipFill>
        <p:spPr>
          <a:xfrm>
            <a:off x="0" y="10"/>
            <a:ext cx="9143980" cy="5143490"/>
          </a:xfrm>
          <a:prstGeom prst="rect">
            <a:avLst/>
          </a:prstGeom>
          <a:noFill/>
        </p:spPr>
      </p:pic>
      <p:sp>
        <p:nvSpPr>
          <p:cNvPr id="2" name="Title 1">
            <a:extLst>
              <a:ext uri="{FF2B5EF4-FFF2-40B4-BE49-F238E27FC236}">
                <a16:creationId xmlns:a16="http://schemas.microsoft.com/office/drawing/2014/main" id="{18F16876-C034-0448-9B6B-F808B9CE928E}"/>
              </a:ext>
            </a:extLst>
          </p:cNvPr>
          <p:cNvSpPr>
            <a:spLocks noGrp="1"/>
          </p:cNvSpPr>
          <p:nvPr>
            <p:ph type="title"/>
          </p:nvPr>
        </p:nvSpPr>
        <p:spPr>
          <a:xfrm>
            <a:off x="3290511" y="900114"/>
            <a:ext cx="5172879" cy="3343272"/>
          </a:xfrm>
        </p:spPr>
        <p:txBody>
          <a:bodyPr vert="horz" lIns="91440" tIns="45720" rIns="91440" bIns="45720" rtlCol="0" anchor="ctr">
            <a:normAutofit/>
          </a:bodyPr>
          <a:lstStyle/>
          <a:p>
            <a:pPr algn="l" rtl="0">
              <a:lnSpc>
                <a:spcPct val="90000"/>
              </a:lnSpc>
              <a:spcBef>
                <a:spcPct val="0"/>
              </a:spcBef>
            </a:pPr>
            <a:r>
              <a:rPr lang="en-US" sz="6000" kern="1200" dirty="0">
                <a:solidFill>
                  <a:srgbClr val="FFFFFF"/>
                </a:solidFill>
                <a:latin typeface="+mj-lt"/>
                <a:cs typeface="+mj-cs"/>
              </a:rPr>
              <a:t>Elevating the revenue approach</a:t>
            </a:r>
          </a:p>
        </p:txBody>
      </p:sp>
      <p:sp>
        <p:nvSpPr>
          <p:cNvPr id="12" name="Text Placeholder 2">
            <a:extLst>
              <a:ext uri="{FF2B5EF4-FFF2-40B4-BE49-F238E27FC236}">
                <a16:creationId xmlns:a16="http://schemas.microsoft.com/office/drawing/2014/main" id="{09C4EF9E-F543-45BD-82EC-F93553157619}"/>
              </a:ext>
            </a:extLst>
          </p:cNvPr>
          <p:cNvSpPr>
            <a:spLocks noGrp="1"/>
          </p:cNvSpPr>
          <p:nvPr>
            <p:ph type="body" idx="1"/>
          </p:nvPr>
        </p:nvSpPr>
        <p:spPr>
          <a:xfrm>
            <a:off x="637472" y="900114"/>
            <a:ext cx="2112401" cy="3343272"/>
          </a:xfrm>
        </p:spPr>
        <p:txBody>
          <a:bodyPr vert="horz" lIns="91440" tIns="45720" rIns="91440" bIns="45720" rtlCol="0" anchor="ctr">
            <a:normAutofit/>
          </a:bodyPr>
          <a:lstStyle/>
          <a:p>
            <a:pPr algn="r" rtl="0">
              <a:lnSpc>
                <a:spcPct val="90000"/>
              </a:lnSpc>
              <a:spcBef>
                <a:spcPts val="1000"/>
              </a:spcBef>
            </a:pPr>
            <a:r>
              <a:rPr lang="en-US" sz="2100" kern="1200" dirty="0">
                <a:solidFill>
                  <a:srgbClr val="FFFFFF"/>
                </a:solidFill>
                <a:latin typeface="+mn-lt"/>
                <a:cs typeface="+mn-cs"/>
              </a:rPr>
              <a:t>How we engage with customers today was designed in 1970</a:t>
            </a:r>
          </a:p>
        </p:txBody>
      </p:sp>
      <p:cxnSp>
        <p:nvCxnSpPr>
          <p:cNvPr id="19" name="Straight Connector 18">
            <a:extLst>
              <a:ext uri="{FF2B5EF4-FFF2-40B4-BE49-F238E27FC236}">
                <a16:creationId xmlns:a16="http://schemas.microsoft.com/office/drawing/2014/main" id="{624D17C8-E9C2-48A4-AA36-D7048A6CCC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1918" y="1714500"/>
            <a:ext cx="0" cy="17145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6547780"/>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005AAA-AFD6-4A4A-8198-439B2D8FAA49}"/>
              </a:ext>
            </a:extLst>
          </p:cNvPr>
          <p:cNvSpPr/>
          <p:nvPr/>
        </p:nvSpPr>
        <p:spPr>
          <a:xfrm>
            <a:off x="3352800" y="8164"/>
            <a:ext cx="5791200" cy="5135336"/>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Franklin Gothic Medium" panose="020B0603020102020204" pitchFamily="34" charset="0"/>
            </a:endParaRPr>
          </a:p>
        </p:txBody>
      </p:sp>
      <p:sp>
        <p:nvSpPr>
          <p:cNvPr id="2" name="Title 1">
            <a:extLst>
              <a:ext uri="{FF2B5EF4-FFF2-40B4-BE49-F238E27FC236}">
                <a16:creationId xmlns:a16="http://schemas.microsoft.com/office/drawing/2014/main" id="{18F16876-C034-0448-9B6B-F808B9CE928E}"/>
              </a:ext>
            </a:extLst>
          </p:cNvPr>
          <p:cNvSpPr>
            <a:spLocks noGrp="1"/>
          </p:cNvSpPr>
          <p:nvPr>
            <p:ph type="title"/>
          </p:nvPr>
        </p:nvSpPr>
        <p:spPr>
          <a:xfrm>
            <a:off x="3802455" y="273843"/>
            <a:ext cx="4629150" cy="1371600"/>
          </a:xfrm>
        </p:spPr>
        <p:txBody>
          <a:bodyPr vert="horz" lIns="91440" tIns="45720" rIns="91440" bIns="45720" rtlCol="0" anchor="ctr">
            <a:normAutofit/>
          </a:bodyPr>
          <a:lstStyle/>
          <a:p>
            <a:pPr algn="l" rtl="0">
              <a:lnSpc>
                <a:spcPct val="90000"/>
              </a:lnSpc>
              <a:spcBef>
                <a:spcPct val="0"/>
              </a:spcBef>
            </a:pPr>
            <a:r>
              <a:rPr lang="en-US" sz="3100" kern="1200" dirty="0">
                <a:solidFill>
                  <a:schemeClr val="bg1">
                    <a:lumMod val="95000"/>
                  </a:schemeClr>
                </a:solidFill>
                <a:cs typeface="+mj-cs"/>
              </a:rPr>
              <a:t>Yet, we expect the performance meant for today</a:t>
            </a:r>
          </a:p>
        </p:txBody>
      </p:sp>
      <p:sp>
        <p:nvSpPr>
          <p:cNvPr id="12" name="Text Placeholder 2">
            <a:extLst>
              <a:ext uri="{FF2B5EF4-FFF2-40B4-BE49-F238E27FC236}">
                <a16:creationId xmlns:a16="http://schemas.microsoft.com/office/drawing/2014/main" id="{09C4EF9E-F543-45BD-82EC-F93553157619}"/>
              </a:ext>
            </a:extLst>
          </p:cNvPr>
          <p:cNvSpPr>
            <a:spLocks noGrp="1"/>
          </p:cNvSpPr>
          <p:nvPr>
            <p:ph type="body" idx="1"/>
          </p:nvPr>
        </p:nvSpPr>
        <p:spPr>
          <a:xfrm>
            <a:off x="4572000" y="2652999"/>
            <a:ext cx="4343401" cy="2216658"/>
          </a:xfrm>
        </p:spPr>
        <p:txBody>
          <a:bodyPr vert="horz" lIns="91440" tIns="45720" rIns="91440" bIns="45720" rtlCol="0">
            <a:normAutofit/>
          </a:bodyPr>
          <a:lstStyle/>
          <a:p>
            <a:pPr indent="-228600" algn="l" rtl="0">
              <a:lnSpc>
                <a:spcPct val="90000"/>
              </a:lnSpc>
              <a:spcBef>
                <a:spcPts val="1000"/>
              </a:spcBef>
              <a:buFont typeface="Arial" panose="020B0604020202020204" pitchFamily="34" charset="0"/>
              <a:buChar char="•"/>
            </a:pPr>
            <a:r>
              <a:rPr lang="en-US" b="0" kern="1200" dirty="0">
                <a:solidFill>
                  <a:schemeClr val="bg1">
                    <a:lumMod val="95000"/>
                  </a:schemeClr>
                </a:solidFill>
                <a:cs typeface="+mn-cs"/>
              </a:rPr>
              <a:t>Teams need a relevant approach that is 	‘beyond the room’ </a:t>
            </a:r>
          </a:p>
          <a:p>
            <a:pPr algn="l" rtl="0">
              <a:lnSpc>
                <a:spcPct val="90000"/>
              </a:lnSpc>
              <a:spcBef>
                <a:spcPts val="1000"/>
              </a:spcBef>
            </a:pPr>
            <a:endParaRPr lang="en-US" b="0" kern="1200" dirty="0">
              <a:solidFill>
                <a:schemeClr val="bg1">
                  <a:lumMod val="95000"/>
                </a:schemeClr>
              </a:solidFill>
              <a:cs typeface="+mn-cs"/>
            </a:endParaRPr>
          </a:p>
          <a:p>
            <a:pPr indent="-228600" algn="l" rtl="0">
              <a:lnSpc>
                <a:spcPct val="90000"/>
              </a:lnSpc>
              <a:spcBef>
                <a:spcPts val="1000"/>
              </a:spcBef>
              <a:buFont typeface="Arial" panose="020B0604020202020204" pitchFamily="34" charset="0"/>
              <a:buChar char="•"/>
            </a:pPr>
            <a:r>
              <a:rPr lang="en-US" b="0" kern="1200" dirty="0">
                <a:solidFill>
                  <a:schemeClr val="bg1">
                    <a:lumMod val="95000"/>
                  </a:schemeClr>
                </a:solidFill>
                <a:cs typeface="+mn-cs"/>
              </a:rPr>
              <a:t>Revenue Leaders must have the same 	skills to deliver </a:t>
            </a:r>
            <a:r>
              <a:rPr lang="en-US" b="0" u="sng" kern="1200" dirty="0">
                <a:solidFill>
                  <a:srgbClr val="E21289"/>
                </a:solidFill>
                <a:cs typeface="+mn-cs"/>
              </a:rPr>
              <a:t>and</a:t>
            </a:r>
            <a:r>
              <a:rPr lang="en-US" b="0" kern="1200" dirty="0">
                <a:solidFill>
                  <a:schemeClr val="bg1">
                    <a:lumMod val="95000"/>
                  </a:schemeClr>
                </a:solidFill>
                <a:cs typeface="+mn-cs"/>
              </a:rPr>
              <a:t> coach</a:t>
            </a:r>
          </a:p>
          <a:p>
            <a:pPr marL="457200" lvl="2" algn="l" rtl="0">
              <a:lnSpc>
                <a:spcPct val="90000"/>
              </a:lnSpc>
              <a:spcBef>
                <a:spcPts val="1000"/>
              </a:spcBef>
            </a:pPr>
            <a:endParaRPr lang="en-US" sz="600" b="0" kern="1200" dirty="0">
              <a:solidFill>
                <a:schemeClr val="bg1">
                  <a:lumMod val="95000"/>
                </a:schemeClr>
              </a:solidFill>
              <a:latin typeface="Franklin Gothic Book" panose="020B0503020102020204" pitchFamily="34" charset="0"/>
            </a:endParaRPr>
          </a:p>
          <a:p>
            <a:pPr marL="457200" lvl="2" algn="l" rtl="0">
              <a:lnSpc>
                <a:spcPct val="90000"/>
              </a:lnSpc>
              <a:spcBef>
                <a:spcPts val="1000"/>
              </a:spcBef>
            </a:pPr>
            <a:r>
              <a:rPr lang="en-US" sz="1600" b="0" kern="1200" dirty="0">
                <a:solidFill>
                  <a:schemeClr val="bg1">
                    <a:lumMod val="95000"/>
                  </a:schemeClr>
                </a:solidFill>
                <a:latin typeface="Franklin Gothic Book" panose="020B0503020102020204" pitchFamily="34" charset="0"/>
              </a:rPr>
              <a:t>“you can’t give away what you don’t have”</a:t>
            </a:r>
          </a:p>
        </p:txBody>
      </p:sp>
      <p:pic>
        <p:nvPicPr>
          <p:cNvPr id="36" name="Picture 35" descr="A close up of electronics&#10;&#10;Description automatically generated">
            <a:extLst>
              <a:ext uri="{FF2B5EF4-FFF2-40B4-BE49-F238E27FC236}">
                <a16:creationId xmlns:a16="http://schemas.microsoft.com/office/drawing/2014/main" id="{569A30BF-6D70-7B47-B2DA-F7C7ED8DE6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64"/>
            <a:ext cx="3352800" cy="5143500"/>
          </a:xfrm>
          <a:prstGeom prst="rect">
            <a:avLst/>
          </a:prstGeom>
        </p:spPr>
      </p:pic>
    </p:spTree>
    <p:extLst>
      <p:ext uri="{BB962C8B-B14F-4D97-AF65-F5344CB8AC3E}">
        <p14:creationId xmlns:p14="http://schemas.microsoft.com/office/powerpoint/2010/main" val="1898461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9BEC5-AE32-3448-905F-5FA287BA0F82}"/>
              </a:ext>
            </a:extLst>
          </p:cNvPr>
          <p:cNvSpPr>
            <a:spLocks noGrp="1"/>
          </p:cNvSpPr>
          <p:nvPr>
            <p:ph type="ctrTitle"/>
          </p:nvPr>
        </p:nvSpPr>
        <p:spPr/>
        <p:txBody>
          <a:bodyPr>
            <a:normAutofit fontScale="90000"/>
          </a:bodyPr>
          <a:lstStyle/>
          <a:p>
            <a:r>
              <a:rPr lang="en-US" sz="3000" b="0" dirty="0">
                <a:solidFill>
                  <a:srgbClr val="555759"/>
                </a:solidFill>
              </a:rPr>
              <a:t>How Sales and Marketing creates demand</a:t>
            </a:r>
          </a:p>
        </p:txBody>
      </p:sp>
      <p:sp>
        <p:nvSpPr>
          <p:cNvPr id="19" name="TextBox 18">
            <a:extLst>
              <a:ext uri="{FF2B5EF4-FFF2-40B4-BE49-F238E27FC236}">
                <a16:creationId xmlns:a16="http://schemas.microsoft.com/office/drawing/2014/main" id="{233F7936-7E6F-1247-9D26-4944ED774A82}"/>
              </a:ext>
            </a:extLst>
          </p:cNvPr>
          <p:cNvSpPr txBox="1"/>
          <p:nvPr/>
        </p:nvSpPr>
        <p:spPr>
          <a:xfrm>
            <a:off x="7092270" y="4886227"/>
            <a:ext cx="1463841" cy="276999"/>
          </a:xfrm>
          <a:prstGeom prst="rect">
            <a:avLst/>
          </a:prstGeom>
          <a:noFill/>
        </p:spPr>
        <p:txBody>
          <a:bodyPr wrap="square" rtlCol="0">
            <a:spAutoFit/>
          </a:bodyPr>
          <a:lstStyle/>
          <a:p>
            <a:r>
              <a:rPr lang="en-US" sz="1200" dirty="0">
                <a:latin typeface="Franklin Gothic Book"/>
                <a:cs typeface="Franklin Gothic Book"/>
              </a:rPr>
              <a:t>Source: Huthwaite </a:t>
            </a:r>
          </a:p>
        </p:txBody>
      </p:sp>
      <p:graphicFrame>
        <p:nvGraphicFramePr>
          <p:cNvPr id="2" name="Diagram 1">
            <a:extLst>
              <a:ext uri="{FF2B5EF4-FFF2-40B4-BE49-F238E27FC236}">
                <a16:creationId xmlns:a16="http://schemas.microsoft.com/office/drawing/2014/main" id="{BAB391F3-B2EA-401A-B335-CC735CEDF3F4}"/>
              </a:ext>
            </a:extLst>
          </p:cNvPr>
          <p:cNvGraphicFramePr/>
          <p:nvPr>
            <p:extLst>
              <p:ext uri="{D42A27DB-BD31-4B8C-83A1-F6EECF244321}">
                <p14:modId xmlns:p14="http://schemas.microsoft.com/office/powerpoint/2010/main" val="4112364756"/>
              </p:ext>
            </p:extLst>
          </p:nvPr>
        </p:nvGraphicFramePr>
        <p:xfrm>
          <a:off x="169324" y="1055497"/>
          <a:ext cx="8546051" cy="32253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Arrow: Right 19">
            <a:extLst>
              <a:ext uri="{FF2B5EF4-FFF2-40B4-BE49-F238E27FC236}">
                <a16:creationId xmlns:a16="http://schemas.microsoft.com/office/drawing/2014/main" id="{18D3A552-C703-4C60-8E28-CBF7D6CE789D}"/>
              </a:ext>
            </a:extLst>
          </p:cNvPr>
          <p:cNvSpPr/>
          <p:nvPr/>
        </p:nvSpPr>
        <p:spPr>
          <a:xfrm>
            <a:off x="169324" y="3385127"/>
            <a:ext cx="8546051" cy="504821"/>
          </a:xfrm>
          <a:prstGeom prst="rightArrow">
            <a:avLst/>
          </a:prstGeom>
          <a:solidFill>
            <a:schemeClr val="bg1">
              <a:alpha val="3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i="1" dirty="0">
                <a:solidFill>
                  <a:srgbClr val="B93060"/>
                </a:solidFill>
                <a:latin typeface="Franklin Gothic Book" panose="020B0503020102020204" pitchFamily="34" charset="0"/>
              </a:rPr>
              <a:t>TIME</a:t>
            </a:r>
            <a:endParaRPr lang="en-US" sz="1350" i="1" dirty="0">
              <a:solidFill>
                <a:srgbClr val="B93060"/>
              </a:solidFill>
              <a:latin typeface="Franklin Gothic Book" panose="020B0503020102020204" pitchFamily="34" charset="0"/>
            </a:endParaRPr>
          </a:p>
        </p:txBody>
      </p:sp>
      <p:sp>
        <p:nvSpPr>
          <p:cNvPr id="5" name="Oval 4">
            <a:extLst>
              <a:ext uri="{FF2B5EF4-FFF2-40B4-BE49-F238E27FC236}">
                <a16:creationId xmlns:a16="http://schemas.microsoft.com/office/drawing/2014/main" id="{75764C95-DFBA-3D41-97DE-F05B40133254}"/>
              </a:ext>
            </a:extLst>
          </p:cNvPr>
          <p:cNvSpPr/>
          <p:nvPr/>
        </p:nvSpPr>
        <p:spPr>
          <a:xfrm>
            <a:off x="10886" y="1055498"/>
            <a:ext cx="4295775" cy="271068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35A54952-742D-EC4C-9408-712ABA2384FE}"/>
              </a:ext>
            </a:extLst>
          </p:cNvPr>
          <p:cNvSpPr/>
          <p:nvPr/>
        </p:nvSpPr>
        <p:spPr>
          <a:xfrm>
            <a:off x="6096000" y="1031107"/>
            <a:ext cx="2777813" cy="271068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7491E90F-9703-9744-B144-F37DC39B00BF}"/>
              </a:ext>
            </a:extLst>
          </p:cNvPr>
          <p:cNvSpPr txBox="1"/>
          <p:nvPr/>
        </p:nvSpPr>
        <p:spPr>
          <a:xfrm>
            <a:off x="461282" y="4046980"/>
            <a:ext cx="2743200" cy="923330"/>
          </a:xfrm>
          <a:prstGeom prst="rect">
            <a:avLst/>
          </a:prstGeom>
          <a:noFill/>
        </p:spPr>
        <p:txBody>
          <a:bodyPr wrap="square" rtlCol="0">
            <a:spAutoFit/>
          </a:bodyPr>
          <a:lstStyle/>
          <a:p>
            <a:r>
              <a:rPr lang="en-US" i="1" dirty="0">
                <a:latin typeface="Franklin Gothic Book" panose="020B0503020102020204" pitchFamily="34" charset="0"/>
              </a:rPr>
              <a:t>Having conversations at the recognition of impact or inspiration</a:t>
            </a:r>
          </a:p>
        </p:txBody>
      </p:sp>
      <p:sp>
        <p:nvSpPr>
          <p:cNvPr id="11" name="TextBox 10">
            <a:extLst>
              <a:ext uri="{FF2B5EF4-FFF2-40B4-BE49-F238E27FC236}">
                <a16:creationId xmlns:a16="http://schemas.microsoft.com/office/drawing/2014/main" id="{62E31895-D66C-C84B-A115-257211EC40C3}"/>
              </a:ext>
            </a:extLst>
          </p:cNvPr>
          <p:cNvSpPr txBox="1"/>
          <p:nvPr/>
        </p:nvSpPr>
        <p:spPr>
          <a:xfrm>
            <a:off x="6641050" y="4128192"/>
            <a:ext cx="2366283" cy="646331"/>
          </a:xfrm>
          <a:prstGeom prst="rect">
            <a:avLst/>
          </a:prstGeom>
          <a:noFill/>
        </p:spPr>
        <p:txBody>
          <a:bodyPr wrap="square" rtlCol="0">
            <a:spAutoFit/>
          </a:bodyPr>
          <a:lstStyle/>
          <a:p>
            <a:r>
              <a:rPr lang="en-US" i="1" dirty="0">
                <a:latin typeface="Franklin Gothic Book" panose="020B0503020102020204" pitchFamily="34" charset="0"/>
              </a:rPr>
              <a:t>R</a:t>
            </a:r>
            <a:r>
              <a:rPr lang="en-US" i="1" u="sng" dirty="0">
                <a:latin typeface="Franklin Gothic Book" panose="020B0503020102020204" pitchFamily="34" charset="0"/>
              </a:rPr>
              <a:t>ather than the purchase phase</a:t>
            </a:r>
          </a:p>
        </p:txBody>
      </p:sp>
    </p:spTree>
    <p:extLst>
      <p:ext uri="{BB962C8B-B14F-4D97-AF65-F5344CB8AC3E}">
        <p14:creationId xmlns:p14="http://schemas.microsoft.com/office/powerpoint/2010/main" val="103677189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9"/>
                                        </p:tgtEl>
                                        <p:attrNameLst>
                                          <p:attrName>ppt_x</p:attrName>
                                        </p:attrNameLst>
                                      </p:cBhvr>
                                      <p:tavLst>
                                        <p:tav tm="0">
                                          <p:val>
                                            <p:strVal val="ppt_x"/>
                                          </p:val>
                                        </p:tav>
                                        <p:tav tm="100000">
                                          <p:val>
                                            <p:strVal val="ppt_x"/>
                                          </p:val>
                                        </p:tav>
                                      </p:tavLst>
                                    </p:anim>
                                    <p:anim calcmode="lin" valueType="num">
                                      <p:cBhvr additive="base">
                                        <p:cTn id="13" dur="500"/>
                                        <p:tgtEl>
                                          <p:spTgt spid="9"/>
                                        </p:tgtEl>
                                        <p:attrNameLst>
                                          <p:attrName>ppt_y</p:attrName>
                                        </p:attrNameLst>
                                      </p:cBhvr>
                                      <p:tavLst>
                                        <p:tav tm="0">
                                          <p:val>
                                            <p:strVal val="ppt_y"/>
                                          </p:val>
                                        </p:tav>
                                        <p:tav tm="100000">
                                          <p:val>
                                            <p:strVal val="1+ppt_h/2"/>
                                          </p:val>
                                        </p:tav>
                                      </p:tavLst>
                                    </p:anim>
                                    <p:set>
                                      <p:cBhvr>
                                        <p:cTn id="14" dur="1" fill="hold">
                                          <p:stCondLst>
                                            <p:cond delay="499"/>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9"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3">
            <a:extLst>
              <a:ext uri="{FF2B5EF4-FFF2-40B4-BE49-F238E27FC236}">
                <a16:creationId xmlns:a16="http://schemas.microsoft.com/office/drawing/2014/main" id="{F3396AB3-8EC6-405A-AD13-5B0AE5A7DE5C}"/>
              </a:ext>
            </a:extLst>
          </p:cNvPr>
          <p:cNvSpPr txBox="1">
            <a:spLocks/>
          </p:cNvSpPr>
          <p:nvPr/>
        </p:nvSpPr>
        <p:spPr>
          <a:xfrm>
            <a:off x="5741289" y="480061"/>
            <a:ext cx="2667773" cy="3203175"/>
          </a:xfrm>
          <a:noFill/>
        </p:spPr>
        <p:txBody>
          <a:bodyPr vert="horz" lIns="68580" tIns="34290" rIns="68580" bIns="34290" rtlCol="0" anchor="b">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spcBef>
                <a:spcPct val="0"/>
              </a:spcBef>
              <a:spcAft>
                <a:spcPts val="450"/>
              </a:spcAft>
              <a:buNone/>
            </a:pPr>
            <a:r>
              <a:rPr lang="en-US" sz="2700">
                <a:latin typeface="Franklin Gothic Medium" panose="020B0603020102020204" pitchFamily="34" charset="0"/>
                <a:ea typeface="+mj-ea"/>
                <a:cs typeface="+mj-cs"/>
              </a:rPr>
              <a:t>Resource Allocation in a Time of Financial Prudence</a:t>
            </a:r>
          </a:p>
        </p:txBody>
      </p:sp>
      <p:pic>
        <p:nvPicPr>
          <p:cNvPr id="3" name="Picture 2">
            <a:extLst>
              <a:ext uri="{FF2B5EF4-FFF2-40B4-BE49-F238E27FC236}">
                <a16:creationId xmlns:a16="http://schemas.microsoft.com/office/drawing/2014/main" id="{4A5DEB3F-4851-406A-A179-E76396EB1725}"/>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538" r="8161"/>
          <a:stretch/>
        </p:blipFill>
        <p:spPr>
          <a:xfrm>
            <a:off x="1143015" y="7"/>
            <a:ext cx="4238229" cy="5143493"/>
          </a:xfrm>
          <a:prstGeom prst="rect">
            <a:avLst/>
          </a:prstGeom>
        </p:spPr>
      </p:pic>
    </p:spTree>
    <p:extLst>
      <p:ext uri="{BB962C8B-B14F-4D97-AF65-F5344CB8AC3E}">
        <p14:creationId xmlns:p14="http://schemas.microsoft.com/office/powerpoint/2010/main" val="1575051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45453" y="0"/>
            <a:ext cx="8698547" cy="5143500"/>
          </a:xfrm>
          <a:prstGeom prst="rect">
            <a:avLst/>
          </a:prstGeom>
          <a:blipFill>
            <a:blip r:embed="rId2" cstate="print"/>
            <a:stretch>
              <a:fillRect/>
            </a:stretch>
          </a:blipFill>
        </p:spPr>
        <p:txBody>
          <a:bodyPr wrap="square" lIns="0" tIns="0" rIns="0" bIns="0" rtlCol="0"/>
          <a:lstStyle/>
          <a:p>
            <a:endParaRPr dirty="0">
              <a:latin typeface="Franklin Gothic Book" panose="020B0503020102020204" pitchFamily="34" charset="0"/>
            </a:endParaRPr>
          </a:p>
        </p:txBody>
      </p:sp>
      <p:sp>
        <p:nvSpPr>
          <p:cNvPr id="3" name="object 3"/>
          <p:cNvSpPr txBox="1"/>
          <p:nvPr/>
        </p:nvSpPr>
        <p:spPr>
          <a:xfrm>
            <a:off x="8556942" y="4757420"/>
            <a:ext cx="141605" cy="299720"/>
          </a:xfrm>
          <a:prstGeom prst="rect">
            <a:avLst/>
          </a:prstGeom>
        </p:spPr>
        <p:txBody>
          <a:bodyPr vert="horz" wrap="square" lIns="0" tIns="12700" rIns="0" bIns="0" rtlCol="0">
            <a:spAutoFit/>
          </a:bodyPr>
          <a:lstStyle/>
          <a:p>
            <a:pPr marL="12700">
              <a:lnSpc>
                <a:spcPct val="100000"/>
              </a:lnSpc>
              <a:spcBef>
                <a:spcPts val="100"/>
              </a:spcBef>
            </a:pPr>
            <a:r>
              <a:rPr sz="1800" spc="-90" dirty="0">
                <a:solidFill>
                  <a:srgbClr val="898989"/>
                </a:solidFill>
                <a:latin typeface="Arial"/>
                <a:cs typeface="Arial"/>
              </a:rPr>
              <a:t>6</a:t>
            </a:r>
            <a:endParaRPr sz="1800">
              <a:latin typeface="Arial"/>
              <a:cs typeface="Arial"/>
            </a:endParaRPr>
          </a:p>
        </p:txBody>
      </p:sp>
      <p:sp>
        <p:nvSpPr>
          <p:cNvPr id="4" name="Title 3">
            <a:extLst>
              <a:ext uri="{FF2B5EF4-FFF2-40B4-BE49-F238E27FC236}">
                <a16:creationId xmlns:a16="http://schemas.microsoft.com/office/drawing/2014/main" id="{F981F41A-FC12-594E-B59C-7357A3CCDDBB}"/>
              </a:ext>
            </a:extLst>
          </p:cNvPr>
          <p:cNvSpPr>
            <a:spLocks noGrp="1"/>
          </p:cNvSpPr>
          <p:nvPr>
            <p:ph type="title" idx="4294967295"/>
          </p:nvPr>
        </p:nvSpPr>
        <p:spPr>
          <a:xfrm rot="16200000">
            <a:off x="-2058194" y="2392362"/>
            <a:ext cx="4475163" cy="358775"/>
          </a:xfrm>
        </p:spPr>
        <p:txBody>
          <a:bodyPr/>
          <a:lstStyle/>
          <a:p>
            <a:pPr algn="ctr"/>
            <a:r>
              <a:rPr lang="en-US" dirty="0">
                <a:latin typeface="Franklin Gothic Book" panose="020B0503020102020204" pitchFamily="34" charset="0"/>
              </a:rPr>
              <a:t>Where you win</a:t>
            </a:r>
            <a:br>
              <a:rPr lang="en-US" dirty="0">
                <a:latin typeface="Franklin Gothic Book" panose="020B0503020102020204" pitchFamily="34" charset="0"/>
              </a:rPr>
            </a:br>
            <a:endParaRPr lang="en-US" dirty="0">
              <a:latin typeface="Franklin Gothic Book" panose="020B0503020102020204" pitchFamily="34" charset="0"/>
            </a:endParaRPr>
          </a:p>
        </p:txBody>
      </p:sp>
    </p:spTree>
    <p:extLst>
      <p:ext uri="{BB962C8B-B14F-4D97-AF65-F5344CB8AC3E}">
        <p14:creationId xmlns:p14="http://schemas.microsoft.com/office/powerpoint/2010/main" val="2585313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577901"/>
            <a:ext cx="9144000" cy="4565599"/>
          </a:xfrm>
          <a:prstGeom prst="rect">
            <a:avLst/>
          </a:prstGeom>
          <a:blipFill>
            <a:blip r:embed="rId3" cstate="print"/>
            <a:stretch>
              <a:fillRect/>
            </a:stretch>
          </a:blipFill>
        </p:spPr>
        <p:txBody>
          <a:bodyPr wrap="square" lIns="0" tIns="0" rIns="0" bIns="0" rtlCol="0"/>
          <a:lstStyle/>
          <a:p>
            <a:endParaRPr/>
          </a:p>
        </p:txBody>
      </p:sp>
      <p:sp>
        <p:nvSpPr>
          <p:cNvPr id="5" name="Title 4">
            <a:extLst>
              <a:ext uri="{FF2B5EF4-FFF2-40B4-BE49-F238E27FC236}">
                <a16:creationId xmlns:a16="http://schemas.microsoft.com/office/drawing/2014/main" id="{0879908E-26A3-1849-8DE0-4F2EF87931B8}"/>
              </a:ext>
            </a:extLst>
          </p:cNvPr>
          <p:cNvSpPr>
            <a:spLocks noGrp="1"/>
          </p:cNvSpPr>
          <p:nvPr>
            <p:ph type="title"/>
          </p:nvPr>
        </p:nvSpPr>
        <p:spPr/>
        <p:txBody>
          <a:bodyPr/>
          <a:lstStyle/>
          <a:p>
            <a:r>
              <a:rPr lang="en-US" dirty="0"/>
              <a:t>Thank you</a:t>
            </a:r>
          </a:p>
        </p:txBody>
      </p:sp>
      <p:sp>
        <p:nvSpPr>
          <p:cNvPr id="6" name="TextBox 5">
            <a:extLst>
              <a:ext uri="{FF2B5EF4-FFF2-40B4-BE49-F238E27FC236}">
                <a16:creationId xmlns:a16="http://schemas.microsoft.com/office/drawing/2014/main" id="{FE5A2C5C-F4DA-8C4C-B5B9-1E1406B468E0}"/>
              </a:ext>
            </a:extLst>
          </p:cNvPr>
          <p:cNvSpPr txBox="1"/>
          <p:nvPr/>
        </p:nvSpPr>
        <p:spPr>
          <a:xfrm>
            <a:off x="3979468" y="1648420"/>
            <a:ext cx="2845613" cy="923330"/>
          </a:xfrm>
          <a:prstGeom prst="rect">
            <a:avLst/>
          </a:prstGeom>
          <a:noFill/>
        </p:spPr>
        <p:txBody>
          <a:bodyPr wrap="square" rtlCol="0">
            <a:spAutoFit/>
          </a:bodyPr>
          <a:lstStyle/>
          <a:p>
            <a:r>
              <a:rPr lang="en-US" dirty="0">
                <a:latin typeface="Franklin Gothic Book" panose="020B0503020102020204" pitchFamily="34" charset="0"/>
              </a:rPr>
              <a:t>Kate Burda</a:t>
            </a:r>
          </a:p>
          <a:p>
            <a:r>
              <a:rPr lang="en-US" dirty="0">
                <a:latin typeface="Franklin Gothic Book" panose="020B0503020102020204" pitchFamily="34" charset="0"/>
                <a:hlinkClick r:id="rId4"/>
              </a:rPr>
              <a:t>Kate@kateburda.com</a:t>
            </a:r>
            <a:endParaRPr lang="en-US" dirty="0">
              <a:latin typeface="Franklin Gothic Book" panose="020B0503020102020204" pitchFamily="34" charset="0"/>
            </a:endParaRPr>
          </a:p>
          <a:p>
            <a:r>
              <a:rPr lang="en-US" dirty="0">
                <a:latin typeface="Franklin Gothic Book" panose="020B0503020102020204" pitchFamily="34" charset="0"/>
              </a:rPr>
              <a:t>972.567.7792</a:t>
            </a:r>
          </a:p>
        </p:txBody>
      </p:sp>
    </p:spTree>
    <p:extLst>
      <p:ext uri="{BB962C8B-B14F-4D97-AF65-F5344CB8AC3E}">
        <p14:creationId xmlns:p14="http://schemas.microsoft.com/office/powerpoint/2010/main" val="3251954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C_JH_VERSION_3">
  <a:themeElements>
    <a:clrScheme name="Custom 5">
      <a:dk1>
        <a:srgbClr val="71685C"/>
      </a:dk1>
      <a:lt1>
        <a:sysClr val="window" lastClr="FFFFFF"/>
      </a:lt1>
      <a:dk2>
        <a:srgbClr val="3F739B"/>
      </a:dk2>
      <a:lt2>
        <a:srgbClr val="CCDDEA"/>
      </a:lt2>
      <a:accent1>
        <a:srgbClr val="FDA023"/>
      </a:accent1>
      <a:accent2>
        <a:srgbClr val="AA2B1E"/>
      </a:accent2>
      <a:accent3>
        <a:srgbClr val="71685C"/>
      </a:accent3>
      <a:accent4>
        <a:srgbClr val="9FD281"/>
      </a:accent4>
      <a:accent5>
        <a:srgbClr val="EB5605"/>
      </a:accent5>
      <a:accent6>
        <a:srgbClr val="F4B17D"/>
      </a:accent6>
      <a:hlink>
        <a:srgbClr val="2F5674"/>
      </a:hlink>
      <a:folHlink>
        <a:srgbClr val="4A7C2C"/>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4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Trebuchet MS"/>
        <a:ea typeface="MS PGothic"/>
        <a:cs typeface=""/>
      </a:majorFont>
      <a:minorFont>
        <a:latin typeface="Trebuchet MS"/>
        <a:ea typeface="MS P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000" b="0" i="0" u="none" strike="noStrike" cap="none" normalizeH="0" baseline="0" smtClean="0">
            <a:ln>
              <a:noFill/>
            </a:ln>
            <a:solidFill>
              <a:srgbClr val="3D3D3D"/>
            </a:solidFill>
            <a:effectLst/>
            <a:latin typeface="Trebuchet MS" panose="020B0603020202020204" pitchFamily="34" charset="0"/>
            <a:ea typeface="MS PGothic"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000" b="0" i="0" u="none" strike="noStrike" cap="none" normalizeH="0" baseline="0" smtClean="0">
            <a:ln>
              <a:noFill/>
            </a:ln>
            <a:solidFill>
              <a:srgbClr val="3D3D3D"/>
            </a:solidFill>
            <a:effectLst/>
            <a:latin typeface="Trebuchet MS" panose="020B0603020202020204" pitchFamily="34" charset="0"/>
            <a:ea typeface="MS PGothic" panose="020B0600070205080204" pitchFamily="34"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3" ma:contentTypeDescription="Create a new document." ma:contentTypeScope="" ma:versionID="b5bca213ef9ff2908ccf7086a37359b6">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dfe532681b131c6d2700ace22e453e6a"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D0FDE7-BF74-4415-90C1-6306CAD389F3}">
  <ds:schemaRefs>
    <ds:schemaRef ds:uri="http://schemas.microsoft.com/office/2006/metadata/properties"/>
    <ds:schemaRef ds:uri="http://schemas.microsoft.com/office/2006/documentManagement/types"/>
    <ds:schemaRef ds:uri="http://schemas.microsoft.com/office/infopath/2007/PartnerControls"/>
    <ds:schemaRef ds:uri="http://purl.org/dc/dcmitype/"/>
    <ds:schemaRef ds:uri="5f895480-74b7-4295-beb1-000abdb77711"/>
    <ds:schemaRef ds:uri="http://purl.org/dc/terms/"/>
    <ds:schemaRef ds:uri="http://www.w3.org/XML/1998/namespace"/>
    <ds:schemaRef ds:uri="http://purl.org/dc/elements/1.1/"/>
    <ds:schemaRef ds:uri="http://schemas.openxmlformats.org/package/2006/metadata/core-properties"/>
    <ds:schemaRef ds:uri="f9f3b592-2a1e-4fc9-8218-81ad9cd05aa6"/>
  </ds:schemaRefs>
</ds:datastoreItem>
</file>

<file path=customXml/itemProps2.xml><?xml version="1.0" encoding="utf-8"?>
<ds:datastoreItem xmlns:ds="http://schemas.openxmlformats.org/officeDocument/2006/customXml" ds:itemID="{84F1D168-2FDF-45BD-B843-0548C44B8054}">
  <ds:schemaRefs>
    <ds:schemaRef ds:uri="http://schemas.microsoft.com/sharepoint/v3/contenttype/forms"/>
  </ds:schemaRefs>
</ds:datastoreItem>
</file>

<file path=customXml/itemProps3.xml><?xml version="1.0" encoding="utf-8"?>
<ds:datastoreItem xmlns:ds="http://schemas.openxmlformats.org/officeDocument/2006/customXml" ds:itemID="{02E6B28B-19AA-420D-8D58-ABD7738469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95480-74b7-4295-beb1-000abdb77711"/>
    <ds:schemaRef ds:uri="f9f3b592-2a1e-4fc9-8218-81ad9cd05a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1261</TotalTime>
  <Words>2993</Words>
  <Application>Microsoft Macintosh PowerPoint</Application>
  <PresentationFormat>On-screen Show (16:9)</PresentationFormat>
  <Paragraphs>313</Paragraphs>
  <Slides>25</Slides>
  <Notes>22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25</vt:i4>
      </vt:variant>
    </vt:vector>
  </HeadingPairs>
  <TitlesOfParts>
    <vt:vector size="36" baseType="lpstr">
      <vt:lpstr>Arial</vt:lpstr>
      <vt:lpstr>Avenir Medium</vt:lpstr>
      <vt:lpstr>Avenir-Book</vt:lpstr>
      <vt:lpstr>Calibri</vt:lpstr>
      <vt:lpstr>Franklin Gothic Book</vt:lpstr>
      <vt:lpstr>Franklin Gothic Medium</vt:lpstr>
      <vt:lpstr>Palatino Linotype</vt:lpstr>
      <vt:lpstr>Trebuchet MS</vt:lpstr>
      <vt:lpstr>Office Theme</vt:lpstr>
      <vt:lpstr>MC_JH_VERSION_3</vt:lpstr>
      <vt:lpstr>24_Blank Presentation</vt:lpstr>
      <vt:lpstr>PowerPoint Presentation</vt:lpstr>
      <vt:lpstr>How we create impact</vt:lpstr>
      <vt:lpstr>Performance Path</vt:lpstr>
      <vt:lpstr>Performance Path</vt:lpstr>
      <vt:lpstr>PowerPoint Presentation</vt:lpstr>
      <vt:lpstr>PowerPoint Presentation</vt:lpstr>
      <vt:lpstr>Alignment</vt:lpstr>
      <vt:lpstr>PowerPoint Presentation</vt:lpstr>
      <vt:lpstr>We  take all the noise, disruption,  frustration and complexity of the new economy and bring you a clear, concise and simple path for your team to get results.</vt:lpstr>
      <vt:lpstr>Emerging vs. Established Demand</vt:lpstr>
      <vt:lpstr>PowerPoint Presentation</vt:lpstr>
      <vt:lpstr>What worked in the past…Worked in the Past</vt:lpstr>
      <vt:lpstr>Shifting the Mindset Retreat and Reinvent</vt:lpstr>
      <vt:lpstr>a step-wise approach  </vt:lpstr>
      <vt:lpstr>Strategy isn’t something, it is everything</vt:lpstr>
      <vt:lpstr>PowerPoint Presentation</vt:lpstr>
      <vt:lpstr>PowerPoint Presentation</vt:lpstr>
      <vt:lpstr>a step-wise approach  </vt:lpstr>
      <vt:lpstr>PowerPoint Presentation</vt:lpstr>
      <vt:lpstr>Elevating the revenue approach</vt:lpstr>
      <vt:lpstr>Yet, we expect the performance meant for today</vt:lpstr>
      <vt:lpstr>How Sales and Marketing creates demand</vt:lpstr>
      <vt:lpstr>PowerPoint Presentation</vt:lpstr>
      <vt:lpstr>Where you win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Kate Burda</dc:creator>
  <cp:lastModifiedBy>Kate Burda</cp:lastModifiedBy>
  <cp:revision>2</cp:revision>
  <cp:lastPrinted>2020-04-27T21:38:29Z</cp:lastPrinted>
  <dcterms:created xsi:type="dcterms:W3CDTF">2020-04-27T16:06:42Z</dcterms:created>
  <dcterms:modified xsi:type="dcterms:W3CDTF">2021-11-14T00:44:29Z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0x01010075409FC017C7BF40961EF880411E08B5</vt:lpwstr>
  </property>
</Properties>
</file>