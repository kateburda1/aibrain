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4135" r:id="rId5"/>
    <p:sldId id="4170" r:id="rId6"/>
    <p:sldId id="4171" r:id="rId7"/>
    <p:sldId id="4173" r:id="rId8"/>
    <p:sldId id="2140755491" r:id="rId9"/>
    <p:sldId id="41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DCF9C9-6838-2F01-F3FC-EFCE4582AF9F}" name="Tristan Carty" initials="TC" userId="S::tristan@thecartycollective.com::aaecc192-4e53-4f1c-81a5-906a3d1806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1072"/>
    <a:srgbClr val="D51067"/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B789F-37E5-5945-821C-BF71A11D28E1}" v="3" dt="2025-08-11T20:02:54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817"/>
  </p:normalViewPr>
  <p:slideViewPr>
    <p:cSldViewPr snapToGrid="0">
      <p:cViewPr varScale="1">
        <p:scale>
          <a:sx n="103" d="100"/>
          <a:sy n="103" d="100"/>
        </p:scale>
        <p:origin x="1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400B789F-37E5-5945-821C-BF71A11D28E1}"/>
    <pc:docChg chg="custSel addSld delSld modSld">
      <pc:chgData name="Kate Burda" userId="44c1ea53-84f5-4c7e-8f48-bfeb434f1f02" providerId="ADAL" clId="{400B789F-37E5-5945-821C-BF71A11D28E1}" dt="2025-08-11T20:10:57.249" v="91" actId="20577"/>
      <pc:docMkLst>
        <pc:docMk/>
      </pc:docMkLst>
      <pc:sldChg chg="del">
        <pc:chgData name="Kate Burda" userId="44c1ea53-84f5-4c7e-8f48-bfeb434f1f02" providerId="ADAL" clId="{400B789F-37E5-5945-821C-BF71A11D28E1}" dt="2025-08-11T20:02:57.259" v="86" actId="2696"/>
        <pc:sldMkLst>
          <pc:docMk/>
          <pc:sldMk cId="0" sldId="258"/>
        </pc:sldMkLst>
      </pc:sldChg>
      <pc:sldChg chg="del">
        <pc:chgData name="Kate Burda" userId="44c1ea53-84f5-4c7e-8f48-bfeb434f1f02" providerId="ADAL" clId="{400B789F-37E5-5945-821C-BF71A11D28E1}" dt="2025-08-11T19:56:12.556" v="73" actId="2696"/>
        <pc:sldMkLst>
          <pc:docMk/>
          <pc:sldMk cId="250710135" sldId="263"/>
        </pc:sldMkLst>
      </pc:sldChg>
      <pc:sldChg chg="del">
        <pc:chgData name="Kate Burda" userId="44c1ea53-84f5-4c7e-8f48-bfeb434f1f02" providerId="ADAL" clId="{400B789F-37E5-5945-821C-BF71A11D28E1}" dt="2025-08-11T19:56:04.796" v="65" actId="2696"/>
        <pc:sldMkLst>
          <pc:docMk/>
          <pc:sldMk cId="3756507278" sldId="264"/>
        </pc:sldMkLst>
      </pc:sldChg>
      <pc:sldChg chg="del">
        <pc:chgData name="Kate Burda" userId="44c1ea53-84f5-4c7e-8f48-bfeb434f1f02" providerId="ADAL" clId="{400B789F-37E5-5945-821C-BF71A11D28E1}" dt="2025-08-11T19:56:04.891" v="67" actId="2696"/>
        <pc:sldMkLst>
          <pc:docMk/>
          <pc:sldMk cId="1671960402" sldId="265"/>
        </pc:sldMkLst>
      </pc:sldChg>
      <pc:sldChg chg="del">
        <pc:chgData name="Kate Burda" userId="44c1ea53-84f5-4c7e-8f48-bfeb434f1f02" providerId="ADAL" clId="{400B789F-37E5-5945-821C-BF71A11D28E1}" dt="2025-08-11T19:56:04.986" v="69" actId="2696"/>
        <pc:sldMkLst>
          <pc:docMk/>
          <pc:sldMk cId="1232609372" sldId="266"/>
        </pc:sldMkLst>
      </pc:sldChg>
      <pc:sldChg chg="del">
        <pc:chgData name="Kate Burda" userId="44c1ea53-84f5-4c7e-8f48-bfeb434f1f02" providerId="ADAL" clId="{400B789F-37E5-5945-821C-BF71A11D28E1}" dt="2025-08-11T19:56:04.936" v="68" actId="2696"/>
        <pc:sldMkLst>
          <pc:docMk/>
          <pc:sldMk cId="2102397914" sldId="267"/>
        </pc:sldMkLst>
      </pc:sldChg>
      <pc:sldChg chg="del">
        <pc:chgData name="Kate Burda" userId="44c1ea53-84f5-4c7e-8f48-bfeb434f1f02" providerId="ADAL" clId="{400B789F-37E5-5945-821C-BF71A11D28E1}" dt="2025-08-11T19:56:04.833" v="66" actId="2696"/>
        <pc:sldMkLst>
          <pc:docMk/>
          <pc:sldMk cId="2372977276" sldId="268"/>
        </pc:sldMkLst>
      </pc:sldChg>
      <pc:sldChg chg="del">
        <pc:chgData name="Kate Burda" userId="44c1ea53-84f5-4c7e-8f48-bfeb434f1f02" providerId="ADAL" clId="{400B789F-37E5-5945-821C-BF71A11D28E1}" dt="2025-08-11T19:55:08.015" v="62" actId="2696"/>
        <pc:sldMkLst>
          <pc:docMk/>
          <pc:sldMk cId="1436512022" sldId="269"/>
        </pc:sldMkLst>
      </pc:sldChg>
      <pc:sldChg chg="del">
        <pc:chgData name="Kate Burda" userId="44c1ea53-84f5-4c7e-8f48-bfeb434f1f02" providerId="ADAL" clId="{400B789F-37E5-5945-821C-BF71A11D28E1}" dt="2025-08-11T19:55:08.018" v="63" actId="2696"/>
        <pc:sldMkLst>
          <pc:docMk/>
          <pc:sldMk cId="2554561249" sldId="379"/>
        </pc:sldMkLst>
      </pc:sldChg>
      <pc:sldChg chg="del">
        <pc:chgData name="Kate Burda" userId="44c1ea53-84f5-4c7e-8f48-bfeb434f1f02" providerId="ADAL" clId="{400B789F-37E5-5945-821C-BF71A11D28E1}" dt="2025-08-11T19:58:24.400" v="84" actId="2696"/>
        <pc:sldMkLst>
          <pc:docMk/>
          <pc:sldMk cId="492905647" sldId="399"/>
        </pc:sldMkLst>
      </pc:sldChg>
      <pc:sldChg chg="del">
        <pc:chgData name="Kate Burda" userId="44c1ea53-84f5-4c7e-8f48-bfeb434f1f02" providerId="ADAL" clId="{400B789F-37E5-5945-821C-BF71A11D28E1}" dt="2025-08-11T19:55:08.022" v="64" actId="2696"/>
        <pc:sldMkLst>
          <pc:docMk/>
          <pc:sldMk cId="4118561297" sldId="2182"/>
        </pc:sldMkLst>
      </pc:sldChg>
      <pc:sldChg chg="del">
        <pc:chgData name="Kate Burda" userId="44c1ea53-84f5-4c7e-8f48-bfeb434f1f02" providerId="ADAL" clId="{400B789F-37E5-5945-821C-BF71A11D28E1}" dt="2025-08-11T19:55:08.002" v="58" actId="2696"/>
        <pc:sldMkLst>
          <pc:docMk/>
          <pc:sldMk cId="1407055369" sldId="2184"/>
        </pc:sldMkLst>
      </pc:sldChg>
      <pc:sldChg chg="del">
        <pc:chgData name="Kate Burda" userId="44c1ea53-84f5-4c7e-8f48-bfeb434f1f02" providerId="ADAL" clId="{400B789F-37E5-5945-821C-BF71A11D28E1}" dt="2025-08-11T19:56:16.747" v="74" actId="2696"/>
        <pc:sldMkLst>
          <pc:docMk/>
          <pc:sldMk cId="1423287674" sldId="4068"/>
        </pc:sldMkLst>
      </pc:sldChg>
      <pc:sldChg chg="del">
        <pc:chgData name="Kate Burda" userId="44c1ea53-84f5-4c7e-8f48-bfeb434f1f02" providerId="ADAL" clId="{400B789F-37E5-5945-821C-BF71A11D28E1}" dt="2025-08-11T19:55:08.005" v="59" actId="2696"/>
        <pc:sldMkLst>
          <pc:docMk/>
          <pc:sldMk cId="3868733034" sldId="4130"/>
        </pc:sldMkLst>
      </pc:sldChg>
      <pc:sldChg chg="del">
        <pc:chgData name="Kate Burda" userId="44c1ea53-84f5-4c7e-8f48-bfeb434f1f02" providerId="ADAL" clId="{400B789F-37E5-5945-821C-BF71A11D28E1}" dt="2025-08-11T19:55:07.976" v="52" actId="2696"/>
        <pc:sldMkLst>
          <pc:docMk/>
          <pc:sldMk cId="1128332548" sldId="4133"/>
        </pc:sldMkLst>
      </pc:sldChg>
      <pc:sldChg chg="del">
        <pc:chgData name="Kate Burda" userId="44c1ea53-84f5-4c7e-8f48-bfeb434f1f02" providerId="ADAL" clId="{400B789F-37E5-5945-821C-BF71A11D28E1}" dt="2025-08-11T19:56:16.788" v="75" actId="2696"/>
        <pc:sldMkLst>
          <pc:docMk/>
          <pc:sldMk cId="2592066562" sldId="4134"/>
        </pc:sldMkLst>
      </pc:sldChg>
      <pc:sldChg chg="addSp delSp modSp mod">
        <pc:chgData name="Kate Burda" userId="44c1ea53-84f5-4c7e-8f48-bfeb434f1f02" providerId="ADAL" clId="{400B789F-37E5-5945-821C-BF71A11D28E1}" dt="2025-08-11T20:05:15.337" v="90" actId="2085"/>
        <pc:sldMkLst>
          <pc:docMk/>
          <pc:sldMk cId="165470004" sldId="4135"/>
        </pc:sldMkLst>
        <pc:spChg chg="mod">
          <ac:chgData name="Kate Burda" userId="44c1ea53-84f5-4c7e-8f48-bfeb434f1f02" providerId="ADAL" clId="{400B789F-37E5-5945-821C-BF71A11D28E1}" dt="2025-08-11T20:05:15.337" v="90" actId="2085"/>
          <ac:spMkLst>
            <pc:docMk/>
            <pc:sldMk cId="165470004" sldId="4135"/>
            <ac:spMk id="4" creationId="{00000000-0000-0000-0000-000000000000}"/>
          </ac:spMkLst>
        </pc:spChg>
        <pc:spChg chg="mod">
          <ac:chgData name="Kate Burda" userId="44c1ea53-84f5-4c7e-8f48-bfeb434f1f02" providerId="ADAL" clId="{400B789F-37E5-5945-821C-BF71A11D28E1}" dt="2025-08-11T19:52:19.794" v="43" actId="14100"/>
          <ac:spMkLst>
            <pc:docMk/>
            <pc:sldMk cId="165470004" sldId="4135"/>
            <ac:spMk id="7" creationId="{00000000-0000-0000-0000-000000000000}"/>
          </ac:spMkLst>
        </pc:spChg>
        <pc:spChg chg="mod">
          <ac:chgData name="Kate Burda" userId="44c1ea53-84f5-4c7e-8f48-bfeb434f1f02" providerId="ADAL" clId="{400B789F-37E5-5945-821C-BF71A11D28E1}" dt="2025-08-11T19:52:13.308" v="42" actId="20577"/>
          <ac:spMkLst>
            <pc:docMk/>
            <pc:sldMk cId="165470004" sldId="4135"/>
            <ac:spMk id="8" creationId="{00000000-0000-0000-0000-000000000000}"/>
          </ac:spMkLst>
        </pc:spChg>
        <pc:picChg chg="add mod">
          <ac:chgData name="Kate Burda" userId="44c1ea53-84f5-4c7e-8f48-bfeb434f1f02" providerId="ADAL" clId="{400B789F-37E5-5945-821C-BF71A11D28E1}" dt="2025-08-11T19:54:47.407" v="50" actId="167"/>
          <ac:picMkLst>
            <pc:docMk/>
            <pc:sldMk cId="165470004" sldId="4135"/>
            <ac:picMk id="6" creationId="{8F315F43-D805-DA8C-CA93-4F8467D50E0F}"/>
          </ac:picMkLst>
        </pc:picChg>
        <pc:picChg chg="del">
          <ac:chgData name="Kate Burda" userId="44c1ea53-84f5-4c7e-8f48-bfeb434f1f02" providerId="ADAL" clId="{400B789F-37E5-5945-821C-BF71A11D28E1}" dt="2025-08-11T19:51:24.936" v="0" actId="478"/>
          <ac:picMkLst>
            <pc:docMk/>
            <pc:sldMk cId="165470004" sldId="4135"/>
            <ac:picMk id="15" creationId="{C1FE091C-30B5-97C6-A92C-4DC093CCBCBF}"/>
          </ac:picMkLst>
        </pc:picChg>
      </pc:sldChg>
      <pc:sldChg chg="del">
        <pc:chgData name="Kate Burda" userId="44c1ea53-84f5-4c7e-8f48-bfeb434f1f02" providerId="ADAL" clId="{400B789F-37E5-5945-821C-BF71A11D28E1}" dt="2025-08-11T19:55:08.013" v="61" actId="2696"/>
        <pc:sldMkLst>
          <pc:docMk/>
          <pc:sldMk cId="2840813856" sldId="4150"/>
        </pc:sldMkLst>
      </pc:sldChg>
      <pc:sldChg chg="del">
        <pc:chgData name="Kate Burda" userId="44c1ea53-84f5-4c7e-8f48-bfeb434f1f02" providerId="ADAL" clId="{400B789F-37E5-5945-821C-BF71A11D28E1}" dt="2025-08-11T19:58:19.265" v="83" actId="2696"/>
        <pc:sldMkLst>
          <pc:docMk/>
          <pc:sldMk cId="2315330111" sldId="4161"/>
        </pc:sldMkLst>
      </pc:sldChg>
      <pc:sldChg chg="del">
        <pc:chgData name="Kate Burda" userId="44c1ea53-84f5-4c7e-8f48-bfeb434f1f02" providerId="ADAL" clId="{400B789F-37E5-5945-821C-BF71A11D28E1}" dt="2025-08-11T19:55:07.969" v="51" actId="2696"/>
        <pc:sldMkLst>
          <pc:docMk/>
          <pc:sldMk cId="656687970" sldId="4165"/>
        </pc:sldMkLst>
      </pc:sldChg>
      <pc:sldChg chg="del">
        <pc:chgData name="Kate Burda" userId="44c1ea53-84f5-4c7e-8f48-bfeb434f1f02" providerId="ADAL" clId="{400B789F-37E5-5945-821C-BF71A11D28E1}" dt="2025-08-11T20:03:04.731" v="87" actId="2696"/>
        <pc:sldMkLst>
          <pc:docMk/>
          <pc:sldMk cId="827288725" sldId="4166"/>
        </pc:sldMkLst>
      </pc:sldChg>
      <pc:sldChg chg="modSp add mod">
        <pc:chgData name="Kate Burda" userId="44c1ea53-84f5-4c7e-8f48-bfeb434f1f02" providerId="ADAL" clId="{400B789F-37E5-5945-821C-BF71A11D28E1}" dt="2025-08-11T20:03:23.100" v="88" actId="20577"/>
        <pc:sldMkLst>
          <pc:docMk/>
          <pc:sldMk cId="2041618948" sldId="4170"/>
        </pc:sldMkLst>
        <pc:spChg chg="mod">
          <ac:chgData name="Kate Burda" userId="44c1ea53-84f5-4c7e-8f48-bfeb434f1f02" providerId="ADAL" clId="{400B789F-37E5-5945-821C-BF71A11D28E1}" dt="2025-08-11T20:03:23.100" v="88" actId="20577"/>
          <ac:spMkLst>
            <pc:docMk/>
            <pc:sldMk cId="2041618948" sldId="4170"/>
            <ac:spMk id="88" creationId="{00000000-0000-0000-0000-000000000000}"/>
          </ac:spMkLst>
        </pc:spChg>
      </pc:sldChg>
      <pc:sldChg chg="del">
        <pc:chgData name="Kate Burda" userId="44c1ea53-84f5-4c7e-8f48-bfeb434f1f02" providerId="ADAL" clId="{400B789F-37E5-5945-821C-BF71A11D28E1}" dt="2025-08-11T19:55:07.987" v="54" actId="2696"/>
        <pc:sldMkLst>
          <pc:docMk/>
          <pc:sldMk cId="3581565231" sldId="4177"/>
        </pc:sldMkLst>
      </pc:sldChg>
      <pc:sldChg chg="del">
        <pc:chgData name="Kate Burda" userId="44c1ea53-84f5-4c7e-8f48-bfeb434f1f02" providerId="ADAL" clId="{400B789F-37E5-5945-821C-BF71A11D28E1}" dt="2025-08-11T19:55:07.996" v="56" actId="2696"/>
        <pc:sldMkLst>
          <pc:docMk/>
          <pc:sldMk cId="807669090" sldId="4184"/>
        </pc:sldMkLst>
      </pc:sldChg>
      <pc:sldChg chg="del">
        <pc:chgData name="Kate Burda" userId="44c1ea53-84f5-4c7e-8f48-bfeb434f1f02" providerId="ADAL" clId="{400B789F-37E5-5945-821C-BF71A11D28E1}" dt="2025-08-11T19:55:07.999" v="57" actId="2696"/>
        <pc:sldMkLst>
          <pc:docMk/>
          <pc:sldMk cId="3245116273" sldId="4186"/>
        </pc:sldMkLst>
      </pc:sldChg>
      <pc:sldChg chg="modSp mod">
        <pc:chgData name="Kate Burda" userId="44c1ea53-84f5-4c7e-8f48-bfeb434f1f02" providerId="ADAL" clId="{400B789F-37E5-5945-821C-BF71A11D28E1}" dt="2025-08-11T20:10:57.249" v="91" actId="20577"/>
        <pc:sldMkLst>
          <pc:docMk/>
          <pc:sldMk cId="0" sldId="4188"/>
        </pc:sldMkLst>
        <pc:spChg chg="mod">
          <ac:chgData name="Kate Burda" userId="44c1ea53-84f5-4c7e-8f48-bfeb434f1f02" providerId="ADAL" clId="{400B789F-37E5-5945-821C-BF71A11D28E1}" dt="2025-08-11T20:10:57.249" v="91" actId="20577"/>
          <ac:spMkLst>
            <pc:docMk/>
            <pc:sldMk cId="0" sldId="4188"/>
            <ac:spMk id="6" creationId="{E1BEABB6-E33D-10C4-4857-D44079BAB1B2}"/>
          </ac:spMkLst>
        </pc:spChg>
      </pc:sldChg>
      <pc:sldChg chg="del">
        <pc:chgData name="Kate Burda" userId="44c1ea53-84f5-4c7e-8f48-bfeb434f1f02" providerId="ADAL" clId="{400B789F-37E5-5945-821C-BF71A11D28E1}" dt="2025-08-11T19:55:07.991" v="55" actId="2696"/>
        <pc:sldMkLst>
          <pc:docMk/>
          <pc:sldMk cId="3041186309" sldId="4197"/>
        </pc:sldMkLst>
      </pc:sldChg>
      <pc:sldChg chg="del">
        <pc:chgData name="Kate Burda" userId="44c1ea53-84f5-4c7e-8f48-bfeb434f1f02" providerId="ADAL" clId="{400B789F-37E5-5945-821C-BF71A11D28E1}" dt="2025-08-11T19:56:05.035" v="70" actId="2696"/>
        <pc:sldMkLst>
          <pc:docMk/>
          <pc:sldMk cId="3673948332" sldId="4628"/>
        </pc:sldMkLst>
      </pc:sldChg>
      <pc:sldChg chg="del">
        <pc:chgData name="Kate Burda" userId="44c1ea53-84f5-4c7e-8f48-bfeb434f1f02" providerId="ADAL" clId="{400B789F-37E5-5945-821C-BF71A11D28E1}" dt="2025-08-11T19:56:05.132" v="71" actId="2696"/>
        <pc:sldMkLst>
          <pc:docMk/>
          <pc:sldMk cId="4275507684" sldId="4629"/>
        </pc:sldMkLst>
      </pc:sldChg>
      <pc:sldChg chg="del">
        <pc:chgData name="Kate Burda" userId="44c1ea53-84f5-4c7e-8f48-bfeb434f1f02" providerId="ADAL" clId="{400B789F-37E5-5945-821C-BF71A11D28E1}" dt="2025-08-11T19:56:31.150" v="77" actId="2696"/>
        <pc:sldMkLst>
          <pc:docMk/>
          <pc:sldMk cId="1612226772" sldId="4632"/>
        </pc:sldMkLst>
      </pc:sldChg>
      <pc:sldChg chg="del">
        <pc:chgData name="Kate Burda" userId="44c1ea53-84f5-4c7e-8f48-bfeb434f1f02" providerId="ADAL" clId="{400B789F-37E5-5945-821C-BF71A11D28E1}" dt="2025-08-11T19:56:31.201" v="79" actId="2696"/>
        <pc:sldMkLst>
          <pc:docMk/>
          <pc:sldMk cId="3379650796" sldId="4634"/>
        </pc:sldMkLst>
      </pc:sldChg>
      <pc:sldChg chg="del">
        <pc:chgData name="Kate Burda" userId="44c1ea53-84f5-4c7e-8f48-bfeb434f1f02" providerId="ADAL" clId="{400B789F-37E5-5945-821C-BF71A11D28E1}" dt="2025-08-11T19:55:08.010" v="60" actId="2696"/>
        <pc:sldMkLst>
          <pc:docMk/>
          <pc:sldMk cId="3606304166" sldId="4636"/>
        </pc:sldMkLst>
      </pc:sldChg>
      <pc:sldChg chg="del">
        <pc:chgData name="Kate Burda" userId="44c1ea53-84f5-4c7e-8f48-bfeb434f1f02" providerId="ADAL" clId="{400B789F-37E5-5945-821C-BF71A11D28E1}" dt="2025-08-11T19:55:07.982" v="53" actId="2696"/>
        <pc:sldMkLst>
          <pc:docMk/>
          <pc:sldMk cId="3591785626" sldId="4637"/>
        </pc:sldMkLst>
      </pc:sldChg>
      <pc:sldChg chg="del">
        <pc:chgData name="Kate Burda" userId="44c1ea53-84f5-4c7e-8f48-bfeb434f1f02" providerId="ADAL" clId="{400B789F-37E5-5945-821C-BF71A11D28E1}" dt="2025-08-11T19:56:21.509" v="76" actId="2696"/>
        <pc:sldMkLst>
          <pc:docMk/>
          <pc:sldMk cId="763663448" sldId="4638"/>
        </pc:sldMkLst>
      </pc:sldChg>
      <pc:sldChg chg="del">
        <pc:chgData name="Kate Burda" userId="44c1ea53-84f5-4c7e-8f48-bfeb434f1f02" providerId="ADAL" clId="{400B789F-37E5-5945-821C-BF71A11D28E1}" dt="2025-08-11T19:56:12.456" v="72" actId="2696"/>
        <pc:sldMkLst>
          <pc:docMk/>
          <pc:sldMk cId="1670866528" sldId="4639"/>
        </pc:sldMkLst>
      </pc:sldChg>
      <pc:sldChg chg="del">
        <pc:chgData name="Kate Burda" userId="44c1ea53-84f5-4c7e-8f48-bfeb434f1f02" providerId="ADAL" clId="{400B789F-37E5-5945-821C-BF71A11D28E1}" dt="2025-08-11T19:58:16.572" v="82" actId="2696"/>
        <pc:sldMkLst>
          <pc:docMk/>
          <pc:sldMk cId="2405328383" sldId="2140755487"/>
        </pc:sldMkLst>
      </pc:sldChg>
      <pc:sldChg chg="del">
        <pc:chgData name="Kate Burda" userId="44c1ea53-84f5-4c7e-8f48-bfeb434f1f02" providerId="ADAL" clId="{400B789F-37E5-5945-821C-BF71A11D28E1}" dt="2025-08-11T19:56:31.179" v="78" actId="2696"/>
        <pc:sldMkLst>
          <pc:docMk/>
          <pc:sldMk cId="3909522504" sldId="2140755489"/>
        </pc:sldMkLst>
      </pc:sldChg>
      <pc:sldChg chg="del">
        <pc:chgData name="Kate Burda" userId="44c1ea53-84f5-4c7e-8f48-bfeb434f1f02" providerId="ADAL" clId="{400B789F-37E5-5945-821C-BF71A11D28E1}" dt="2025-08-11T19:56:31.256" v="80" actId="2696"/>
        <pc:sldMkLst>
          <pc:docMk/>
          <pc:sldMk cId="3206162095" sldId="2140755490"/>
        </pc:sldMkLst>
      </pc:sldChg>
      <pc:sldChg chg="del">
        <pc:chgData name="Kate Burda" userId="44c1ea53-84f5-4c7e-8f48-bfeb434f1f02" providerId="ADAL" clId="{400B789F-37E5-5945-821C-BF71A11D28E1}" dt="2025-08-11T19:58:08.212" v="81" actId="2696"/>
        <pc:sldMkLst>
          <pc:docMk/>
          <pc:sldMk cId="2728015476" sldId="2140755492"/>
        </pc:sldMkLst>
      </pc:sldChg>
    </pc:docChg>
  </pc:docChgLst>
  <pc:docChgLst>
    <pc:chgData name="Kate Burda" userId="44c1ea53-84f5-4c7e-8f48-bfeb434f1f02" providerId="ADAL" clId="{6A84EEEB-19AC-A742-B806-AEA004BD7C4B}"/>
    <pc:docChg chg="undo custSel addSld delSld modSld sldOrd">
      <pc:chgData name="Kate Burda" userId="44c1ea53-84f5-4c7e-8f48-bfeb434f1f02" providerId="ADAL" clId="{6A84EEEB-19AC-A742-B806-AEA004BD7C4B}" dt="2025-02-15T16:27:08.932" v="6257" actId="20577"/>
      <pc:docMkLst>
        <pc:docMk/>
      </pc:docMkLst>
      <pc:sldChg chg="modSp mod">
        <pc:chgData name="Kate Burda" userId="44c1ea53-84f5-4c7e-8f48-bfeb434f1f02" providerId="ADAL" clId="{6A84EEEB-19AC-A742-B806-AEA004BD7C4B}" dt="2025-01-03T15:37:57.708" v="832" actId="207"/>
        <pc:sldMkLst>
          <pc:docMk/>
          <pc:sldMk cId="2102397914" sldId="267"/>
        </pc:sldMkLst>
      </pc:sldChg>
      <pc:sldChg chg="modSp mod">
        <pc:chgData name="Kate Burda" userId="44c1ea53-84f5-4c7e-8f48-bfeb434f1f02" providerId="ADAL" clId="{6A84EEEB-19AC-A742-B806-AEA004BD7C4B}" dt="2025-01-03T15:37:45.266" v="831" actId="404"/>
        <pc:sldMkLst>
          <pc:docMk/>
          <pc:sldMk cId="2372977276" sldId="268"/>
        </pc:sldMkLst>
      </pc:sldChg>
      <pc:sldChg chg="modSp mod">
        <pc:chgData name="Kate Burda" userId="44c1ea53-84f5-4c7e-8f48-bfeb434f1f02" providerId="ADAL" clId="{6A84EEEB-19AC-A742-B806-AEA004BD7C4B}" dt="2025-02-15T16:15:27.509" v="6169" actId="20577"/>
        <pc:sldMkLst>
          <pc:docMk/>
          <pc:sldMk cId="2554561249" sldId="379"/>
        </pc:sldMkLst>
      </pc:sldChg>
      <pc:sldChg chg="modAnim">
        <pc:chgData name="Kate Burda" userId="44c1ea53-84f5-4c7e-8f48-bfeb434f1f02" providerId="ADAL" clId="{6A84EEEB-19AC-A742-B806-AEA004BD7C4B}" dt="2025-01-03T01:38:51.598" v="9"/>
        <pc:sldMkLst>
          <pc:docMk/>
          <pc:sldMk cId="492905647" sldId="399"/>
        </pc:sldMkLst>
      </pc:sldChg>
      <pc:sldChg chg="modSp mod">
        <pc:chgData name="Kate Burda" userId="44c1ea53-84f5-4c7e-8f48-bfeb434f1f02" providerId="ADAL" clId="{6A84EEEB-19AC-A742-B806-AEA004BD7C4B}" dt="2025-01-03T16:14:30.106" v="1560" actId="14100"/>
        <pc:sldMkLst>
          <pc:docMk/>
          <pc:sldMk cId="3868733034" sldId="4130"/>
        </pc:sldMkLst>
      </pc:sldChg>
      <pc:sldChg chg="modSp mod">
        <pc:chgData name="Kate Burda" userId="44c1ea53-84f5-4c7e-8f48-bfeb434f1f02" providerId="ADAL" clId="{6A84EEEB-19AC-A742-B806-AEA004BD7C4B}" dt="2025-02-15T16:11:59.463" v="6094" actId="20577"/>
        <pc:sldMkLst>
          <pc:docMk/>
          <pc:sldMk cId="165470004" sldId="4135"/>
        </pc:sldMkLst>
      </pc:sldChg>
      <pc:sldChg chg="addSp delSp modSp mod">
        <pc:chgData name="Kate Burda" userId="44c1ea53-84f5-4c7e-8f48-bfeb434f1f02" providerId="ADAL" clId="{6A84EEEB-19AC-A742-B806-AEA004BD7C4B}" dt="2025-01-03T17:00:36.031" v="1561" actId="1076"/>
        <pc:sldMkLst>
          <pc:docMk/>
          <pc:sldMk cId="2840813856" sldId="4150"/>
        </pc:sldMkLst>
      </pc:sldChg>
      <pc:sldChg chg="ord">
        <pc:chgData name="Kate Burda" userId="44c1ea53-84f5-4c7e-8f48-bfeb434f1f02" providerId="ADAL" clId="{6A84EEEB-19AC-A742-B806-AEA004BD7C4B}" dt="2025-01-03T14:16:06.702" v="14" actId="20578"/>
        <pc:sldMkLst>
          <pc:docMk/>
          <pc:sldMk cId="827288725" sldId="4166"/>
        </pc:sldMkLst>
      </pc:sldChg>
      <pc:sldChg chg="addSp delSp modSp mod">
        <pc:chgData name="Kate Burda" userId="44c1ea53-84f5-4c7e-8f48-bfeb434f1f02" providerId="ADAL" clId="{6A84EEEB-19AC-A742-B806-AEA004BD7C4B}" dt="2025-01-03T15:46:01.810" v="902" actId="20577"/>
        <pc:sldMkLst>
          <pc:docMk/>
          <pc:sldMk cId="1758519867" sldId="4171"/>
        </pc:sldMkLst>
      </pc:sldChg>
      <pc:sldChg chg="addSp delSp modSp mod">
        <pc:chgData name="Kate Burda" userId="44c1ea53-84f5-4c7e-8f48-bfeb434f1f02" providerId="ADAL" clId="{6A84EEEB-19AC-A742-B806-AEA004BD7C4B}" dt="2025-01-03T15:28:22.705" v="787" actId="20577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6A84EEEB-19AC-A742-B806-AEA004BD7C4B}" dt="2025-01-03T15:18:06.201" v="685" actId="20577"/>
        <pc:sldMkLst>
          <pc:docMk/>
          <pc:sldMk cId="807669090" sldId="4184"/>
        </pc:sldMkLst>
      </pc:sldChg>
      <pc:sldChg chg="modSp mod">
        <pc:chgData name="Kate Burda" userId="44c1ea53-84f5-4c7e-8f48-bfeb434f1f02" providerId="ADAL" clId="{6A84EEEB-19AC-A742-B806-AEA004BD7C4B}" dt="2025-01-03T14:53:17.886" v="603" actId="20577"/>
        <pc:sldMkLst>
          <pc:docMk/>
          <pc:sldMk cId="3245116273" sldId="4186"/>
        </pc:sldMkLst>
      </pc:sldChg>
      <pc:sldChg chg="modSp mod">
        <pc:chgData name="Kate Burda" userId="44c1ea53-84f5-4c7e-8f48-bfeb434f1f02" providerId="ADAL" clId="{6A84EEEB-19AC-A742-B806-AEA004BD7C4B}" dt="2025-01-03T01:43:19.852" v="11" actId="1076"/>
        <pc:sldMkLst>
          <pc:docMk/>
          <pc:sldMk cId="0" sldId="4188"/>
        </pc:sldMkLst>
      </pc:sldChg>
      <pc:sldChg chg="addSp delSp modSp mod">
        <pc:chgData name="Kate Burda" userId="44c1ea53-84f5-4c7e-8f48-bfeb434f1f02" providerId="ADAL" clId="{6A84EEEB-19AC-A742-B806-AEA004BD7C4B}" dt="2025-01-03T15:08:29.964" v="625" actId="1076"/>
        <pc:sldMkLst>
          <pc:docMk/>
          <pc:sldMk cId="3041186309" sldId="4197"/>
        </pc:sldMkLst>
      </pc:sldChg>
      <pc:sldChg chg="addSp delSp modSp add mod">
        <pc:chgData name="Kate Burda" userId="44c1ea53-84f5-4c7e-8f48-bfeb434f1f02" providerId="ADAL" clId="{6A84EEEB-19AC-A742-B806-AEA004BD7C4B}" dt="2025-02-05T15:23:16.687" v="4140" actId="1076"/>
        <pc:sldMkLst>
          <pc:docMk/>
          <pc:sldMk cId="1612226772" sldId="4632"/>
        </pc:sldMkLst>
      </pc:sldChg>
      <pc:sldChg chg="addSp delSp modSp add mod">
        <pc:chgData name="Kate Burda" userId="44c1ea53-84f5-4c7e-8f48-bfeb434f1f02" providerId="ADAL" clId="{6A84EEEB-19AC-A742-B806-AEA004BD7C4B}" dt="2025-02-05T16:53:56.618" v="5426" actId="207"/>
        <pc:sldMkLst>
          <pc:docMk/>
          <pc:sldMk cId="3379650796" sldId="4634"/>
        </pc:sldMkLst>
      </pc:sldChg>
      <pc:sldChg chg="addSp delSp modSp add del mod">
        <pc:chgData name="Kate Burda" userId="44c1ea53-84f5-4c7e-8f48-bfeb434f1f02" providerId="ADAL" clId="{6A84EEEB-19AC-A742-B806-AEA004BD7C4B}" dt="2025-02-05T17:02:05.647" v="5948" actId="2696"/>
        <pc:sldMkLst>
          <pc:docMk/>
          <pc:sldMk cId="2349806863" sldId="4635"/>
        </pc:sldMkLst>
      </pc:sldChg>
      <pc:sldChg chg="modSp mod">
        <pc:chgData name="Kate Burda" userId="44c1ea53-84f5-4c7e-8f48-bfeb434f1f02" providerId="ADAL" clId="{6A84EEEB-19AC-A742-B806-AEA004BD7C4B}" dt="2025-02-15T16:27:08.932" v="6257" actId="20577"/>
        <pc:sldMkLst>
          <pc:docMk/>
          <pc:sldMk cId="3606304166" sldId="4636"/>
        </pc:sldMkLst>
      </pc:sldChg>
      <pc:sldChg chg="modSp mod">
        <pc:chgData name="Kate Burda" userId="44c1ea53-84f5-4c7e-8f48-bfeb434f1f02" providerId="ADAL" clId="{6A84EEEB-19AC-A742-B806-AEA004BD7C4B}" dt="2025-02-05T17:11:43.274" v="6092" actId="20577"/>
        <pc:sldMkLst>
          <pc:docMk/>
          <pc:sldMk cId="3591785626" sldId="4637"/>
        </pc:sldMkLst>
      </pc:sldChg>
      <pc:sldChg chg="addSp modSp mod">
        <pc:chgData name="Kate Burda" userId="44c1ea53-84f5-4c7e-8f48-bfeb434f1f02" providerId="ADAL" clId="{6A84EEEB-19AC-A742-B806-AEA004BD7C4B}" dt="2025-01-03T16:08:12.518" v="1530" actId="20577"/>
        <pc:sldMkLst>
          <pc:docMk/>
          <pc:sldMk cId="2405328383" sldId="2140755487"/>
        </pc:sldMkLst>
      </pc:sldChg>
      <pc:sldChg chg="delSp modSp add del mod">
        <pc:chgData name="Kate Burda" userId="44c1ea53-84f5-4c7e-8f48-bfeb434f1f02" providerId="ADAL" clId="{6A84EEEB-19AC-A742-B806-AEA004BD7C4B}" dt="2025-02-05T16:27:34.656" v="4432" actId="2696"/>
        <pc:sldMkLst>
          <pc:docMk/>
          <pc:sldMk cId="1920095942" sldId="2140755488"/>
        </pc:sldMkLst>
      </pc:sldChg>
      <pc:sldChg chg="addSp delSp modSp add mod">
        <pc:chgData name="Kate Burda" userId="44c1ea53-84f5-4c7e-8f48-bfeb434f1f02" providerId="ADAL" clId="{6A84EEEB-19AC-A742-B806-AEA004BD7C4B}" dt="2025-02-05T17:02:56.726" v="5971" actId="1076"/>
        <pc:sldMkLst>
          <pc:docMk/>
          <pc:sldMk cId="3909522504" sldId="2140755489"/>
        </pc:sldMkLst>
      </pc:sldChg>
      <pc:sldChg chg="addSp delSp modSp add mod">
        <pc:chgData name="Kate Burda" userId="44c1ea53-84f5-4c7e-8f48-bfeb434f1f02" providerId="ADAL" clId="{6A84EEEB-19AC-A742-B806-AEA004BD7C4B}" dt="2025-02-05T17:01:21.687" v="5944" actId="20577"/>
        <pc:sldMkLst>
          <pc:docMk/>
          <pc:sldMk cId="3206162095" sldId="2140755490"/>
        </pc:sldMkLst>
      </pc:sldChg>
      <pc:sldChg chg="add">
        <pc:chgData name="Kate Burda" userId="44c1ea53-84f5-4c7e-8f48-bfeb434f1f02" providerId="ADAL" clId="{6A84EEEB-19AC-A742-B806-AEA004BD7C4B}" dt="2025-02-15T16:19:38.081" v="6170"/>
        <pc:sldMkLst>
          <pc:docMk/>
          <pc:sldMk cId="746502690" sldId="2140755491"/>
        </pc:sldMkLst>
      </pc:sldChg>
      <pc:sldChg chg="add">
        <pc:chgData name="Kate Burda" userId="44c1ea53-84f5-4c7e-8f48-bfeb434f1f02" providerId="ADAL" clId="{6A84EEEB-19AC-A742-B806-AEA004BD7C4B}" dt="2025-02-15T16:19:38.081" v="6170"/>
        <pc:sldMkLst>
          <pc:docMk/>
          <pc:sldMk cId="2728015476" sldId="2140755492"/>
        </pc:sldMkLst>
      </pc:sldChg>
    </pc:docChg>
  </pc:docChgLst>
  <pc:docChgLst>
    <pc:chgData name="Kate Burda" userId="44c1ea53-84f5-4c7e-8f48-bfeb434f1f02" providerId="ADAL" clId="{82CC5380-EB3C-8249-8441-33F4D5A90C58}"/>
    <pc:docChg chg="undo custSel modSld">
      <pc:chgData name="Kate Burda" userId="44c1ea53-84f5-4c7e-8f48-bfeb434f1f02" providerId="ADAL" clId="{82CC5380-EB3C-8249-8441-33F4D5A90C58}" dt="2025-05-20T02:16:03.849" v="1" actId="478"/>
      <pc:docMkLst>
        <pc:docMk/>
      </pc:docMkLst>
      <pc:sldChg chg="addSp delSp mod addAnim delAnim">
        <pc:chgData name="Kate Burda" userId="44c1ea53-84f5-4c7e-8f48-bfeb434f1f02" providerId="ADAL" clId="{82CC5380-EB3C-8249-8441-33F4D5A90C58}" dt="2025-05-20T02:16:03.849" v="1" actId="478"/>
        <pc:sldMkLst>
          <pc:docMk/>
          <pc:sldMk cId="1423287674" sldId="40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C56-3E14-034D-AF27-6C904A40B6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7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966200" y="2489200"/>
            <a:ext cx="3225800" cy="4368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19368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F1552B-B7F6-4E4C-B4A3-EC8BAFED2E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D163DC-5EF7-4A7C-9A04-A084CF18C74E}" type="datetime1">
              <a:rPr lang="en-IN" smtClean="0"/>
              <a:t>11/08/25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B023A1-930B-4BB8-89A1-8E397D1ACA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D29B61-8897-49B8-94E9-83FF61E6A2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646B31-EC42-4AA4-A03D-41379B95B1B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FECAC85-80BC-403D-BEEB-05A85910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2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F094B0E-DFF7-024B-A1B7-263AA7331561}" type="datetimeFigureOut">
              <a:rPr lang="en-US" smtClean="0"/>
              <a:pPr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ADE4FCF-A6C5-1446-A3B3-DDF1BB5772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71" r:id="rId13"/>
    <p:sldLayoutId id="2147483672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Kate@kateburd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horses running in a field&#10;&#10;AI-generated content may be incorrect.">
            <a:extLst>
              <a:ext uri="{FF2B5EF4-FFF2-40B4-BE49-F238E27FC236}">
                <a16:creationId xmlns:a16="http://schemas.microsoft.com/office/drawing/2014/main" id="{8F315F43-D805-DA8C-CA93-4F8467D50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38" y="0"/>
            <a:ext cx="12207538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-15538" y="5605153"/>
            <a:ext cx="12207538" cy="1252847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sz="2400" dirty="0"/>
          </a:p>
          <a:p>
            <a:r>
              <a:rPr lang="en-US" sz="2400" dirty="0">
                <a:latin typeface="Franklin Gothic Book" panose="020B0503020102020204" pitchFamily="34" charset="0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 Wendy McHenry, Glenn Wallace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" y="-2344"/>
            <a:ext cx="12184380" cy="449532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/>
          <p:nvPr/>
        </p:nvSpPr>
        <p:spPr>
          <a:xfrm>
            <a:off x="7930" y="3643579"/>
            <a:ext cx="12184380" cy="755426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8"/>
          <p:cNvSpPr txBox="1"/>
          <p:nvPr/>
        </p:nvSpPr>
        <p:spPr>
          <a:xfrm>
            <a:off x="295794" y="3715104"/>
            <a:ext cx="11794605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733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Mid Quarter Executive Review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6387049"/>
            <a:ext cx="7645400" cy="2504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ts val="933"/>
              </a:lnSpc>
              <a:spcBef>
                <a:spcPts val="1820"/>
              </a:spcBef>
            </a:pP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933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1067" spc="-4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Flying Horse Resort,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1067" spc="-7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1067" dirty="0">
              <a:latin typeface="Franklin Gothic Book" panose="020B0503020102020204" pitchFamily="34" charset="0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0FDA8-17A9-6432-09E7-477BCCA3A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514" y="5576066"/>
            <a:ext cx="2136556" cy="128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1 – Revenue Reveal 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The Approach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389162" y="1160971"/>
            <a:ext cx="11701237" cy="4918808"/>
            <a:chOff x="446013" y="1160970"/>
            <a:chExt cx="11701237" cy="4918813"/>
          </a:xfrm>
        </p:grpSpPr>
        <p:grpSp>
          <p:nvGrpSpPr>
            <p:cNvPr id="86" name="Group 85"/>
            <p:cNvGrpSpPr/>
            <p:nvPr/>
          </p:nvGrpSpPr>
          <p:grpSpPr>
            <a:xfrm>
              <a:off x="446013" y="1295400"/>
              <a:ext cx="3408505" cy="3971950"/>
              <a:chOff x="446013" y="1295400"/>
              <a:chExt cx="3408505" cy="3971950"/>
            </a:xfrm>
          </p:grpSpPr>
          <p:grpSp>
            <p:nvGrpSpPr>
              <p:cNvPr id="73" name="Group 72"/>
              <p:cNvGrpSpPr/>
              <p:nvPr/>
            </p:nvGrpSpPr>
            <p:grpSpPr>
              <a:xfrm>
                <a:off x="838275" y="1295400"/>
                <a:ext cx="3016243" cy="1470381"/>
                <a:chOff x="1346276" y="1295400"/>
                <a:chExt cx="3016243" cy="1470381"/>
              </a:xfrm>
            </p:grpSpPr>
            <p:sp>
              <p:nvSpPr>
                <p:cNvPr id="65" name="Rectangle 64"/>
                <p:cNvSpPr/>
                <p:nvPr/>
              </p:nvSpPr>
              <p:spPr>
                <a:xfrm>
                  <a:off x="1479255" y="1996146"/>
                  <a:ext cx="2883264" cy="76963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28594" indent="-228594" defTabSz="914377">
                    <a:buFont typeface="Arial" panose="020B0604020202020204" pitchFamily="34" charset="0"/>
                    <a:buChar char="•"/>
                    <a:defRPr/>
                  </a:pPr>
                  <a:r>
                    <a:rPr lang="en-US" sz="146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Franklin Gothic Book" panose="020B0503020102020204" pitchFamily="34" charset="0"/>
                      <a:cs typeface="Arial" panose="020B0604020202020204" pitchFamily="34" charset="0"/>
                    </a:rPr>
                    <a:t>What are the KPI’s and performance measurements that connect to our plan.</a:t>
                  </a:r>
                  <a:endParaRPr lang="en-US" sz="1467" dirty="0">
                    <a:solidFill>
                      <a:schemeClr val="accent6"/>
                    </a:solidFill>
                    <a:latin typeface="Franklin Gothic Book" panose="020B05030201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1346276" y="1295400"/>
                  <a:ext cx="2454594" cy="6669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867" b="1" dirty="0">
                      <a:solidFill>
                        <a:srgbClr val="B52372"/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Metrics &amp; Performance</a:t>
                  </a:r>
                </a:p>
              </p:txBody>
            </p:sp>
          </p:grpSp>
          <p:sp>
            <p:nvSpPr>
              <p:cNvPr id="68" name="TextBox 67"/>
              <p:cNvSpPr txBox="1"/>
              <p:nvPr/>
            </p:nvSpPr>
            <p:spPr>
              <a:xfrm>
                <a:off x="446013" y="4600372"/>
                <a:ext cx="2741840" cy="666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867" b="1" dirty="0">
                    <a:solidFill>
                      <a:srgbClr val="B52372"/>
                    </a:solidFill>
                    <a:latin typeface="Franklin Gothic Book" panose="020B050302010202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Art &amp; Talent Optimization</a:t>
                </a:r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9010552" y="1160970"/>
              <a:ext cx="3136698" cy="3890549"/>
              <a:chOff x="9010552" y="1160970"/>
              <a:chExt cx="3136698" cy="3890549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9027355" y="1160970"/>
                <a:ext cx="3119895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67" b="1" dirty="0">
                    <a:solidFill>
                      <a:srgbClr val="B52372"/>
                    </a:solidFill>
                    <a:latin typeface="Franklin Gothic Book" panose="020B050302010202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Science &amp; Strategy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9010552" y="4384541"/>
                <a:ext cx="3048729" cy="666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67" b="1" dirty="0">
                    <a:solidFill>
                      <a:srgbClr val="B52372"/>
                    </a:solidFill>
                    <a:latin typeface="Franklin Gothic Book" panose="020B050302010202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Process &amp; Customer Engagement</a:t>
                </a:r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3365020" y="1245373"/>
              <a:ext cx="5547343" cy="4834410"/>
              <a:chOff x="3365020" y="1245373"/>
              <a:chExt cx="5547343" cy="4834410"/>
            </a:xfrm>
          </p:grpSpPr>
          <p:grpSp>
            <p:nvGrpSpPr>
              <p:cNvPr id="59" name="Group 58"/>
              <p:cNvGrpSpPr/>
              <p:nvPr/>
            </p:nvGrpSpPr>
            <p:grpSpPr>
              <a:xfrm>
                <a:off x="3365020" y="1245373"/>
                <a:ext cx="5547343" cy="4834410"/>
                <a:chOff x="3312761" y="1245373"/>
                <a:chExt cx="5547343" cy="4834410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3312761" y="1485374"/>
                  <a:ext cx="5547343" cy="4056024"/>
                  <a:chOff x="3312761" y="1311206"/>
                  <a:chExt cx="5547343" cy="4056024"/>
                </a:xfrm>
              </p:grpSpPr>
              <p:cxnSp>
                <p:nvCxnSpPr>
                  <p:cNvPr id="55" name="Elbow Connector 54"/>
                  <p:cNvCxnSpPr/>
                  <p:nvPr/>
                </p:nvCxnSpPr>
                <p:spPr>
                  <a:xfrm>
                    <a:off x="7782019" y="4914541"/>
                    <a:ext cx="1078085" cy="452689"/>
                  </a:xfrm>
                  <a:prstGeom prst="bentConnector3">
                    <a:avLst/>
                  </a:prstGeom>
                  <a:noFill/>
                  <a:ln w="6350" cap="flat" cmpd="sng" algn="ctr">
                    <a:solidFill>
                      <a:srgbClr val="B52372"/>
                    </a:solidFill>
                    <a:prstDash val="solid"/>
                    <a:miter lim="800000"/>
                    <a:tailEnd type="oval"/>
                  </a:ln>
                  <a:effectLst/>
                </p:spPr>
              </p:cxnSp>
              <p:cxnSp>
                <p:nvCxnSpPr>
                  <p:cNvPr id="56" name="Elbow Connector 55"/>
                  <p:cNvCxnSpPr/>
                  <p:nvPr/>
                </p:nvCxnSpPr>
                <p:spPr>
                  <a:xfrm rot="10800000" flipV="1">
                    <a:off x="3312761" y="4853147"/>
                    <a:ext cx="992703" cy="420731"/>
                  </a:xfrm>
                  <a:prstGeom prst="bentConnector3">
                    <a:avLst/>
                  </a:prstGeom>
                  <a:noFill/>
                  <a:ln w="6350" cap="flat" cmpd="sng" algn="ctr">
                    <a:solidFill>
                      <a:srgbClr val="434343"/>
                    </a:solidFill>
                    <a:prstDash val="solid"/>
                    <a:miter lim="800000"/>
                    <a:tailEnd type="oval"/>
                  </a:ln>
                  <a:effectLst/>
                </p:spPr>
              </p:cxnSp>
              <p:cxnSp>
                <p:nvCxnSpPr>
                  <p:cNvPr id="57" name="Elbow Connector 56"/>
                  <p:cNvCxnSpPr/>
                  <p:nvPr/>
                </p:nvCxnSpPr>
                <p:spPr>
                  <a:xfrm flipV="1">
                    <a:off x="7782019" y="1458434"/>
                    <a:ext cx="1078085" cy="645381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6350" cap="flat" cmpd="sng" algn="ctr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  <a:miter lim="800000"/>
                    <a:tailEnd type="oval"/>
                  </a:ln>
                  <a:effectLst/>
                </p:spPr>
              </p:cxnSp>
              <p:cxnSp>
                <p:nvCxnSpPr>
                  <p:cNvPr id="58" name="Elbow Connector 57"/>
                  <p:cNvCxnSpPr/>
                  <p:nvPr/>
                </p:nvCxnSpPr>
                <p:spPr>
                  <a:xfrm rot="10800000">
                    <a:off x="3378149" y="1311206"/>
                    <a:ext cx="927315" cy="792608"/>
                  </a:xfrm>
                  <a:prstGeom prst="bentConnector3">
                    <a:avLst/>
                  </a:prstGeom>
                  <a:noFill/>
                  <a:ln w="6350" cap="flat" cmpd="sng" algn="ctr">
                    <a:solidFill>
                      <a:srgbClr val="B52372"/>
                    </a:solidFill>
                    <a:prstDash val="solid"/>
                    <a:miter lim="800000"/>
                    <a:tailEnd type="oval"/>
                  </a:ln>
                  <a:effectLst/>
                </p:spPr>
              </p:cxnSp>
            </p:grpSp>
            <p:grpSp>
              <p:nvGrpSpPr>
                <p:cNvPr id="7" name="Group 6"/>
                <p:cNvGrpSpPr/>
                <p:nvPr/>
              </p:nvGrpSpPr>
              <p:grpSpPr>
                <a:xfrm>
                  <a:off x="3699989" y="1245373"/>
                  <a:ext cx="4834411" cy="4834410"/>
                  <a:chOff x="3699989" y="1071205"/>
                  <a:chExt cx="4834411" cy="4834410"/>
                </a:xfrm>
              </p:grpSpPr>
              <p:sp>
                <p:nvSpPr>
                  <p:cNvPr id="38" name="Donut 37"/>
                  <p:cNvSpPr/>
                  <p:nvPr/>
                </p:nvSpPr>
                <p:spPr>
                  <a:xfrm>
                    <a:off x="4087218" y="1458434"/>
                    <a:ext cx="4059952" cy="4059952"/>
                  </a:xfrm>
                  <a:prstGeom prst="donut">
                    <a:avLst>
                      <a:gd name="adj" fmla="val 176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377">
                      <a:defRPr/>
                    </a:pPr>
                    <a:endParaRPr lang="en-US" kern="0" dirty="0">
                      <a:solidFill>
                        <a:prstClr val="white"/>
                      </a:solidFill>
                      <a:latin typeface="Franklin Gothic Book" panose="020B0503020102020204" pitchFamily="34" charset="0"/>
                    </a:endParaRPr>
                  </a:p>
                </p:txBody>
              </p:sp>
              <p:grpSp>
                <p:nvGrpSpPr>
                  <p:cNvPr id="39" name="Group 38"/>
                  <p:cNvGrpSpPr/>
                  <p:nvPr/>
                </p:nvGrpSpPr>
                <p:grpSpPr>
                  <a:xfrm>
                    <a:off x="3699989" y="1071205"/>
                    <a:ext cx="4834411" cy="4834410"/>
                    <a:chOff x="4167082" y="1538298"/>
                    <a:chExt cx="3900225" cy="3900224"/>
                  </a:xfrm>
                </p:grpSpPr>
                <p:sp>
                  <p:nvSpPr>
                    <p:cNvPr id="51" name="Freeform 50"/>
                    <p:cNvSpPr/>
                    <p:nvPr/>
                  </p:nvSpPr>
                  <p:spPr>
                    <a:xfrm>
                      <a:off x="4167082" y="1541701"/>
                      <a:ext cx="1754169" cy="1754169"/>
                    </a:xfrm>
                    <a:custGeom>
                      <a:avLst/>
                      <a:gdLst>
                        <a:gd name="connsiteX0" fmla="*/ 1754169 w 1754169"/>
                        <a:gd name="connsiteY0" fmla="*/ 0 h 1754170"/>
                        <a:gd name="connsiteX1" fmla="*/ 1754169 w 1754169"/>
                        <a:gd name="connsiteY1" fmla="*/ 903195 h 1754170"/>
                        <a:gd name="connsiteX2" fmla="*/ 1735337 w 1754169"/>
                        <a:gd name="connsiteY2" fmla="*/ 906069 h 1754170"/>
                        <a:gd name="connsiteX3" fmla="*/ 906069 w 1754169"/>
                        <a:gd name="connsiteY3" fmla="*/ 1735337 h 1754170"/>
                        <a:gd name="connsiteX4" fmla="*/ 903195 w 1754169"/>
                        <a:gd name="connsiteY4" fmla="*/ 1754170 h 1754170"/>
                        <a:gd name="connsiteX5" fmla="*/ 0 w 1754169"/>
                        <a:gd name="connsiteY5" fmla="*/ 1754170 h 1754170"/>
                        <a:gd name="connsiteX6" fmla="*/ 225 w 1754169"/>
                        <a:gd name="connsiteY6" fmla="*/ 1749713 h 1754170"/>
                        <a:gd name="connsiteX7" fmla="*/ 1749713 w 1754169"/>
                        <a:gd name="connsiteY7" fmla="*/ 225 h 1754170"/>
                        <a:gd name="connsiteX8" fmla="*/ 1754169 w 1754169"/>
                        <a:gd name="connsiteY8" fmla="*/ 0 h 17541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54169" h="1754170">
                          <a:moveTo>
                            <a:pt x="1754169" y="0"/>
                          </a:moveTo>
                          <a:lnTo>
                            <a:pt x="1754169" y="903195"/>
                          </a:lnTo>
                          <a:lnTo>
                            <a:pt x="1735337" y="906069"/>
                          </a:lnTo>
                          <a:cubicBezTo>
                            <a:pt x="1319093" y="991245"/>
                            <a:pt x="991245" y="1319093"/>
                            <a:pt x="906069" y="1735337"/>
                          </a:cubicBezTo>
                          <a:lnTo>
                            <a:pt x="903195" y="1754170"/>
                          </a:lnTo>
                          <a:lnTo>
                            <a:pt x="0" y="1754170"/>
                          </a:lnTo>
                          <a:lnTo>
                            <a:pt x="225" y="1749713"/>
                          </a:lnTo>
                          <a:cubicBezTo>
                            <a:pt x="93906" y="827258"/>
                            <a:pt x="827258" y="93906"/>
                            <a:pt x="1749713" y="225"/>
                          </a:cubicBezTo>
                          <a:lnTo>
                            <a:pt x="1754169" y="0"/>
                          </a:lnTo>
                          <a:close/>
                        </a:path>
                      </a:pathLst>
                    </a:custGeom>
                    <a:solidFill>
                      <a:srgbClr val="B5237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 defTabSz="914377">
                        <a:defRPr/>
                      </a:pPr>
                      <a:endParaRPr lang="en-US" kern="0" dirty="0">
                        <a:solidFill>
                          <a:prstClr val="white"/>
                        </a:solidFill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52" name="Freeform 51"/>
                    <p:cNvSpPr/>
                    <p:nvPr/>
                  </p:nvSpPr>
                  <p:spPr>
                    <a:xfrm>
                      <a:off x="6313138" y="1538298"/>
                      <a:ext cx="1754169" cy="1754170"/>
                    </a:xfrm>
                    <a:custGeom>
                      <a:avLst/>
                      <a:gdLst>
                        <a:gd name="connsiteX0" fmla="*/ 0 w 1754169"/>
                        <a:gd name="connsiteY0" fmla="*/ 0 h 1754170"/>
                        <a:gd name="connsiteX1" fmla="*/ 4456 w 1754169"/>
                        <a:gd name="connsiteY1" fmla="*/ 225 h 1754170"/>
                        <a:gd name="connsiteX2" fmla="*/ 1753944 w 1754169"/>
                        <a:gd name="connsiteY2" fmla="*/ 1749713 h 1754170"/>
                        <a:gd name="connsiteX3" fmla="*/ 1754169 w 1754169"/>
                        <a:gd name="connsiteY3" fmla="*/ 1754170 h 1754170"/>
                        <a:gd name="connsiteX4" fmla="*/ 850974 w 1754169"/>
                        <a:gd name="connsiteY4" fmla="*/ 1754170 h 1754170"/>
                        <a:gd name="connsiteX5" fmla="*/ 848100 w 1754169"/>
                        <a:gd name="connsiteY5" fmla="*/ 1735337 h 1754170"/>
                        <a:gd name="connsiteX6" fmla="*/ 18832 w 1754169"/>
                        <a:gd name="connsiteY6" fmla="*/ 906069 h 1754170"/>
                        <a:gd name="connsiteX7" fmla="*/ 0 w 1754169"/>
                        <a:gd name="connsiteY7" fmla="*/ 903195 h 1754170"/>
                        <a:gd name="connsiteX8" fmla="*/ 0 w 1754169"/>
                        <a:gd name="connsiteY8" fmla="*/ 0 h 17541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54169" h="1754170">
                          <a:moveTo>
                            <a:pt x="0" y="0"/>
                          </a:moveTo>
                          <a:lnTo>
                            <a:pt x="4456" y="225"/>
                          </a:lnTo>
                          <a:cubicBezTo>
                            <a:pt x="926911" y="93906"/>
                            <a:pt x="1660263" y="827258"/>
                            <a:pt x="1753944" y="1749713"/>
                          </a:cubicBezTo>
                          <a:lnTo>
                            <a:pt x="1754169" y="1754170"/>
                          </a:lnTo>
                          <a:lnTo>
                            <a:pt x="850974" y="1754170"/>
                          </a:lnTo>
                          <a:lnTo>
                            <a:pt x="848100" y="1735337"/>
                          </a:lnTo>
                          <a:cubicBezTo>
                            <a:pt x="762924" y="1319093"/>
                            <a:pt x="435077" y="991245"/>
                            <a:pt x="18832" y="906069"/>
                          </a:cubicBezTo>
                          <a:lnTo>
                            <a:pt x="0" y="90319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 defTabSz="914377">
                        <a:defRPr/>
                      </a:pPr>
                      <a:endParaRPr lang="en-US" kern="0" dirty="0">
                        <a:solidFill>
                          <a:prstClr val="white"/>
                        </a:solidFill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53" name="Freeform 52"/>
                    <p:cNvSpPr/>
                    <p:nvPr/>
                  </p:nvSpPr>
                  <p:spPr>
                    <a:xfrm>
                      <a:off x="4167083" y="3684354"/>
                      <a:ext cx="1754169" cy="1754168"/>
                    </a:xfrm>
                    <a:custGeom>
                      <a:avLst/>
                      <a:gdLst>
                        <a:gd name="connsiteX0" fmla="*/ 0 w 1754169"/>
                        <a:gd name="connsiteY0" fmla="*/ 0 h 1754168"/>
                        <a:gd name="connsiteX1" fmla="*/ 903195 w 1754169"/>
                        <a:gd name="connsiteY1" fmla="*/ 0 h 1754168"/>
                        <a:gd name="connsiteX2" fmla="*/ 906069 w 1754169"/>
                        <a:gd name="connsiteY2" fmla="*/ 18831 h 1754168"/>
                        <a:gd name="connsiteX3" fmla="*/ 1735337 w 1754169"/>
                        <a:gd name="connsiteY3" fmla="*/ 848099 h 1754168"/>
                        <a:gd name="connsiteX4" fmla="*/ 1754169 w 1754169"/>
                        <a:gd name="connsiteY4" fmla="*/ 850973 h 1754168"/>
                        <a:gd name="connsiteX5" fmla="*/ 1754169 w 1754169"/>
                        <a:gd name="connsiteY5" fmla="*/ 1754168 h 1754168"/>
                        <a:gd name="connsiteX6" fmla="*/ 1749713 w 1754169"/>
                        <a:gd name="connsiteY6" fmla="*/ 1753943 h 1754168"/>
                        <a:gd name="connsiteX7" fmla="*/ 225 w 1754169"/>
                        <a:gd name="connsiteY7" fmla="*/ 4455 h 1754168"/>
                        <a:gd name="connsiteX8" fmla="*/ 0 w 1754169"/>
                        <a:gd name="connsiteY8" fmla="*/ 0 h 17541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54169" h="1754168">
                          <a:moveTo>
                            <a:pt x="0" y="0"/>
                          </a:moveTo>
                          <a:lnTo>
                            <a:pt x="903195" y="0"/>
                          </a:lnTo>
                          <a:lnTo>
                            <a:pt x="906069" y="18831"/>
                          </a:lnTo>
                          <a:cubicBezTo>
                            <a:pt x="991245" y="435076"/>
                            <a:pt x="1319093" y="762923"/>
                            <a:pt x="1735337" y="848099"/>
                          </a:cubicBezTo>
                          <a:lnTo>
                            <a:pt x="1754169" y="850973"/>
                          </a:lnTo>
                          <a:lnTo>
                            <a:pt x="1754169" y="1754168"/>
                          </a:lnTo>
                          <a:lnTo>
                            <a:pt x="1749713" y="1753943"/>
                          </a:lnTo>
                          <a:cubicBezTo>
                            <a:pt x="827258" y="1660262"/>
                            <a:pt x="93906" y="926910"/>
                            <a:pt x="225" y="4455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 defTabSz="914377">
                        <a:defRPr/>
                      </a:pPr>
                      <a:endParaRPr lang="en-US" kern="0" dirty="0">
                        <a:solidFill>
                          <a:prstClr val="white"/>
                        </a:solidFill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54" name="Freeform 53"/>
                    <p:cNvSpPr/>
                    <p:nvPr/>
                  </p:nvSpPr>
                  <p:spPr>
                    <a:xfrm>
                      <a:off x="6313138" y="3684354"/>
                      <a:ext cx="1754169" cy="1754168"/>
                    </a:xfrm>
                    <a:custGeom>
                      <a:avLst/>
                      <a:gdLst>
                        <a:gd name="connsiteX0" fmla="*/ 850974 w 1754169"/>
                        <a:gd name="connsiteY0" fmla="*/ 0 h 1754168"/>
                        <a:gd name="connsiteX1" fmla="*/ 1754169 w 1754169"/>
                        <a:gd name="connsiteY1" fmla="*/ 0 h 1754168"/>
                        <a:gd name="connsiteX2" fmla="*/ 1753944 w 1754169"/>
                        <a:gd name="connsiteY2" fmla="*/ 4455 h 1754168"/>
                        <a:gd name="connsiteX3" fmla="*/ 4456 w 1754169"/>
                        <a:gd name="connsiteY3" fmla="*/ 1753943 h 1754168"/>
                        <a:gd name="connsiteX4" fmla="*/ 0 w 1754169"/>
                        <a:gd name="connsiteY4" fmla="*/ 1754168 h 1754168"/>
                        <a:gd name="connsiteX5" fmla="*/ 0 w 1754169"/>
                        <a:gd name="connsiteY5" fmla="*/ 850973 h 1754168"/>
                        <a:gd name="connsiteX6" fmla="*/ 18832 w 1754169"/>
                        <a:gd name="connsiteY6" fmla="*/ 848099 h 1754168"/>
                        <a:gd name="connsiteX7" fmla="*/ 848100 w 1754169"/>
                        <a:gd name="connsiteY7" fmla="*/ 18831 h 1754168"/>
                        <a:gd name="connsiteX8" fmla="*/ 850974 w 1754169"/>
                        <a:gd name="connsiteY8" fmla="*/ 0 h 17541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54169" h="1754168">
                          <a:moveTo>
                            <a:pt x="850974" y="0"/>
                          </a:moveTo>
                          <a:lnTo>
                            <a:pt x="1754169" y="0"/>
                          </a:lnTo>
                          <a:lnTo>
                            <a:pt x="1753944" y="4455"/>
                          </a:lnTo>
                          <a:cubicBezTo>
                            <a:pt x="1660263" y="926910"/>
                            <a:pt x="926911" y="1660262"/>
                            <a:pt x="4456" y="1753943"/>
                          </a:cubicBezTo>
                          <a:lnTo>
                            <a:pt x="0" y="1754168"/>
                          </a:lnTo>
                          <a:lnTo>
                            <a:pt x="0" y="850973"/>
                          </a:lnTo>
                          <a:lnTo>
                            <a:pt x="18832" y="848099"/>
                          </a:lnTo>
                          <a:cubicBezTo>
                            <a:pt x="435077" y="762923"/>
                            <a:pt x="762924" y="435076"/>
                            <a:pt x="848100" y="18831"/>
                          </a:cubicBezTo>
                          <a:lnTo>
                            <a:pt x="850974" y="0"/>
                          </a:lnTo>
                          <a:close/>
                        </a:path>
                      </a:pathLst>
                    </a:custGeom>
                    <a:solidFill>
                      <a:srgbClr val="B5237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 defTabSz="914377">
                        <a:defRPr/>
                      </a:pPr>
                      <a:endParaRPr lang="en-US" kern="0" dirty="0">
                        <a:solidFill>
                          <a:prstClr val="white"/>
                        </a:solidFill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sp>
                <p:nvSpPr>
                  <p:cNvPr id="41" name="Oval 40"/>
                  <p:cNvSpPr/>
                  <p:nvPr/>
                </p:nvSpPr>
                <p:spPr>
                  <a:xfrm>
                    <a:off x="5069566" y="2421294"/>
                    <a:ext cx="2091210" cy="209120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254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377">
                      <a:defRPr/>
                    </a:pPr>
                    <a:endParaRPr lang="en-US" kern="0" dirty="0">
                      <a:solidFill>
                        <a:prstClr val="white"/>
                      </a:solidFill>
                      <a:latin typeface="Franklin Gothic Book" panose="020B0503020102020204" pitchFamily="34" charset="0"/>
                    </a:endParaRPr>
                  </a:p>
                </p:txBody>
              </p:sp>
            </p:grpSp>
          </p:grpSp>
          <p:grpSp>
            <p:nvGrpSpPr>
              <p:cNvPr id="64" name="Group 63"/>
              <p:cNvGrpSpPr/>
              <p:nvPr/>
            </p:nvGrpSpPr>
            <p:grpSpPr>
              <a:xfrm>
                <a:off x="4772066" y="1750843"/>
                <a:ext cx="2637318" cy="3810928"/>
                <a:chOff x="4772066" y="1750843"/>
                <a:chExt cx="2637318" cy="3810928"/>
              </a:xfrm>
            </p:grpSpPr>
            <p:sp>
              <p:nvSpPr>
                <p:cNvPr id="60" name="TextBox 59"/>
                <p:cNvSpPr txBox="1"/>
                <p:nvPr/>
              </p:nvSpPr>
              <p:spPr>
                <a:xfrm rot="18856275">
                  <a:off x="4470573" y="2399534"/>
                  <a:ext cx="1727654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Metrics &amp; </a:t>
                  </a:r>
                </a:p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Performance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 rot="3190934">
                  <a:off x="6280317" y="2487214"/>
                  <a:ext cx="1865438" cy="392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Science &amp; </a:t>
                  </a:r>
                </a:p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Strategy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 rot="18718259">
                  <a:off x="6135904" y="4369653"/>
                  <a:ext cx="1861458" cy="52277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prstTxWarp prst="textArchDown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133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</a:rPr>
                    <a:t>Process &amp; </a:t>
                  </a:r>
                </a:p>
                <a:p>
                  <a:pPr algn="ctr"/>
                  <a:r>
                    <a:rPr lang="en-US" sz="2133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</a:rPr>
                    <a:t>Customer</a:t>
                  </a:r>
                </a:p>
                <a:p>
                  <a:pPr algn="ctr"/>
                  <a:r>
                    <a:rPr lang="en-US" sz="2133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</a:rPr>
                    <a:t>Engagement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 rot="2765919">
                  <a:off x="4362496" y="4366458"/>
                  <a:ext cx="1496248" cy="67710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prstTxWarp prst="textArchDown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Art &amp; Talent</a:t>
                  </a:r>
                </a:p>
                <a:p>
                  <a:pPr algn="ctr"/>
                  <a:r>
                    <a:rPr lang="en-US" sz="2133" b="1" dirty="0">
                      <a:solidFill>
                        <a:schemeClr val="bg1">
                          <a:lumMod val="95000"/>
                        </a:schemeClr>
                      </a:solidFill>
                      <a:latin typeface="Franklin Gothic Book" panose="020B050302010202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Optimization</a:t>
                  </a:r>
                </a:p>
                <a:p>
                  <a:pPr algn="ctr"/>
                  <a:endParaRPr lang="en-US" b="1" dirty="0">
                    <a:solidFill>
                      <a:schemeClr val="bg1">
                        <a:lumMod val="95000"/>
                      </a:schemeClr>
                    </a:solidFill>
                    <a:latin typeface="Franklin Gothic Book" panose="020B050302010202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88" name="Rectangle 87"/>
              <p:cNvSpPr/>
              <p:nvPr/>
            </p:nvSpPr>
            <p:spPr>
              <a:xfrm>
                <a:off x="5175420" y="3182364"/>
                <a:ext cx="20037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en-US" sz="2400" b="1" dirty="0">
                  <a:solidFill>
                    <a:schemeClr val="tx2"/>
                  </a:solidFill>
                  <a:latin typeface="Franklin Gothic Book" panose="020B050302010202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5FFE7EF-7298-A839-BF5D-CA153674233E}"/>
              </a:ext>
            </a:extLst>
          </p:cNvPr>
          <p:cNvSpPr/>
          <p:nvPr/>
        </p:nvSpPr>
        <p:spPr>
          <a:xfrm>
            <a:off x="914403" y="5237678"/>
            <a:ext cx="2603828" cy="99540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What is our deployment</a:t>
            </a:r>
          </a:p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What are the skills and competencies we currently have and how do we build</a:t>
            </a:r>
            <a:endParaRPr lang="en-US" sz="1467" dirty="0">
              <a:solidFill>
                <a:schemeClr val="accent6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FF37B-CBFF-5000-8AF1-36DEA6A24818}"/>
              </a:ext>
            </a:extLst>
          </p:cNvPr>
          <p:cNvSpPr/>
          <p:nvPr/>
        </p:nvSpPr>
        <p:spPr>
          <a:xfrm>
            <a:off x="9132796" y="1525988"/>
            <a:ext cx="2690537" cy="189846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What are the financial goals within each segment to get What are the segments that are going to get us there.</a:t>
            </a:r>
          </a:p>
          <a:p>
            <a:pPr defTabSz="914377"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     </a:t>
            </a:r>
            <a:r>
              <a:rPr lang="en-US" sz="1467" i="1" u="sng" dirty="0">
                <a:solidFill>
                  <a:srgbClr val="B52372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Short and long-term goals</a:t>
            </a:r>
          </a:p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What is the strategy by segment and the supporting tactics.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96000-B3D9-DEAA-FEE1-E375F2D1D31E}"/>
              </a:ext>
            </a:extLst>
          </p:cNvPr>
          <p:cNvSpPr/>
          <p:nvPr/>
        </p:nvSpPr>
        <p:spPr>
          <a:xfrm>
            <a:off x="9132795" y="5075224"/>
            <a:ext cx="3048728" cy="14469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How do we engage our most valuable customer segments through sales</a:t>
            </a:r>
          </a:p>
          <a:p>
            <a:pPr marL="228594" indent="-228594" defTabSz="914377">
              <a:buFont typeface="Arial" panose="020B0604020202020204" pitchFamily="34" charset="0"/>
              <a:buChar char="•"/>
              <a:defRPr/>
            </a:pPr>
            <a:r>
              <a:rPr 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Marketing engage in the customer buying journey into those specific markets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3F1FA9-C1A8-66CA-3C65-D1C1BB93FD31}"/>
              </a:ext>
            </a:extLst>
          </p:cNvPr>
          <p:cNvGrpSpPr/>
          <p:nvPr/>
        </p:nvGrpSpPr>
        <p:grpSpPr>
          <a:xfrm>
            <a:off x="340729" y="274223"/>
            <a:ext cx="1177676" cy="1182624"/>
            <a:chOff x="102181" y="139153"/>
            <a:chExt cx="883257" cy="88696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7B831639-5E83-72D5-801A-8E4825AFC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81" y="139153"/>
              <a:ext cx="883257" cy="886968"/>
            </a:xfrm>
            <a:custGeom>
              <a:avLst/>
              <a:gdLst>
                <a:gd name="T0" fmla="*/ 1377 w 2753"/>
                <a:gd name="T1" fmla="*/ 0 h 2752"/>
                <a:gd name="T2" fmla="*/ 1377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7 w 2753"/>
                <a:gd name="T9" fmla="*/ 2751 h 2752"/>
                <a:gd name="T10" fmla="*/ 1377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7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7" y="0"/>
                  </a:moveTo>
                  <a:lnTo>
                    <a:pt x="1377" y="0"/>
                  </a:lnTo>
                  <a:cubicBezTo>
                    <a:pt x="2137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7" y="2751"/>
                    <a:pt x="1377" y="2751"/>
                  </a:cubicBezTo>
                  <a:lnTo>
                    <a:pt x="1377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7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rgbClr val="B52372"/>
              </a:solidFill>
            </a:ln>
            <a:effectLst/>
          </p:spPr>
          <p:txBody>
            <a:bodyPr wrap="none" anchor="ctr"/>
            <a:lstStyle/>
            <a:p>
              <a:endParaRPr lang="en-US" sz="3265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372FA2B-AFE0-1DE8-6A2E-7720D45B6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9943948">
              <a:off x="360024" y="306818"/>
              <a:ext cx="367570" cy="595463"/>
            </a:xfrm>
            <a:prstGeom prst="rect">
              <a:avLst/>
            </a:prstGeom>
          </p:spPr>
        </p:pic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837870" y="1821649"/>
            <a:ext cx="2436327" cy="2197484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872770" y="1819470"/>
            <a:ext cx="2366525" cy="161569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endParaRPr lang="en-US" sz="14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2133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 Intelligence Report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502112" y="2751113"/>
            <a:ext cx="2197485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837873" y="4104629"/>
            <a:ext cx="2436327" cy="1978721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384313" y="4924715"/>
            <a:ext cx="1978725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802662" y="4116371"/>
            <a:ext cx="2453725" cy="204671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67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Understand what: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Is working and needs to be repeated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is missing and needs to be built</a:t>
            </a:r>
          </a:p>
          <a:p>
            <a:pPr marL="380990" indent="82549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isn’t working and needs to be left behind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sz="1333" i="1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4A3A2-4E4F-864D-99A1-5FBF804A5854}"/>
              </a:ext>
            </a:extLst>
          </p:cNvPr>
          <p:cNvSpPr/>
          <p:nvPr/>
        </p:nvSpPr>
        <p:spPr>
          <a:xfrm>
            <a:off x="3618293" y="734927"/>
            <a:ext cx="5113328" cy="5468384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lvl="1"/>
            <a:endParaRPr lang="en-US" sz="1467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990575" lvl="1" indent="-982109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DB6637-E372-7E4D-8FB9-847DAB44A468}"/>
              </a:ext>
            </a:extLst>
          </p:cNvPr>
          <p:cNvSpPr/>
          <p:nvPr/>
        </p:nvSpPr>
        <p:spPr>
          <a:xfrm>
            <a:off x="8967711" y="122484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4D4CE-146A-CF4D-9F45-4D48DEB60CFE}"/>
              </a:ext>
            </a:extLst>
          </p:cNvPr>
          <p:cNvSpPr txBox="1"/>
          <p:nvPr/>
        </p:nvSpPr>
        <p:spPr>
          <a:xfrm>
            <a:off x="9646769" y="673492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2E060-97C8-E341-BEBD-E9D0A1DE90BA}"/>
              </a:ext>
            </a:extLst>
          </p:cNvPr>
          <p:cNvSpPr txBox="1"/>
          <p:nvPr/>
        </p:nvSpPr>
        <p:spPr>
          <a:xfrm>
            <a:off x="9307173" y="2588170"/>
            <a:ext cx="2110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B98DEA1-E7F7-B94C-878A-13AE055E883F}"/>
              </a:ext>
            </a:extLst>
          </p:cNvPr>
          <p:cNvSpPr/>
          <p:nvPr/>
        </p:nvSpPr>
        <p:spPr>
          <a:xfrm>
            <a:off x="8960487" y="2493157"/>
            <a:ext cx="2804160" cy="9358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B0881C-2B13-D046-8B0B-41BA9EED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767" y="3784916"/>
            <a:ext cx="710551" cy="81205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930BCD-F971-6944-9F84-1E88AF015B53}"/>
              </a:ext>
            </a:extLst>
          </p:cNvPr>
          <p:cNvSpPr txBox="1"/>
          <p:nvPr/>
        </p:nvSpPr>
        <p:spPr>
          <a:xfrm>
            <a:off x="8930426" y="4584653"/>
            <a:ext cx="108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radley Hand" pitchFamily="2" charset="77"/>
              </a:rPr>
              <a:t>Kate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B12372-4CA1-394C-ADC3-4B552FEF18C9}"/>
              </a:ext>
            </a:extLst>
          </p:cNvPr>
          <p:cNvSpPr txBox="1"/>
          <p:nvPr/>
        </p:nvSpPr>
        <p:spPr>
          <a:xfrm>
            <a:off x="10770252" y="4412197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ave Script Bold Pro" panose="020F0502020204030204" pitchFamily="34" charset="0"/>
                <a:cs typeface="Fave Script Bold Pro" panose="020F0502020204030204" pitchFamily="34" charset="0"/>
              </a:rPr>
              <a:t>Sharla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D165A9-65ED-C499-77E0-747543E2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656" y="3591596"/>
            <a:ext cx="855074" cy="85507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C956F3C-20D3-A9B4-0C83-52E1FC85CD53}"/>
              </a:ext>
            </a:extLst>
          </p:cNvPr>
          <p:cNvGrpSpPr/>
          <p:nvPr/>
        </p:nvGrpSpPr>
        <p:grpSpPr>
          <a:xfrm>
            <a:off x="420129" y="285239"/>
            <a:ext cx="1177676" cy="1182624"/>
            <a:chOff x="102181" y="139153"/>
            <a:chExt cx="883257" cy="88696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C0E71D-C792-2512-972C-4D4945101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81" y="139153"/>
              <a:ext cx="883257" cy="886968"/>
            </a:xfrm>
            <a:custGeom>
              <a:avLst/>
              <a:gdLst>
                <a:gd name="T0" fmla="*/ 1377 w 2753"/>
                <a:gd name="T1" fmla="*/ 0 h 2752"/>
                <a:gd name="T2" fmla="*/ 1377 w 2753"/>
                <a:gd name="T3" fmla="*/ 0 h 2752"/>
                <a:gd name="T4" fmla="*/ 2752 w 2753"/>
                <a:gd name="T5" fmla="*/ 1376 h 2752"/>
                <a:gd name="T6" fmla="*/ 2752 w 2753"/>
                <a:gd name="T7" fmla="*/ 1376 h 2752"/>
                <a:gd name="T8" fmla="*/ 1377 w 2753"/>
                <a:gd name="T9" fmla="*/ 2751 h 2752"/>
                <a:gd name="T10" fmla="*/ 1377 w 2753"/>
                <a:gd name="T11" fmla="*/ 2751 h 2752"/>
                <a:gd name="T12" fmla="*/ 0 w 2753"/>
                <a:gd name="T13" fmla="*/ 1376 h 2752"/>
                <a:gd name="T14" fmla="*/ 0 w 2753"/>
                <a:gd name="T15" fmla="*/ 1376 h 2752"/>
                <a:gd name="T16" fmla="*/ 1377 w 2753"/>
                <a:gd name="T17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3" h="2752">
                  <a:moveTo>
                    <a:pt x="1377" y="0"/>
                  </a:moveTo>
                  <a:lnTo>
                    <a:pt x="1377" y="0"/>
                  </a:lnTo>
                  <a:cubicBezTo>
                    <a:pt x="2137" y="0"/>
                    <a:pt x="2752" y="616"/>
                    <a:pt x="2752" y="1376"/>
                  </a:cubicBezTo>
                  <a:lnTo>
                    <a:pt x="2752" y="1376"/>
                  </a:lnTo>
                  <a:cubicBezTo>
                    <a:pt x="2752" y="2135"/>
                    <a:pt x="2137" y="2751"/>
                    <a:pt x="1377" y="2751"/>
                  </a:cubicBezTo>
                  <a:lnTo>
                    <a:pt x="1377" y="2751"/>
                  </a:lnTo>
                  <a:cubicBezTo>
                    <a:pt x="616" y="2751"/>
                    <a:pt x="0" y="2135"/>
                    <a:pt x="0" y="1376"/>
                  </a:cubicBezTo>
                  <a:lnTo>
                    <a:pt x="0" y="1376"/>
                  </a:lnTo>
                  <a:cubicBezTo>
                    <a:pt x="0" y="616"/>
                    <a:pt x="616" y="0"/>
                    <a:pt x="1377" y="0"/>
                  </a:cubicBezTo>
                </a:path>
              </a:pathLst>
            </a:custGeom>
            <a:solidFill>
              <a:schemeClr val="bg1"/>
            </a:solidFill>
            <a:ln w="76200">
              <a:solidFill>
                <a:srgbClr val="B52372"/>
              </a:solidFill>
            </a:ln>
            <a:effectLst/>
          </p:spPr>
          <p:txBody>
            <a:bodyPr wrap="none" anchor="ctr"/>
            <a:lstStyle/>
            <a:p>
              <a:endParaRPr lang="en-US" sz="3265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42DB4C-081D-BE0C-5E0E-522B32554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9943948">
              <a:off x="360024" y="306818"/>
              <a:ext cx="367570" cy="59546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B2E3407-4A66-FA2E-0992-C48D1D867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2393" y="1436497"/>
            <a:ext cx="254000" cy="25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E2F5E9-C55C-08AC-0DCC-3401B5C94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2238" y="2936527"/>
            <a:ext cx="254000" cy="25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EACF52-A67D-C547-FB30-F302FA628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1817" y="4713562"/>
            <a:ext cx="254000" cy="2540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56D5AE-E9ED-82BA-5B13-47850E3D61F6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3</a:t>
            </a:fld>
            <a:endParaRPr lang="en-US" sz="1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2A12AE-A44A-9DA3-78E7-8B0E82214420}"/>
              </a:ext>
            </a:extLst>
          </p:cNvPr>
          <p:cNvSpPr txBox="1">
            <a:spLocks/>
          </p:cNvSpPr>
          <p:nvPr/>
        </p:nvSpPr>
        <p:spPr>
          <a:xfrm>
            <a:off x="0" y="153682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1 – The Reveal 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40650-D932-FC0B-4ECC-6032175749C2}"/>
              </a:ext>
            </a:extLst>
          </p:cNvPr>
          <p:cNvSpPr txBox="1"/>
          <p:nvPr/>
        </p:nvSpPr>
        <p:spPr>
          <a:xfrm>
            <a:off x="9434858" y="5696206"/>
            <a:ext cx="140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96CCA1-85D5-EE2D-B828-90842671099C}"/>
              </a:ext>
            </a:extLst>
          </p:cNvPr>
          <p:cNvSpPr txBox="1"/>
          <p:nvPr/>
        </p:nvSpPr>
        <p:spPr>
          <a:xfrm>
            <a:off x="3996393" y="904540"/>
            <a:ext cx="4510889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 deep dive into: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Critical Crowd Involvement:  (Sales Team, Wendy, Glenn, Rev Mgmt., Marketing)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One-on-One Interviews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Rev. Mgmt. &amp; Marketing Calls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Sales Team</a:t>
            </a:r>
          </a:p>
          <a:p>
            <a:pPr marL="350838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Deep dive into: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Plan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Sales Action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Marketing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Reports, KPIs, and other relevant information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Processes and Involvement: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‘In the tent’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Current strategies, actions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Approach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4819F-4FE1-B88C-AB7B-F45DA2002E5B}"/>
              </a:ext>
            </a:extLst>
          </p:cNvPr>
          <p:cNvSpPr txBox="1"/>
          <p:nvPr/>
        </p:nvSpPr>
        <p:spPr>
          <a:xfrm>
            <a:off x="9647222" y="1365987"/>
            <a:ext cx="167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4 - 5 weeks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40478E-2C4F-9C5B-6FD9-53A5916B81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7289" y="4396522"/>
            <a:ext cx="474208" cy="12645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7CEAF86-2472-543C-2CFB-913FEAD7F7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b="35282"/>
          <a:stretch/>
        </p:blipFill>
        <p:spPr>
          <a:xfrm>
            <a:off x="10816148" y="5147078"/>
            <a:ext cx="749205" cy="6113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68131E-E7AD-EC11-93AB-EAED459DC193}"/>
              </a:ext>
            </a:extLst>
          </p:cNvPr>
          <p:cNvSpPr txBox="1"/>
          <p:nvPr/>
        </p:nvSpPr>
        <p:spPr>
          <a:xfrm>
            <a:off x="10770252" y="5895643"/>
            <a:ext cx="928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Flying Horse Team</a:t>
            </a:r>
          </a:p>
        </p:txBody>
      </p:sp>
    </p:spTree>
    <p:extLst>
      <p:ext uri="{BB962C8B-B14F-4D97-AF65-F5344CB8AC3E}">
        <p14:creationId xmlns:p14="http://schemas.microsoft.com/office/powerpoint/2010/main" val="175851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837873" y="2457029"/>
            <a:ext cx="2436327" cy="1886788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941199" y="2511664"/>
            <a:ext cx="2333000" cy="13108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lang="en-US" sz="1867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Vision-to-Value Roadmap Implementation Plan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360871" y="3218735"/>
            <a:ext cx="1861971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811359" y="4592921"/>
            <a:ext cx="2436327" cy="164512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44029" y="5246208"/>
            <a:ext cx="1645128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907674" y="4806173"/>
            <a:ext cx="2244951" cy="118718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step-wise program that clarifies how we are going to get it done.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Gives you insights to </a:t>
            </a:r>
            <a:r>
              <a:rPr lang="en-US" sz="1333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4A3A2-4E4F-864D-99A1-5FBF804A5854}"/>
              </a:ext>
            </a:extLst>
          </p:cNvPr>
          <p:cNvSpPr/>
          <p:nvPr/>
        </p:nvSpPr>
        <p:spPr>
          <a:xfrm>
            <a:off x="3816551" y="776125"/>
            <a:ext cx="4601957" cy="5511300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Creating the roadmap that builds: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Foundation: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The strategies and goals of the Flying Horse Resort are connected to the larger vision and financial outcomes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The steps to be taken or initiatives that support the strategies and anticipated outcomes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.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to Commercial Plan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Framework: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Revenue Plan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Needed programs, development, &amp; 	output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Technology and tools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Resource allocation (capacity)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Focus: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Milestones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Stakeholder Engagement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Advised KPI and Metrics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DB6637-E372-7E4D-8FB9-847DAB44A468}"/>
              </a:ext>
            </a:extLst>
          </p:cNvPr>
          <p:cNvSpPr/>
          <p:nvPr/>
        </p:nvSpPr>
        <p:spPr>
          <a:xfrm>
            <a:off x="8970423" y="148892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4D4CE-146A-CF4D-9F45-4D48DEB60CFE}"/>
              </a:ext>
            </a:extLst>
          </p:cNvPr>
          <p:cNvSpPr txBox="1"/>
          <p:nvPr/>
        </p:nvSpPr>
        <p:spPr>
          <a:xfrm>
            <a:off x="9649925" y="77612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2E060-97C8-E341-BEBD-E9D0A1DE90BA}"/>
              </a:ext>
            </a:extLst>
          </p:cNvPr>
          <p:cNvSpPr txBox="1"/>
          <p:nvPr/>
        </p:nvSpPr>
        <p:spPr>
          <a:xfrm>
            <a:off x="9587845" y="2880846"/>
            <a:ext cx="156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B98DEA1-E7F7-B94C-878A-13AE055E883F}"/>
              </a:ext>
            </a:extLst>
          </p:cNvPr>
          <p:cNvSpPr/>
          <p:nvPr/>
        </p:nvSpPr>
        <p:spPr>
          <a:xfrm>
            <a:off x="8967711" y="2939762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B0881C-2B13-D046-8B0B-41BA9EED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61" y="4195559"/>
            <a:ext cx="920857" cy="10524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930BCD-F971-6944-9F84-1E88AF015B53}"/>
              </a:ext>
            </a:extLst>
          </p:cNvPr>
          <p:cNvSpPr txBox="1"/>
          <p:nvPr/>
        </p:nvSpPr>
        <p:spPr>
          <a:xfrm>
            <a:off x="8809248" y="5371740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radley Hand" pitchFamily="2" charset="77"/>
              </a:rPr>
              <a:t>Kate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D91AC-C545-360E-1683-55283B936C0B}"/>
              </a:ext>
            </a:extLst>
          </p:cNvPr>
          <p:cNvSpPr txBox="1"/>
          <p:nvPr/>
        </p:nvSpPr>
        <p:spPr>
          <a:xfrm>
            <a:off x="11064582" y="5348253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ave Script Bold Pro" panose="020F0502020204030204" pitchFamily="34" charset="0"/>
                <a:cs typeface="Fave Script Bold Pro" panose="020F0502020204030204" pitchFamily="34" charset="0"/>
              </a:rPr>
              <a:t>Sharla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25280C-F7B6-3425-B655-39E44179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595" y="4151804"/>
            <a:ext cx="1139917" cy="1139917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E9C475D-890B-B6EE-AE06-9A74EC5D698D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4</a:t>
            </a:fld>
            <a:endParaRPr lang="en-US" sz="1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1CFE3C-7250-EFC8-92A8-4585529104FC}"/>
              </a:ext>
            </a:extLst>
          </p:cNvPr>
          <p:cNvSpPr txBox="1">
            <a:spLocks/>
          </p:cNvSpPr>
          <p:nvPr/>
        </p:nvSpPr>
        <p:spPr>
          <a:xfrm>
            <a:off x="0" y="230457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2 – Insight to Execution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0BFC2805-FC68-5A6B-6EC8-BA917AB2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5" y="113310"/>
            <a:ext cx="1182624" cy="1182624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B91B71F-F28E-BB99-4DAC-31F27A35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35" y="113310"/>
            <a:ext cx="1182624" cy="1182624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43C1B-409B-3808-4F4E-56C05E2E5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20" y="325091"/>
            <a:ext cx="1015596" cy="657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5E0F6D-E111-E83F-9130-7794AB077A3D}"/>
              </a:ext>
            </a:extLst>
          </p:cNvPr>
          <p:cNvSpPr txBox="1"/>
          <p:nvPr/>
        </p:nvSpPr>
        <p:spPr>
          <a:xfrm>
            <a:off x="9583653" y="6206245"/>
            <a:ext cx="134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638AF-752D-B876-4C45-9C9CAE1C06AB}"/>
              </a:ext>
            </a:extLst>
          </p:cNvPr>
          <p:cNvSpPr txBox="1"/>
          <p:nvPr/>
        </p:nvSpPr>
        <p:spPr>
          <a:xfrm>
            <a:off x="9619717" y="1599606"/>
            <a:ext cx="126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3 weeks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0DB382-63A6-C9FB-5C35-83B1D4A15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994" y="4750054"/>
            <a:ext cx="576514" cy="153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0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346E-37D3-6745-C778-1FB4E5C4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E57EAD-64B3-8B75-E994-8A2D22D0F394}"/>
              </a:ext>
            </a:extLst>
          </p:cNvPr>
          <p:cNvSpPr/>
          <p:nvPr/>
        </p:nvSpPr>
        <p:spPr>
          <a:xfrm>
            <a:off x="837873" y="2457029"/>
            <a:ext cx="2436327" cy="1886788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863CF1B-5FCD-2287-A2A5-76D1A6B902BB}"/>
              </a:ext>
            </a:extLst>
          </p:cNvPr>
          <p:cNvSpPr txBox="1">
            <a:spLocks/>
          </p:cNvSpPr>
          <p:nvPr/>
        </p:nvSpPr>
        <p:spPr>
          <a:xfrm>
            <a:off x="941199" y="2511664"/>
            <a:ext cx="2333000" cy="142628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endParaRPr lang="en-US" sz="1867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Rolling up our Sleaves-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867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Implementation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91676-67B7-3B62-E6E0-DE1F4CB06089}"/>
              </a:ext>
            </a:extLst>
          </p:cNvPr>
          <p:cNvSpPr txBox="1"/>
          <p:nvPr/>
        </p:nvSpPr>
        <p:spPr>
          <a:xfrm rot="16200000">
            <a:off x="-360871" y="3218735"/>
            <a:ext cx="1861971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E9CA97-913A-B149-4925-47D1F787EBCC}"/>
              </a:ext>
            </a:extLst>
          </p:cNvPr>
          <p:cNvSpPr/>
          <p:nvPr/>
        </p:nvSpPr>
        <p:spPr>
          <a:xfrm>
            <a:off x="811359" y="4592921"/>
            <a:ext cx="2436327" cy="164512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A62E0-C0B6-3E6A-C42C-19678948C6CB}"/>
              </a:ext>
            </a:extLst>
          </p:cNvPr>
          <p:cNvSpPr txBox="1"/>
          <p:nvPr/>
        </p:nvSpPr>
        <p:spPr>
          <a:xfrm rot="16200000">
            <a:off x="-244029" y="5246208"/>
            <a:ext cx="1645128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199690B-492D-1E68-CE71-097CC2283F08}"/>
              </a:ext>
            </a:extLst>
          </p:cNvPr>
          <p:cNvSpPr txBox="1">
            <a:spLocks/>
          </p:cNvSpPr>
          <p:nvPr/>
        </p:nvSpPr>
        <p:spPr>
          <a:xfrm>
            <a:off x="907674" y="4806173"/>
            <a:ext cx="2244951" cy="9820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Taking what we outlined and prioritized done. </a:t>
            </a:r>
          </a:p>
          <a:p>
            <a:pPr marL="228594" indent="-22859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Gives you insights to </a:t>
            </a:r>
            <a:r>
              <a:rPr lang="en-US" sz="1333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61CF72-AA77-843A-9F39-4563659E29D8}"/>
              </a:ext>
            </a:extLst>
          </p:cNvPr>
          <p:cNvSpPr/>
          <p:nvPr/>
        </p:nvSpPr>
        <p:spPr>
          <a:xfrm>
            <a:off x="3816551" y="776125"/>
            <a:ext cx="4601957" cy="5511300"/>
          </a:xfrm>
          <a:prstGeom prst="rect">
            <a:avLst/>
          </a:prstGeom>
          <a:gradFill>
            <a:gsLst>
              <a:gs pos="0">
                <a:srgbClr val="A0A1A2"/>
              </a:gs>
              <a:gs pos="0">
                <a:srgbClr val="A0A1A2">
                  <a:tint val="44500"/>
                  <a:satMod val="160000"/>
                </a:srgbClr>
              </a:gs>
              <a:gs pos="100000">
                <a:srgbClr val="A0A1A2">
                  <a:tint val="23500"/>
                  <a:satMod val="160000"/>
                </a:srgbClr>
              </a:gs>
            </a:gsLst>
            <a:lin ang="13500000" scaled="1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Creating the roadmap that builds: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Foundation: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Carrying out what is to create the “new way to work” w/ Sales and / or Marketing: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Science &amp; Strategy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Process &amp; Customer engagement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Art &amp; Talent Optimization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Performance Metrics</a:t>
            </a:r>
          </a:p>
          <a:p>
            <a:pPr marL="350838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Framework: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Building of Tools, programs</a:t>
            </a:r>
          </a:p>
          <a:p>
            <a:pPr marL="350838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7938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Focus: 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One-on-One Calls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Account Development </a:t>
            </a:r>
          </a:p>
          <a:p>
            <a:pPr marL="808038" lvl="1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Skill Coaching</a:t>
            </a:r>
          </a:p>
          <a:p>
            <a:pPr marL="350838" indent="22542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Commercial Team Calls 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A601ACC-319C-1B75-FA29-989A9D547FDB}"/>
              </a:ext>
            </a:extLst>
          </p:cNvPr>
          <p:cNvSpPr/>
          <p:nvPr/>
        </p:nvSpPr>
        <p:spPr>
          <a:xfrm>
            <a:off x="8970423" y="1488928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D7FB0C-A4F5-0B54-4485-085302F88132}"/>
              </a:ext>
            </a:extLst>
          </p:cNvPr>
          <p:cNvSpPr txBox="1"/>
          <p:nvPr/>
        </p:nvSpPr>
        <p:spPr>
          <a:xfrm>
            <a:off x="9649925" y="776124"/>
            <a:ext cx="1282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Timeline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30A419-2D9B-37B3-624D-39B2D0483C98}"/>
              </a:ext>
            </a:extLst>
          </p:cNvPr>
          <p:cNvSpPr txBox="1"/>
          <p:nvPr/>
        </p:nvSpPr>
        <p:spPr>
          <a:xfrm>
            <a:off x="9587845" y="2880846"/>
            <a:ext cx="1563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Kate &amp; Co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Team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F18CB20-46D1-D454-2BBB-66BEF3D417B5}"/>
              </a:ext>
            </a:extLst>
          </p:cNvPr>
          <p:cNvSpPr/>
          <p:nvPr/>
        </p:nvSpPr>
        <p:spPr>
          <a:xfrm>
            <a:off x="8967711" y="2939762"/>
            <a:ext cx="2804160" cy="743944"/>
          </a:xfrm>
          <a:prstGeom prst="roundRect">
            <a:avLst/>
          </a:prstGeom>
          <a:noFill/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287925" rtlCol="0" anchor="t"/>
          <a:lstStyle/>
          <a:p>
            <a:pPr algn="ctr"/>
            <a:endParaRPr lang="en-US" sz="28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A0A1A2"/>
              </a:highlight>
              <a:latin typeface="Franklin Gothic Book" panose="020B05030201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6CA9D2-1D28-D3C3-4B7B-26DABA39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61" y="4195559"/>
            <a:ext cx="920857" cy="10524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BD7C658-2B71-F11F-DD65-0CED4F058067}"/>
              </a:ext>
            </a:extLst>
          </p:cNvPr>
          <p:cNvSpPr txBox="1"/>
          <p:nvPr/>
        </p:nvSpPr>
        <p:spPr>
          <a:xfrm>
            <a:off x="8809248" y="5371740"/>
            <a:ext cx="108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radley Hand" pitchFamily="2" charset="77"/>
              </a:rPr>
              <a:t>Kate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331205-060C-4CEE-3F35-D280DB78D8EE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5</a:t>
            </a:fld>
            <a:endParaRPr lang="en-US" sz="1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20F1BC-068E-5EB6-0B04-5A22CB7B4B17}"/>
              </a:ext>
            </a:extLst>
          </p:cNvPr>
          <p:cNvSpPr txBox="1">
            <a:spLocks/>
          </p:cNvSpPr>
          <p:nvPr/>
        </p:nvSpPr>
        <p:spPr>
          <a:xfrm>
            <a:off x="0" y="230457"/>
            <a:ext cx="12192000" cy="43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3 – Enhance, Install &amp; Elevate</a:t>
            </a:r>
            <a:r>
              <a:rPr lang="en-US" sz="3200" dirty="0">
                <a:solidFill>
                  <a:srgbClr val="B52372"/>
                </a:solidFill>
                <a:latin typeface="Franklin Gothic Book" panose="020B0503020102020204" pitchFamily="34" charset="0"/>
              </a:rPr>
              <a:t>| Operational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F1FB0-8A8B-3DB1-4DBD-342B2B826A1F}"/>
              </a:ext>
            </a:extLst>
          </p:cNvPr>
          <p:cNvSpPr txBox="1"/>
          <p:nvPr/>
        </p:nvSpPr>
        <p:spPr>
          <a:xfrm>
            <a:off x="9583653" y="6206245"/>
            <a:ext cx="1348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Ink Free" panose="03080402000500000000" pitchFamily="66" charset="0"/>
              </a:rPr>
              <a:t>Tristan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DB98F-2048-E223-DF3D-0244C5C09EAC}"/>
              </a:ext>
            </a:extLst>
          </p:cNvPr>
          <p:cNvSpPr txBox="1"/>
          <p:nvPr/>
        </p:nvSpPr>
        <p:spPr>
          <a:xfrm>
            <a:off x="10010557" y="160607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TBD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FC65E3-4636-F5BF-F0B2-F322B789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994" y="4750054"/>
            <a:ext cx="576514" cy="1537371"/>
          </a:xfrm>
          <a:prstGeom prst="rect">
            <a:avLst/>
          </a:prstGeom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0132837A-3804-6B96-897B-BED08630B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95" y="274855"/>
            <a:ext cx="1179576" cy="117957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9EEE19-13F6-1EA6-E61F-15A6223B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4" y="482585"/>
            <a:ext cx="651189" cy="7553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062294-C285-4FD9-474B-9B6253D8CA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35282"/>
          <a:stretch/>
        </p:blipFill>
        <p:spPr>
          <a:xfrm>
            <a:off x="10944849" y="4215429"/>
            <a:ext cx="749205" cy="6113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063556-D39B-2E20-8002-02486A788755}"/>
              </a:ext>
            </a:extLst>
          </p:cNvPr>
          <p:cNvSpPr txBox="1"/>
          <p:nvPr/>
        </p:nvSpPr>
        <p:spPr>
          <a:xfrm>
            <a:off x="10898953" y="4963994"/>
            <a:ext cx="928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Flying Horse Team</a:t>
            </a:r>
          </a:p>
        </p:txBody>
      </p:sp>
    </p:spTree>
    <p:extLst>
      <p:ext uri="{BB962C8B-B14F-4D97-AF65-F5344CB8AC3E}">
        <p14:creationId xmlns:p14="http://schemas.microsoft.com/office/powerpoint/2010/main" val="74650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76" y="316991"/>
            <a:ext cx="692099" cy="28041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8128" y="990600"/>
            <a:ext cx="12192000" cy="59436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5600" y="110094"/>
            <a:ext cx="10464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7619810">
              <a:lnSpc>
                <a:spcPct val="100000"/>
              </a:lnSpc>
              <a:spcBef>
                <a:spcPts val="133"/>
              </a:spcBef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Thank you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859775" y="6673334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3B743-CF7F-7189-412B-FD64DC46208D}"/>
              </a:ext>
            </a:extLst>
          </p:cNvPr>
          <p:cNvSpPr/>
          <p:nvPr/>
        </p:nvSpPr>
        <p:spPr>
          <a:xfrm>
            <a:off x="4280192" y="1353412"/>
            <a:ext cx="3631615" cy="4513988"/>
          </a:xfrm>
          <a:prstGeom prst="rect">
            <a:avLst/>
          </a:prstGeom>
          <a:solidFill>
            <a:srgbClr val="FFFFFF">
              <a:alpha val="705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EABB6-E33D-10C4-4857-D44079BAB1B2}"/>
              </a:ext>
            </a:extLst>
          </p:cNvPr>
          <p:cNvSpPr txBox="1"/>
          <p:nvPr/>
        </p:nvSpPr>
        <p:spPr>
          <a:xfrm>
            <a:off x="4280192" y="1692090"/>
            <a:ext cx="363161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5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 BURDA</a:t>
            </a:r>
          </a:p>
          <a:p>
            <a:pPr algn="ctr">
              <a:spcAft>
                <a:spcPts val="600"/>
              </a:spcAft>
            </a:pPr>
            <a:r>
              <a:rPr lang="en-US" sz="2000" dirty="0" err="1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kate@kateburda.com</a:t>
            </a:r>
            <a:endParaRPr lang="en-US" sz="2000" dirty="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US" sz="20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972-567-7792</a:t>
            </a:r>
          </a:p>
          <a:p>
            <a:pPr algn="ctr">
              <a:spcAft>
                <a:spcPts val="600"/>
              </a:spcAft>
            </a:pPr>
            <a:endParaRPr lang="en-US" sz="2400" dirty="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r>
              <a:rPr lang="en-US" sz="2400" spc="300" dirty="0" err="1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kateburda.com</a:t>
            </a:r>
            <a:endParaRPr lang="en-US" sz="2400" spc="300" dirty="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50980CCDCA474BBA53C0A951F1A841" ma:contentTypeVersion="16" ma:contentTypeDescription="Create a new document." ma:contentTypeScope="" ma:versionID="dc40de2dda6ec0bedf0d42fce57c906b">
  <xsd:schema xmlns:xsd="http://www.w3.org/2001/XMLSchema" xmlns:xs="http://www.w3.org/2001/XMLSchema" xmlns:p="http://schemas.microsoft.com/office/2006/metadata/properties" xmlns:ns2="c71a9731-672f-4449-b3b2-914e5de0f80c" xmlns:ns3="2587ec5f-2b5f-42cc-868a-c05f4ba18fb4" targetNamespace="http://schemas.microsoft.com/office/2006/metadata/properties" ma:root="true" ma:fieldsID="6533da04a3eab8972e13b1649a227fe9" ns2:_="" ns3:_="">
    <xsd:import namespace="c71a9731-672f-4449-b3b2-914e5de0f80c"/>
    <xsd:import namespace="2587ec5f-2b5f-42cc-868a-c05f4ba18f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a9731-672f-4449-b3b2-914e5de0f8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c1a3be1-ca2c-4a81-85c0-f6ae165978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87ec5f-2b5f-42cc-868a-c05f4ba18fb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66b662a-a866-41db-8c08-3777baa07030}" ma:internalName="TaxCatchAll" ma:showField="CatchAllData" ma:web="2587ec5f-2b5f-42cc-868a-c05f4ba18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87ec5f-2b5f-42cc-868a-c05f4ba18fb4" xsi:nil="true"/>
    <lcf76f155ced4ddcb4097134ff3c332f xmlns="c71a9731-672f-4449-b3b2-914e5de0f8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4E7FD7A-5011-4260-8E03-18553EDCD9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08C068-B014-4ADC-BC15-8E699D35F1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1a9731-672f-4449-b3b2-914e5de0f80c"/>
    <ds:schemaRef ds:uri="2587ec5f-2b5f-42cc-868a-c05f4ba18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0FAEA2-6084-4129-BDC6-4E43C4811D79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c71a9731-672f-4449-b3b2-914e5de0f80c"/>
    <ds:schemaRef ds:uri="http://purl.org/dc/terms/"/>
    <ds:schemaRef ds:uri="2587ec5f-2b5f-42cc-868a-c05f4ba18fb4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15529</TotalTime>
  <Words>573</Words>
  <Application>Microsoft Macintosh PowerPoint</Application>
  <PresentationFormat>Widescreen</PresentationFormat>
  <Paragraphs>159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Bradley Hand</vt:lpstr>
      <vt:lpstr>Calibri</vt:lpstr>
      <vt:lpstr>Cavolini</vt:lpstr>
      <vt:lpstr>Fave Script Bold Pro</vt:lpstr>
      <vt:lpstr>Franklin Gothic Book</vt:lpstr>
      <vt:lpstr>Ink Free</vt:lpstr>
      <vt:lpstr>Office Theme</vt:lpstr>
      <vt:lpstr>PowerPoint Presentation</vt:lpstr>
      <vt:lpstr>1 – Revenue Reveal | The Approach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11</cp:revision>
  <cp:lastPrinted>2025-02-05T17:05:26Z</cp:lastPrinted>
  <dcterms:created xsi:type="dcterms:W3CDTF">2023-07-29T16:22:48Z</dcterms:created>
  <dcterms:modified xsi:type="dcterms:W3CDTF">2025-08-11T20:11:07Z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0x0101006C50980CCDCA474BBA53C0A951F1A841</vt:lpwstr>
  </property>
  <property fmtid="{D5CDD505-2E9C-101B-9397-08002B2CF9AE}" pid="3" name="MediaServiceImageTags">
    <vt:lpwstr/>
  </property>
</Properties>
</file>