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413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5884"/>
  </p:normalViewPr>
  <p:slideViewPr>
    <p:cSldViewPr snapToGrid="0">
      <p:cViewPr varScale="1">
        <p:scale>
          <a:sx n="109" d="100"/>
          <a:sy n="109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4FB3DD12-41BB-254B-8CBA-E01383D16EAC}"/>
    <pc:docChg chg="custSel modSld modMainMaster">
      <pc:chgData name="Kate Burda" userId="44c1ea53-84f5-4c7e-8f48-bfeb434f1f02" providerId="ADAL" clId="{4FB3DD12-41BB-254B-8CBA-E01383D16EAC}" dt="2023-02-01T16:14:23.954" v="532" actId="1076"/>
      <pc:docMkLst>
        <pc:docMk/>
      </pc:docMkLst>
      <pc:sldChg chg="delSp modSp mod modAnim">
        <pc:chgData name="Kate Burda" userId="44c1ea53-84f5-4c7e-8f48-bfeb434f1f02" providerId="ADAL" clId="{4FB3DD12-41BB-254B-8CBA-E01383D16EAC}" dt="2023-02-01T16:14:23.954" v="532" actId="1076"/>
        <pc:sldMkLst>
          <pc:docMk/>
          <pc:sldMk cId="2592066562" sldId="4134"/>
        </pc:sldMkLst>
      </pc:sldChg>
      <pc:sldMasterChg chg="modSldLayout">
        <pc:chgData name="Kate Burda" userId="44c1ea53-84f5-4c7e-8f48-bfeb434f1f02" providerId="ADAL" clId="{4FB3DD12-41BB-254B-8CBA-E01383D16EAC}" dt="2023-01-19T15:36:30.513" v="8" actId="1076"/>
        <pc:sldMasterMkLst>
          <pc:docMk/>
          <pc:sldMasterMk cId="570342519" sldId="2147483648"/>
        </pc:sldMasterMkLst>
        <pc:sldLayoutChg chg="addSp delSp modSp mod">
          <pc:chgData name="Kate Burda" userId="44c1ea53-84f5-4c7e-8f48-bfeb434f1f02" providerId="ADAL" clId="{4FB3DD12-41BB-254B-8CBA-E01383D16EAC}" dt="2023-01-19T15:36:30.513" v="8" actId="1076"/>
          <pc:sldLayoutMkLst>
            <pc:docMk/>
            <pc:sldMasterMk cId="570342519" sldId="2147483648"/>
            <pc:sldLayoutMk cId="1139448755" sldId="2147483660"/>
          </pc:sldLayoutMkLst>
        </pc:sldLayoutChg>
      </pc:sldMasterChg>
    </pc:docChg>
  </pc:docChgLst>
  <pc:docChgLst>
    <pc:chgData name="Kate Burda" userId="44c1ea53-84f5-4c7e-8f48-bfeb434f1f02" providerId="ADAL" clId="{0ABE3A05-777F-4044-AB5F-B4C89D14CFE5}"/>
    <pc:docChg chg="modSld">
      <pc:chgData name="Kate Burda" userId="44c1ea53-84f5-4c7e-8f48-bfeb434f1f02" providerId="ADAL" clId="{0ABE3A05-777F-4044-AB5F-B4C89D14CFE5}" dt="2023-02-25T21:04:31.095" v="26" actId="20577"/>
      <pc:docMkLst>
        <pc:docMk/>
      </pc:docMkLst>
      <pc:sldChg chg="modSp">
        <pc:chgData name="Kate Burda" userId="44c1ea53-84f5-4c7e-8f48-bfeb434f1f02" providerId="ADAL" clId="{0ABE3A05-777F-4044-AB5F-B4C89D14CFE5}" dt="2023-02-25T21:04:31.095" v="26" actId="20577"/>
        <pc:sldMkLst>
          <pc:docMk/>
          <pc:sldMk cId="2592066562" sldId="4134"/>
        </pc:sldMkLst>
      </pc:sldChg>
    </pc:docChg>
  </pc:docChgLst>
  <pc:docChgLst>
    <pc:chgData name="Kate Burda" userId="44c1ea53-84f5-4c7e-8f48-bfeb434f1f02" providerId="ADAL" clId="{54B94F58-58AD-C94C-ABCE-E1D8CEBA9B8B}"/>
    <pc:docChg chg="delSld">
      <pc:chgData name="Kate Burda" userId="44c1ea53-84f5-4c7e-8f48-bfeb434f1f02" providerId="ADAL" clId="{54B94F58-58AD-C94C-ABCE-E1D8CEBA9B8B}" dt="2025-01-28T03:11:14.996" v="0" actId="2696"/>
      <pc:docMkLst>
        <pc:docMk/>
      </pc:docMkLst>
      <pc:sldChg chg="del">
        <pc:chgData name="Kate Burda" userId="44c1ea53-84f5-4c7e-8f48-bfeb434f1f02" providerId="ADAL" clId="{54B94F58-58AD-C94C-ABCE-E1D8CEBA9B8B}" dt="2025-01-28T03:11:14.996" v="0" actId="2696"/>
        <pc:sldMkLst>
          <pc:docMk/>
          <pc:sldMk cId="3328498349" sldId="4135"/>
        </pc:sldMkLst>
      </pc:sldChg>
    </pc:docChg>
  </pc:docChgLst>
  <pc:docChgLst>
    <pc:chgData name="Kate Burda" userId="44c1ea53-84f5-4c7e-8f48-bfeb434f1f02" providerId="ADAL" clId="{5C5B0B0D-DA83-4043-8502-C44DF36BAC3C}"/>
    <pc:docChg chg="addSld">
      <pc:chgData name="Kate Burda" userId="44c1ea53-84f5-4c7e-8f48-bfeb434f1f02" providerId="ADAL" clId="{5C5B0B0D-DA83-4043-8502-C44DF36BAC3C}" dt="2024-02-01T18:14:41.517" v="0" actId="680"/>
      <pc:docMkLst>
        <pc:docMk/>
      </pc:docMkLst>
      <pc:sldChg chg="new">
        <pc:chgData name="Kate Burda" userId="44c1ea53-84f5-4c7e-8f48-bfeb434f1f02" providerId="ADAL" clId="{5C5B0B0D-DA83-4043-8502-C44DF36BAC3C}" dt="2024-02-01T18:14:41.517" v="0" actId="680"/>
        <pc:sldMkLst>
          <pc:docMk/>
          <pc:sldMk cId="3328498349" sldId="41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B3A2E-4B2E-E54A-B408-FDA0CC31FBEB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1087B-33E7-D34A-B56D-A92031E1F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876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48C49-7632-A24D-A577-D5A024C91C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532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B394-393A-3A3D-3F15-E2B80814F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56EEB-F172-9665-4171-75418E5A1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63B7-2D75-1540-A6B6-EEB4E055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D5B3C-4413-6F49-204E-763BEB0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D07D0-C43E-F5C0-59FA-FEC9BB35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38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AC5C-A4C9-5727-37BF-667620FCE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4ADB6-0453-1CB2-7D04-1CF744351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606AC-1484-BF7F-55BB-91B1F3AE0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11C2D-509C-C456-D498-AAA004A7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94EEB-7B6D-7A4B-D50F-D2E7E243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04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3600A-942D-D633-B252-AE35F0E9D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BB2E2-E94C-6062-17A1-A665C913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86CC1-F315-0948-50C5-2CACC5A4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31D37-105D-7C11-9F8A-12315467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82BCA-1C67-31F0-0849-39F88A05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2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45A1-E8AB-3653-B6A9-1365F79E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F9ABF-EF4B-4262-84B6-012AA37D3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9BF74-DF1C-99A7-5F06-3B68C15E9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1B0CC-7C76-4AE1-E96F-C795071A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AB116-1EF9-B35F-AAC7-1E23A60E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4A80A-838C-AD4E-6C94-DFA757116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1FF4-9C3B-A139-4F17-945CDE350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E853A-1382-9D90-40C3-D40AF4D2A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EF0C1-A134-E029-56B1-F02AD7BF0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5101D-40FB-BCC7-1888-CF07A8AC37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42BAC5-2D16-4792-402A-EFECCFBF0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DA530-8B08-B2E9-2F23-F0BCBCAD6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C890A-B92D-29E3-1C85-F4414B5B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C2988-468B-8329-77FD-43B383E1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9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DBAD-BB68-F232-9FAB-38322427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5F79E-9072-BB95-3187-15D9E809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5C701-F9B3-F760-0C03-580D8D97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B1C11-69B5-E9BE-EE6C-69444294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8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A343B6-3DAF-0E72-D781-1A7DC52C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D9D77-BDA9-2339-DC7A-75DC120B3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5C136-6ECD-CE14-2385-BA5CECE5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C07E-5C02-5667-DDE9-761FF3869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8FDEC-8DBB-4820-A574-89EA332BB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78ACD-9286-FFC5-EBA4-58B4C0325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F6F62-C620-FBDD-C7B9-1DD07E68B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A4BF0-0FDF-29A3-0517-F8073C7C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A9E2C-7B21-681A-9594-47244AB1E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89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FD22F-2181-5577-B3AB-86DA631B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4E9A1-B6D6-CF5A-76E4-B6E1F7D3C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CEAB9-A869-69C8-760D-54F7A1C9E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94E49-91B1-FBDE-3C7F-19697FE4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33CD6-DD23-F261-6F9C-78DD0EA4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0EEB2-9105-5552-10EA-FCAC43905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01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9114-62B6-B362-BA00-DACC3554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3136E-823B-AAA6-0194-1C3409FB3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898EE-7A07-A168-9795-A89DBC5E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FB49B-1CB4-22AE-BB71-E8C8C8E68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82B89-903B-1B34-5FCF-1438803C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1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0BFD2A-FD17-28B6-9CA9-B5B66159D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D7BB9-064A-DEC2-9739-4EDBEF6DD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7989A-AAF5-6385-A973-58A37FFF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4883A-7232-4959-2E28-176EF124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6823F-5487-B487-9E58-23D0C50F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13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AA7E597E-6328-8271-E299-DD7620146E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40449" y="5740400"/>
            <a:ext cx="1311102" cy="169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448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67CC5-8BC7-D2CC-2C6F-299A37A79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123C1-96C2-C250-33D1-53DA07856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B6C99-47B6-1451-2FF5-304222461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92086-7EF7-E449-8E66-BB39BBC825F4}" type="datetimeFigureOut">
              <a:rPr lang="en-US" smtClean="0"/>
              <a:t>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F161A-900D-7D4D-E25D-B222DA6B8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92FA8-5927-5972-92A9-A6D8C119C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53A13-EC9A-C14B-934E-5399ADB92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4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1">
            <a:extLst>
              <a:ext uri="{FF2B5EF4-FFF2-40B4-BE49-F238E27FC236}">
                <a16:creationId xmlns:a16="http://schemas.microsoft.com/office/drawing/2014/main" id="{6661786B-1E03-6044-9258-2D384ED78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3809020"/>
            <a:ext cx="11988800" cy="200181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5" dirty="0">
              <a:latin typeface="Lato Light" panose="020F0502020204030203" pitchFamily="34" charset="0"/>
            </a:endParaRP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5252E18-2FFA-1545-83AF-546F43669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540" y="3052620"/>
            <a:ext cx="1712981" cy="1712981"/>
          </a:xfrm>
          <a:custGeom>
            <a:avLst/>
            <a:gdLst>
              <a:gd name="T0" fmla="*/ 1377 w 2753"/>
              <a:gd name="T1" fmla="*/ 0 h 2752"/>
              <a:gd name="T2" fmla="*/ 1377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7 w 2753"/>
              <a:gd name="T9" fmla="*/ 2751 h 2752"/>
              <a:gd name="T10" fmla="*/ 1377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7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7" y="0"/>
                </a:moveTo>
                <a:lnTo>
                  <a:pt x="1377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7" y="2751"/>
                </a:cubicBezTo>
                <a:lnTo>
                  <a:pt x="1377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7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A9D67-CD43-0B47-8040-F95CCC8496BC}"/>
              </a:ext>
            </a:extLst>
          </p:cNvPr>
          <p:cNvSpPr txBox="1"/>
          <p:nvPr/>
        </p:nvSpPr>
        <p:spPr>
          <a:xfrm>
            <a:off x="3611602" y="306188"/>
            <a:ext cx="49688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5 Step Rapid Revenue Return</a:t>
            </a:r>
          </a:p>
          <a:p>
            <a:pPr algn="ctr"/>
            <a:r>
              <a:rPr lang="en-US" sz="3000" i="1" dirty="0">
                <a:solidFill>
                  <a:schemeClr val="tx2"/>
                </a:solidFill>
                <a:latin typeface="Franklin Gothic Book" panose="020B0503020102020204" pitchFamily="34" charset="0"/>
                <a:cs typeface="Poppins" pitchFamily="2" charset="77"/>
              </a:rPr>
              <a:t>From Insight to Impact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ECB0E47-80BF-9B46-95D3-E7B730656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0024" y="3052620"/>
            <a:ext cx="1712981" cy="1712981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7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7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123A7FA7-121E-9042-8277-B581CAF1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472" y="3052620"/>
            <a:ext cx="1712981" cy="1712981"/>
          </a:xfrm>
          <a:custGeom>
            <a:avLst/>
            <a:gdLst>
              <a:gd name="T0" fmla="*/ 1376 w 2752"/>
              <a:gd name="T1" fmla="*/ 0 h 2752"/>
              <a:gd name="T2" fmla="*/ 1376 w 2752"/>
              <a:gd name="T3" fmla="*/ 0 h 2752"/>
              <a:gd name="T4" fmla="*/ 2751 w 2752"/>
              <a:gd name="T5" fmla="*/ 1376 h 2752"/>
              <a:gd name="T6" fmla="*/ 2751 w 2752"/>
              <a:gd name="T7" fmla="*/ 1376 h 2752"/>
              <a:gd name="T8" fmla="*/ 1376 w 2752"/>
              <a:gd name="T9" fmla="*/ 2751 h 2752"/>
              <a:gd name="T10" fmla="*/ 1376 w 2752"/>
              <a:gd name="T11" fmla="*/ 2751 h 2752"/>
              <a:gd name="T12" fmla="*/ 0 w 2752"/>
              <a:gd name="T13" fmla="*/ 1376 h 2752"/>
              <a:gd name="T14" fmla="*/ 0 w 2752"/>
              <a:gd name="T15" fmla="*/ 1376 h 2752"/>
              <a:gd name="T16" fmla="*/ 1376 w 2752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2" h="2752">
                <a:moveTo>
                  <a:pt x="1376" y="0"/>
                </a:moveTo>
                <a:lnTo>
                  <a:pt x="1376" y="0"/>
                </a:lnTo>
                <a:cubicBezTo>
                  <a:pt x="2135" y="0"/>
                  <a:pt x="2751" y="616"/>
                  <a:pt x="2751" y="1376"/>
                </a:cubicBezTo>
                <a:lnTo>
                  <a:pt x="2751" y="1376"/>
                </a:lnTo>
                <a:cubicBezTo>
                  <a:pt x="2751" y="2135"/>
                  <a:pt x="2135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4D8D2FC-2F50-514B-A51A-8DD75EB18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996" y="3052620"/>
            <a:ext cx="1712981" cy="1712981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8F81EE76-86C6-3B4C-A8C2-828BA4B81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480" y="3052620"/>
            <a:ext cx="1712981" cy="1712981"/>
          </a:xfrm>
          <a:custGeom>
            <a:avLst/>
            <a:gdLst>
              <a:gd name="T0" fmla="*/ 1376 w 2753"/>
              <a:gd name="T1" fmla="*/ 0 h 2752"/>
              <a:gd name="T2" fmla="*/ 1376 w 2753"/>
              <a:gd name="T3" fmla="*/ 0 h 2752"/>
              <a:gd name="T4" fmla="*/ 2752 w 2753"/>
              <a:gd name="T5" fmla="*/ 1376 h 2752"/>
              <a:gd name="T6" fmla="*/ 2752 w 2753"/>
              <a:gd name="T7" fmla="*/ 1376 h 2752"/>
              <a:gd name="T8" fmla="*/ 1376 w 2753"/>
              <a:gd name="T9" fmla="*/ 2751 h 2752"/>
              <a:gd name="T10" fmla="*/ 1376 w 2753"/>
              <a:gd name="T11" fmla="*/ 2751 h 2752"/>
              <a:gd name="T12" fmla="*/ 0 w 2753"/>
              <a:gd name="T13" fmla="*/ 1376 h 2752"/>
              <a:gd name="T14" fmla="*/ 0 w 2753"/>
              <a:gd name="T15" fmla="*/ 1376 h 2752"/>
              <a:gd name="T16" fmla="*/ 1376 w 2753"/>
              <a:gd name="T17" fmla="*/ 0 h 27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3" h="2752">
                <a:moveTo>
                  <a:pt x="1376" y="0"/>
                </a:moveTo>
                <a:lnTo>
                  <a:pt x="1376" y="0"/>
                </a:lnTo>
                <a:cubicBezTo>
                  <a:pt x="2136" y="0"/>
                  <a:pt x="2752" y="616"/>
                  <a:pt x="2752" y="1376"/>
                </a:cubicBezTo>
                <a:lnTo>
                  <a:pt x="2752" y="1376"/>
                </a:lnTo>
                <a:cubicBezTo>
                  <a:pt x="2752" y="2135"/>
                  <a:pt x="2136" y="2751"/>
                  <a:pt x="1376" y="2751"/>
                </a:cubicBezTo>
                <a:lnTo>
                  <a:pt x="1376" y="2751"/>
                </a:lnTo>
                <a:cubicBezTo>
                  <a:pt x="616" y="2751"/>
                  <a:pt x="0" y="2135"/>
                  <a:pt x="0" y="1376"/>
                </a:cubicBezTo>
                <a:lnTo>
                  <a:pt x="0" y="1376"/>
                </a:lnTo>
                <a:cubicBezTo>
                  <a:pt x="0" y="616"/>
                  <a:pt x="616" y="0"/>
                  <a:pt x="1376" y="0"/>
                </a:cubicBezTo>
              </a:path>
            </a:pathLst>
          </a:custGeom>
          <a:solidFill>
            <a:schemeClr val="bg1"/>
          </a:solidFill>
          <a:ln w="76200">
            <a:solidFill>
              <a:srgbClr val="B52372"/>
            </a:solidFill>
          </a:ln>
          <a:effectLst/>
        </p:spPr>
        <p:txBody>
          <a:bodyPr wrap="none" anchor="ctr"/>
          <a:lstStyle/>
          <a:p>
            <a:endParaRPr lang="en-US" sz="3265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3304DA-A9E9-694B-A21D-04CFF68CB580}"/>
              </a:ext>
            </a:extLst>
          </p:cNvPr>
          <p:cNvSpPr txBox="1"/>
          <p:nvPr/>
        </p:nvSpPr>
        <p:spPr>
          <a:xfrm>
            <a:off x="5037866" y="4884549"/>
            <a:ext cx="2116285" cy="666977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867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3- Install, Enhance </a:t>
            </a:r>
          </a:p>
          <a:p>
            <a:pPr algn="ctr"/>
            <a:r>
              <a:rPr lang="en-US" sz="1867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&amp; Elevate</a:t>
            </a:r>
          </a:p>
        </p:txBody>
      </p:sp>
      <p:sp>
        <p:nvSpPr>
          <p:cNvPr id="40" name="Subtitle 2">
            <a:extLst>
              <a:ext uri="{FF2B5EF4-FFF2-40B4-BE49-F238E27FC236}">
                <a16:creationId xmlns:a16="http://schemas.microsoft.com/office/drawing/2014/main" id="{075DD1CF-DF07-BD4B-B87E-5D39B904B89D}"/>
              </a:ext>
            </a:extLst>
          </p:cNvPr>
          <p:cNvSpPr txBox="1">
            <a:spLocks/>
          </p:cNvSpPr>
          <p:nvPr/>
        </p:nvSpPr>
        <p:spPr>
          <a:xfrm>
            <a:off x="9079941" y="5268958"/>
            <a:ext cx="2350059" cy="720710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1"/>
              </a:lnSpc>
            </a:pPr>
            <a:r>
              <a:rPr lang="en-US" sz="135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Measurement of results, KPI’s,  readjusting and continually move to the next level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40761-40DB-E84E-A3EF-63A2CA78643E}"/>
              </a:ext>
            </a:extLst>
          </p:cNvPr>
          <p:cNvSpPr txBox="1"/>
          <p:nvPr/>
        </p:nvSpPr>
        <p:spPr>
          <a:xfrm>
            <a:off x="9163525" y="4890721"/>
            <a:ext cx="2182905" cy="379656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867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5- Measure &amp; Equip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354159BB-7EAF-4B4B-91AA-5A5230AD11FD}"/>
              </a:ext>
            </a:extLst>
          </p:cNvPr>
          <p:cNvSpPr txBox="1">
            <a:spLocks/>
          </p:cNvSpPr>
          <p:nvPr/>
        </p:nvSpPr>
        <p:spPr>
          <a:xfrm>
            <a:off x="762001" y="5574429"/>
            <a:ext cx="2350059" cy="1222964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1"/>
              </a:lnSpc>
            </a:pPr>
            <a:r>
              <a:rPr lang="en-US" sz="1333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 deep dive into the current state that looks at;</a:t>
            </a:r>
          </a:p>
          <a:p>
            <a:pPr>
              <a:lnSpc>
                <a:spcPts val="1751"/>
              </a:lnSpc>
            </a:pPr>
            <a:r>
              <a:rPr lang="en-US" sz="1333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what is working, what needs to be left behind, and what needs to be built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0ACC24-D91E-EC40-A611-1223B9CD21DD}"/>
              </a:ext>
            </a:extLst>
          </p:cNvPr>
          <p:cNvSpPr txBox="1"/>
          <p:nvPr/>
        </p:nvSpPr>
        <p:spPr>
          <a:xfrm>
            <a:off x="909399" y="5196193"/>
            <a:ext cx="2055306" cy="379656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867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1- Revenue Reveal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E33F8457-9D45-6142-80AF-9ABB79C73947}"/>
              </a:ext>
            </a:extLst>
          </p:cNvPr>
          <p:cNvSpPr txBox="1">
            <a:spLocks/>
          </p:cNvSpPr>
          <p:nvPr/>
        </p:nvSpPr>
        <p:spPr>
          <a:xfrm>
            <a:off x="2129963" y="1777576"/>
            <a:ext cx="3721423" cy="1034642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1"/>
              </a:lnSpc>
            </a:pPr>
            <a:r>
              <a:rPr lang="en-US" sz="135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Bringing you the insight to get you where you</a:t>
            </a:r>
          </a:p>
          <a:p>
            <a:pPr>
              <a:lnSpc>
                <a:spcPts val="1751"/>
              </a:lnSpc>
            </a:pPr>
            <a:r>
              <a:rPr lang="en-US" sz="135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need to go.</a:t>
            </a:r>
          </a:p>
          <a:p>
            <a:pPr>
              <a:lnSpc>
                <a:spcPts val="1751"/>
              </a:lnSpc>
            </a:pPr>
            <a:r>
              <a:rPr lang="en-US" sz="135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Where are the quick wins to get buy in and momentum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E94EE5-6BBF-1946-8C3C-5F56412DF390}"/>
              </a:ext>
            </a:extLst>
          </p:cNvPr>
          <p:cNvSpPr txBox="1"/>
          <p:nvPr/>
        </p:nvSpPr>
        <p:spPr>
          <a:xfrm>
            <a:off x="2784931" y="1403251"/>
            <a:ext cx="2411494" cy="379656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867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2- Insight </a:t>
            </a:r>
            <a:r>
              <a:rPr lang="en-US" sz="1867" b="1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to Execution</a:t>
            </a:r>
            <a:endParaRPr lang="en-US" sz="1867" b="1" dirty="0">
              <a:solidFill>
                <a:schemeClr val="tx2"/>
              </a:solidFill>
              <a:latin typeface="Franklin Gothic Book" panose="020B0503020102020204" pitchFamily="34" charset="0"/>
              <a:ea typeface="League Spartan" charset="0"/>
              <a:cs typeface="Poppins" pitchFamily="2" charset="77"/>
            </a:endParaRP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AFDB8E0E-8409-BF44-9307-2E1BE903DF89}"/>
              </a:ext>
            </a:extLst>
          </p:cNvPr>
          <p:cNvSpPr txBox="1">
            <a:spLocks/>
          </p:cNvSpPr>
          <p:nvPr/>
        </p:nvSpPr>
        <p:spPr>
          <a:xfrm>
            <a:off x="6962453" y="1810625"/>
            <a:ext cx="2590119" cy="753220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1"/>
              </a:lnSpc>
            </a:pPr>
            <a:r>
              <a:rPr lang="en-US" sz="135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How we keep this as Repeatable Results.</a:t>
            </a:r>
          </a:p>
          <a:p>
            <a:pPr>
              <a:lnSpc>
                <a:spcPts val="1751"/>
              </a:lnSpc>
            </a:pPr>
            <a:endParaRPr lang="en-US" sz="1200" dirty="0">
              <a:solidFill>
                <a:schemeClr val="tx1"/>
              </a:solidFill>
              <a:latin typeface="Franklin Gothic Book" panose="020B0503020102020204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90F1A5-9095-4247-9D9A-6C986097B2E5}"/>
              </a:ext>
            </a:extLst>
          </p:cNvPr>
          <p:cNvSpPr txBox="1"/>
          <p:nvPr/>
        </p:nvSpPr>
        <p:spPr>
          <a:xfrm>
            <a:off x="7230646" y="1409362"/>
            <a:ext cx="2002022" cy="379656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867" b="1" dirty="0">
                <a:solidFill>
                  <a:schemeClr val="tx2"/>
                </a:solidFill>
                <a:latin typeface="Franklin Gothic Book" panose="020B0503020102020204" pitchFamily="34" charset="0"/>
                <a:ea typeface="League Spartan" charset="0"/>
                <a:cs typeface="Poppins" pitchFamily="2" charset="77"/>
              </a:rPr>
              <a:t>4- Drive &amp; Sustain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50CE52-93A5-C747-8206-246B7817F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43948">
            <a:off x="1521936" y="3369230"/>
            <a:ext cx="731075" cy="11843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A481E3-6DC4-634C-BA0D-82B7E8461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1" y="3327401"/>
            <a:ext cx="1063627" cy="8963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2CB5E4-9672-8B48-985C-E1CE527C57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0431" y="3417930"/>
            <a:ext cx="1130997" cy="88321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EB0B2B-97E2-7F4C-9B30-B61CB921392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95595">
            <a:off x="7838187" y="3282156"/>
            <a:ext cx="876663" cy="12505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A6E0855-D429-1C4B-B85E-DA8D8939F3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4751" y="3344307"/>
            <a:ext cx="968653" cy="956840"/>
          </a:xfrm>
          <a:prstGeom prst="rect">
            <a:avLst/>
          </a:prstGeom>
        </p:spPr>
      </p:pic>
      <p:sp>
        <p:nvSpPr>
          <p:cNvPr id="26" name="Subtitle 2">
            <a:extLst>
              <a:ext uri="{FF2B5EF4-FFF2-40B4-BE49-F238E27FC236}">
                <a16:creationId xmlns:a16="http://schemas.microsoft.com/office/drawing/2014/main" id="{C8CCE1EB-2C49-374D-88E4-651A42A7F963}"/>
              </a:ext>
            </a:extLst>
          </p:cNvPr>
          <p:cNvSpPr txBox="1">
            <a:spLocks/>
          </p:cNvSpPr>
          <p:nvPr/>
        </p:nvSpPr>
        <p:spPr>
          <a:xfrm>
            <a:off x="4968937" y="5639823"/>
            <a:ext cx="2350059" cy="254621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1"/>
              </a:lnSpc>
            </a:pPr>
            <a:r>
              <a:rPr lang="en-US" sz="1200" dirty="0">
                <a:solidFill>
                  <a:schemeClr val="tx1"/>
                </a:solidFill>
                <a:latin typeface="Franklin Gothic Book" panose="020B0503020102020204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Let’s go to work!</a:t>
            </a:r>
          </a:p>
        </p:txBody>
      </p:sp>
    </p:spTree>
    <p:extLst>
      <p:ext uri="{BB962C8B-B14F-4D97-AF65-F5344CB8AC3E}">
        <p14:creationId xmlns:p14="http://schemas.microsoft.com/office/powerpoint/2010/main" val="259206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6" grpId="0" animBg="1"/>
      <p:bldP spid="38" grpId="0"/>
      <p:bldP spid="40" grpId="0"/>
      <p:bldP spid="41" grpId="0"/>
      <p:bldP spid="19" grpId="0"/>
      <p:bldP spid="20" grpId="0"/>
      <p:bldP spid="43" grpId="0"/>
      <p:bldP spid="44" grpId="0"/>
      <p:bldP spid="46" grpId="0"/>
      <p:bldP spid="47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111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Franklin Gothic Book</vt:lpstr>
      <vt:lpstr>Lato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</cp:revision>
  <dcterms:created xsi:type="dcterms:W3CDTF">2023-01-19T15:33:58Z</dcterms:created>
  <dcterms:modified xsi:type="dcterms:W3CDTF">2025-01-28T03:11:19Z</dcterms:modified>
</cp:coreProperties>
</file>