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39"/>
    <p:restoredTop sz="94830"/>
  </p:normalViewPr>
  <p:slideViewPr>
    <p:cSldViewPr>
      <p:cViewPr varScale="1">
        <p:scale>
          <a:sx n="162" d="100"/>
          <a:sy n="162" d="100"/>
        </p:scale>
        <p:origin x="120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F644F52C-A36E-B94F-85CE-9B6F7FF05A81}"/>
    <pc:docChg chg="delSld">
      <pc:chgData name="Kate Burda" userId="44c1ea53-84f5-4c7e-8f48-bfeb434f1f02" providerId="ADAL" clId="{F644F52C-A36E-B94F-85CE-9B6F7FF05A81}" dt="2023-09-24T23:14:09.354" v="0" actId="2696"/>
      <pc:docMkLst>
        <pc:docMk/>
      </pc:docMkLst>
      <pc:sldChg chg="del">
        <pc:chgData name="Kate Burda" userId="44c1ea53-84f5-4c7e-8f48-bfeb434f1f02" providerId="ADAL" clId="{F644F52C-A36E-B94F-85CE-9B6F7FF05A81}" dt="2023-09-24T23:14:09.354" v="0" actId="2696"/>
        <pc:sldMkLst>
          <pc:docMk/>
          <pc:sldMk cId="2926873268" sldId="475"/>
        </pc:sldMkLst>
      </pc:sldChg>
      <pc:sldChg chg="del">
        <pc:chgData name="Kate Burda" userId="44c1ea53-84f5-4c7e-8f48-bfeb434f1f02" providerId="ADAL" clId="{F644F52C-A36E-B94F-85CE-9B6F7FF05A81}" dt="2023-09-24T23:14:09.354" v="0" actId="2696"/>
        <pc:sldMkLst>
          <pc:docMk/>
          <pc:sldMk cId="4052318816" sldId="483"/>
        </pc:sldMkLst>
      </pc:sldChg>
      <pc:sldMasterChg chg="delSldLayout">
        <pc:chgData name="Kate Burda" userId="44c1ea53-84f5-4c7e-8f48-bfeb434f1f02" providerId="ADAL" clId="{F644F52C-A36E-B94F-85CE-9B6F7FF05A81}" dt="2023-09-24T23:14:09.354" v="0" actId="2696"/>
        <pc:sldMasterMkLst>
          <pc:docMk/>
          <pc:sldMasterMk cId="0" sldId="2147483648"/>
        </pc:sldMasterMkLst>
        <pc:sldLayoutChg chg="del">
          <pc:chgData name="Kate Burda" userId="44c1ea53-84f5-4c7e-8f48-bfeb434f1f02" providerId="ADAL" clId="{F644F52C-A36E-B94F-85CE-9B6F7FF05A81}" dt="2023-09-24T23:14:09.354" v="0" actId="2696"/>
          <pc:sldLayoutMkLst>
            <pc:docMk/>
            <pc:sldMasterMk cId="0" sldId="2147483648"/>
            <pc:sldLayoutMk cId="1578535468" sldId="2147483666"/>
          </pc:sldLayoutMkLst>
        </pc:sldLayoutChg>
        <pc:sldLayoutChg chg="del">
          <pc:chgData name="Kate Burda" userId="44c1ea53-84f5-4c7e-8f48-bfeb434f1f02" providerId="ADAL" clId="{F644F52C-A36E-B94F-85CE-9B6F7FF05A81}" dt="2023-09-24T23:14:09.354" v="0" actId="2696"/>
          <pc:sldLayoutMkLst>
            <pc:docMk/>
            <pc:sldMasterMk cId="0" sldId="2147483648"/>
            <pc:sldLayoutMk cId="286812329" sldId="21474836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73779-7461-1D41-8C28-B787E365F506}" type="datetimeFigureOut">
              <a:rPr lang="en-US" smtClean="0"/>
              <a:t>9/24/23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41D7A-7318-DF42-A89E-2F30BB3CE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4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030" y="491744"/>
            <a:ext cx="261793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84" y="147319"/>
            <a:ext cx="8712831" cy="323165"/>
          </a:xfrm>
        </p:spPr>
        <p:txBody>
          <a:bodyPr lIns="0" tIns="0" rIns="0" bIns="0"/>
          <a:lstStyle>
            <a:lvl1pPr>
              <a:defRPr sz="2100" b="0" i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7B773DEF-C541-6348-B967-F7C0E5BE1F62}"/>
              </a:ext>
            </a:extLst>
          </p:cNvPr>
          <p:cNvSpPr/>
          <p:nvPr userDrawn="1"/>
        </p:nvSpPr>
        <p:spPr>
          <a:xfrm>
            <a:off x="0" y="-2539"/>
            <a:ext cx="9144000" cy="495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2800">
              <a:latin typeface="Franklin Gothic Book" panose="020B0503020102020204" pitchFamily="34" charset="0"/>
            </a:endParaRPr>
          </a:p>
        </p:txBody>
      </p:sp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160" y="29666"/>
            <a:ext cx="8712831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84" y="147319"/>
            <a:ext cx="8712831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1029" y="1031747"/>
            <a:ext cx="628194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9/24/23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0">
        <a:defRPr>
          <a:latin typeface="Franklin Gothic Book" panose="020B0503020102020204" pitchFamily="34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Franklin Gothic Book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5</cp:revision>
  <cp:lastPrinted>2020-05-06T00:40:53Z</cp:lastPrinted>
  <dcterms:created xsi:type="dcterms:W3CDTF">2020-02-12T17:22:57Z</dcterms:created>
  <dcterms:modified xsi:type="dcterms:W3CDTF">2023-09-24T23:14:12Z</dcterms:modified>
</cp:coreProperties>
</file>