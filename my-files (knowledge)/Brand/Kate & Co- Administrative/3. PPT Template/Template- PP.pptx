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4" r:id="rId1"/>
  </p:sldMasterIdLst>
  <p:notesMasterIdLst>
    <p:notesMasterId r:id="rId4"/>
  </p:notesMasterIdLst>
  <p:handoutMasterIdLst>
    <p:handoutMasterId r:id="rId5"/>
  </p:handoutMasterIdLst>
  <p:sldIdLst>
    <p:sldId id="256" r:id="rId2"/>
    <p:sldId id="294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notes" clrMode="gray"/>
  <p:clrMru>
    <a:srgbClr val="BA1C7F"/>
    <a:srgbClr val="7B0965"/>
    <a:srgbClr val="A0155E"/>
    <a:srgbClr val="FF7177"/>
    <a:srgbClr val="FF27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-1208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6" Type="http://schemas.openxmlformats.org/officeDocument/2006/relationships/printerSettings" Target="printerSettings/printerSettings1.bin"/><Relationship Id="rId1" Type="http://schemas.openxmlformats.org/officeDocument/2006/relationships/slideMaster" Target="slideMasters/slideMaster1.xml"/><Relationship Id="rId11" Type="http://schemas.openxmlformats.org/officeDocument/2006/relationships/customXml" Target="../customXml/item1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6B8B00-F935-184D-80CA-7895733B20D0}" type="datetimeFigureOut">
              <a:rPr lang="en-US" smtClean="0"/>
              <a:t>1/9/16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91FA2C-0F2F-1A40-9FC7-4D3BE3EF0F2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04024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C70DCC-EECA-5045-A891-3C7ED29B474E}" type="datetimeFigureOut">
              <a:rPr lang="en-US" smtClean="0"/>
              <a:t>1/9/16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C204A1-840D-CA41-9990-2FBF1DA0CC2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1580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C204A1-840D-CA41-9990-2FBF1DA0CC2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4077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C204A1-840D-CA41-9990-2FBF1DA0CC2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604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12/14/15	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32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966964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F24D-EB19-4AE0-B015-2BEA6D5224F2}" type="datetimeFigureOut">
              <a:rPr lang="en-US" smtClean="0"/>
              <a:t>1/9/16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9BD3-E57B-4194-A545-2804EB95D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776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F24D-EB19-4AE0-B015-2BEA6D5224F2}" type="datetimeFigureOut">
              <a:rPr lang="en-US" smtClean="0"/>
              <a:t>1/9/16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9BD3-E57B-4194-A545-2804EB95D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351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F24D-EB19-4AE0-B015-2BEA6D5224F2}" type="datetimeFigureOut">
              <a:rPr lang="en-US" smtClean="0"/>
              <a:t>1/9/16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9BD3-E57B-4194-A545-2804EB95D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441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F24D-EB19-4AE0-B015-2BEA6D5224F2}" type="datetimeFigureOut">
              <a:rPr lang="en-US" smtClean="0"/>
              <a:t>1/9/16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9BD3-E57B-4194-A545-2804EB95D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5891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F24D-EB19-4AE0-B015-2BEA6D5224F2}" type="datetimeFigureOut">
              <a:rPr lang="en-US" smtClean="0"/>
              <a:t>1/9/16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9BD3-E57B-4194-A545-2804EB95D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307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F24D-EB19-4AE0-B015-2BEA6D5224F2}" type="datetimeFigureOut">
              <a:rPr lang="en-US" smtClean="0"/>
              <a:t>1/9/16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9BD3-E57B-4194-A545-2804EB95D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5115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F24D-EB19-4AE0-B015-2BEA6D5224F2}" type="datetimeFigureOut">
              <a:rPr lang="en-US" smtClean="0"/>
              <a:t>1/9/16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9BD3-E57B-4194-A545-2804EB95D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4026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F24D-EB19-4AE0-B015-2BEA6D5224F2}" type="datetimeFigureOut">
              <a:rPr lang="en-US" smtClean="0"/>
              <a:t>1/9/16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9BD3-E57B-4194-A545-2804EB95D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647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F24D-EB19-4AE0-B015-2BEA6D5224F2}" type="datetimeFigureOut">
              <a:rPr lang="en-US" smtClean="0"/>
              <a:t>1/9/16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9BD3-E57B-4194-A545-2804EB95D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0885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12/14/15	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(1)</a:t>
            </a:r>
            <a:endParaRPr lang="en-US" dirty="0"/>
          </a:p>
        </p:txBody>
      </p:sp>
      <p:pic>
        <p:nvPicPr>
          <p:cNvPr id="7" name="Picture 6"/>
          <p:cNvPicPr/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6746" y="6397270"/>
            <a:ext cx="589198" cy="3242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91073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4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4865" y="4983892"/>
            <a:ext cx="8400535" cy="1874108"/>
          </a:xfrm>
          <a:solidFill>
            <a:schemeClr val="bg1">
              <a:lumMod val="75000"/>
            </a:schemeClr>
          </a:solidFill>
        </p:spPr>
        <p:txBody>
          <a:bodyPr/>
          <a:lstStyle/>
          <a:p>
            <a:pPr algn="l"/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venir Medium"/>
                <a:cs typeface="Avenir Medium"/>
              </a:rPr>
              <a:t>Date</a:t>
            </a:r>
          </a:p>
          <a:p>
            <a:pPr algn="l"/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Avenir Medium"/>
              <a:cs typeface="Avenir Medium"/>
            </a:endParaRPr>
          </a:p>
          <a:p>
            <a:pPr algn="l"/>
            <a:endParaRPr 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Avenir Medium"/>
              <a:cs typeface="Avenir Medium"/>
            </a:endParaRPr>
          </a:p>
          <a:p>
            <a:endParaRPr lang="en-US" dirty="0"/>
          </a:p>
          <a:p>
            <a:endParaRPr lang="is-IS" dirty="0"/>
          </a:p>
        </p:txBody>
      </p:sp>
      <p:pic>
        <p:nvPicPr>
          <p:cNvPr id="4" name="Placeholder" descr="Cover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4865" y="597243"/>
            <a:ext cx="8400535" cy="4386648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514865" y="260865"/>
            <a:ext cx="8400535" cy="336378"/>
          </a:xfrm>
          <a:prstGeom prst="rect">
            <a:avLst/>
          </a:prstGeom>
          <a:solidFill>
            <a:srgbClr val="A0155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2754"/>
              </a:solidFill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514864" y="3833581"/>
            <a:ext cx="8400535" cy="632460"/>
          </a:xfrm>
          <a:prstGeom prst="rect">
            <a:avLst/>
          </a:prstGeom>
          <a:solidFill>
            <a:srgbClr val="000000">
              <a:alpha val="7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228600" tIns="45720" rIns="914400" bIns="45720" anchor="b" anchorCtr="0" upright="1">
            <a:noAutofit/>
          </a:bodyPr>
          <a:lstStyle/>
          <a:p>
            <a:pPr marL="0" marR="0">
              <a:spcBef>
                <a:spcPts val="600"/>
              </a:spcBef>
              <a:spcAft>
                <a:spcPts val="1200"/>
              </a:spcAft>
            </a:pPr>
            <a:r>
              <a:rPr lang="en-US" sz="2800" dirty="0" smtClean="0">
                <a:solidFill>
                  <a:srgbClr val="FFFFFF"/>
                </a:solidFill>
                <a:effectLst/>
                <a:latin typeface="Avenir Medium"/>
                <a:ea typeface="ＭＳ ゴシック"/>
                <a:cs typeface="Cambria"/>
              </a:rPr>
              <a:t>Title</a:t>
            </a:r>
            <a:endParaRPr lang="en-US" sz="2800" dirty="0" smtClean="0">
              <a:solidFill>
                <a:srgbClr val="FFFFFF"/>
              </a:solidFill>
              <a:effectLst/>
              <a:latin typeface="Avenir Medium"/>
              <a:ea typeface="ＭＳ ゴシック"/>
              <a:cs typeface="Cambria"/>
            </a:endParaRPr>
          </a:p>
        </p:txBody>
      </p:sp>
      <p:pic>
        <p:nvPicPr>
          <p:cNvPr id="8" name="Picture 7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8107" y="5917514"/>
            <a:ext cx="1707292" cy="9404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31281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13903"/>
          </a:xfrm>
          <a:pattFill prst="dotDmnd">
            <a:fgClr>
              <a:schemeClr val="bg1">
                <a:lumMod val="6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>
            <a:normAutofit/>
          </a:bodyPr>
          <a:lstStyle/>
          <a:p>
            <a:r>
              <a:rPr lang="en-US" sz="3200" dirty="0" smtClean="0">
                <a:latin typeface="Avenir Medium"/>
                <a:cs typeface="Avenir Medium"/>
              </a:rPr>
              <a:t> </a:t>
            </a:r>
            <a:endParaRPr lang="en-US" sz="3200" dirty="0">
              <a:latin typeface="Avenir Medium"/>
              <a:cs typeface="Avenir Medium"/>
            </a:endParaRPr>
          </a:p>
        </p:txBody>
      </p:sp>
    </p:spTree>
    <p:extLst>
      <p:ext uri="{BB962C8B-B14F-4D97-AF65-F5344CB8AC3E}">
        <p14:creationId xmlns:p14="http://schemas.microsoft.com/office/powerpoint/2010/main" val="38583480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409FC017C7BF40961EF880411E08B5" ma:contentTypeVersion="13" ma:contentTypeDescription="Create a new document." ma:contentTypeScope="" ma:versionID="b5bca213ef9ff2908ccf7086a37359b6">
  <xsd:schema xmlns:xsd="http://www.w3.org/2001/XMLSchema" xmlns:xs="http://www.w3.org/2001/XMLSchema" xmlns:p="http://schemas.microsoft.com/office/2006/metadata/properties" xmlns:ns2="5f895480-74b7-4295-beb1-000abdb77711" xmlns:ns3="f9f3b592-2a1e-4fc9-8218-81ad9cd05aa6" targetNamespace="http://schemas.microsoft.com/office/2006/metadata/properties" ma:root="true" ma:fieldsID="dfe532681b131c6d2700ace22e453e6a" ns2:_="" ns3:_="">
    <xsd:import namespace="5f895480-74b7-4295-beb1-000abdb77711"/>
    <xsd:import namespace="f9f3b592-2a1e-4fc9-8218-81ad9cd05a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895480-74b7-4295-beb1-000abdb777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f3b592-2a1e-4fc9-8218-81ad9cd05aa6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0CDCF14-1ED1-4243-A3E7-B24BBB8051BA}"/>
</file>

<file path=customXml/itemProps2.xml><?xml version="1.0" encoding="utf-8"?>
<ds:datastoreItem xmlns:ds="http://schemas.openxmlformats.org/officeDocument/2006/customXml" ds:itemID="{6EED5993-4351-4A51-ADAC-D624F2188752}"/>
</file>

<file path=customXml/itemProps3.xml><?xml version="1.0" encoding="utf-8"?>
<ds:datastoreItem xmlns:ds="http://schemas.openxmlformats.org/officeDocument/2006/customXml" ds:itemID="{0E0DDC68-C434-4EA5-952C-B8083AB4785D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2101</TotalTime>
  <Words>5</Words>
  <Application>Microsoft Macintosh PowerPoint</Application>
  <PresentationFormat>On-screen Show (4:3)</PresentationFormat>
  <Paragraphs>7</Paragraphs>
  <Slides>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 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Kate Burda</dc:creator>
  <cp:lastModifiedBy>Kate Burda</cp:lastModifiedBy>
  <cp:revision>73</cp:revision>
  <cp:lastPrinted>2015-12-10T21:20:41Z</cp:lastPrinted>
  <dcterms:created xsi:type="dcterms:W3CDTF">2015-12-09T20:56:52Z</dcterms:created>
  <dcterms:modified xsi:type="dcterms:W3CDTF">2016-01-09T23:58:46Z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0x01010075409FC017C7BF40961EF880411E08B5</vt:lpwstr>
  </property>
</Properties>
</file>