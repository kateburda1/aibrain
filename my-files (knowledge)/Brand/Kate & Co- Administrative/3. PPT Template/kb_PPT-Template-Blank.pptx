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8A8C8C"/>
    <a:srgbClr val="CAC8C8"/>
    <a:srgbClr val="01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12" d="100"/>
          <a:sy n="112" d="100"/>
        </p:scale>
        <p:origin x="-57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interSettings" Target="printerSettings/printerSettings1.bin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9144000" cy="59436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1"/>
            <a:ext cx="7772400" cy="182879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715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914400"/>
            <a:ext cx="9144000" cy="59436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1676400"/>
            <a:ext cx="7772400" cy="3051175"/>
          </a:xfrm>
        </p:spPr>
        <p:txBody>
          <a:bodyPr/>
          <a:lstStyle>
            <a:lvl1pPr>
              <a:defRPr baseline="0">
                <a:solidFill>
                  <a:srgbClr val="8A8C8C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5334000"/>
            <a:ext cx="7772400" cy="381000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Kate Burda &amp; Co.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6E9A-99D7-FF48-979B-E023F3434F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858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3657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029200" y="685800"/>
            <a:ext cx="3657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solidFill>
            <a:srgbClr val="8A8C8C"/>
          </a:solidFill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kb_PPT-Template-02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676401"/>
            <a:ext cx="2514600" cy="3428999"/>
          </a:xfrm>
        </p:spPr>
        <p:txBody>
          <a:bodyPr>
            <a:normAutofit/>
          </a:bodyPr>
          <a:lstStyle>
            <a:lvl1pPr>
              <a:defRPr sz="3000" baseline="0">
                <a:solidFill>
                  <a:srgbClr val="000000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4400" y="5714999"/>
            <a:ext cx="2514600" cy="1006475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Additional Information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66216E9A-99D7-FF48-979B-E023F3434F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Special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8229600" cy="59436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Insert Content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preserve="1" userDrawn="1">
  <p:cSld name="Kate Burda &amp; Co. - Speci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8A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AC8C8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5029200" y="3124200"/>
            <a:ext cx="3657600" cy="2286000"/>
          </a:xfrm>
        </p:spPr>
        <p:txBody>
          <a:bodyPr anchor="t">
            <a:normAutofit/>
          </a:bodyPr>
          <a:lstStyle>
            <a:lvl1pPr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</a:t>
            </a:r>
            <a:br>
              <a:rPr lang="en-US" dirty="0" smtClean="0"/>
            </a:br>
            <a:r>
              <a:rPr lang="en-US" dirty="0" smtClean="0"/>
              <a:t>Insert Content</a:t>
            </a:r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200" y="838200"/>
            <a:ext cx="36576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029200" y="0"/>
            <a:ext cx="3657600" cy="27432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kb_PPT-Template-02.png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Franklin Gothic Book"/>
              </a:defRPr>
            </a:lvl1pPr>
          </a:lstStyle>
          <a:p>
            <a:fld id="{66216E9A-99D7-FF48-979B-E023F3434F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2" r:id="rId4"/>
    <p:sldLayoutId id="2147483651" r:id="rId5"/>
    <p:sldLayoutId id="2147483661" r:id="rId6"/>
    <p:sldLayoutId id="2147483662" r:id="rId7"/>
    <p:sldLayoutId id="2147483663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chemeClr val="bg1">
              <a:lumMod val="65000"/>
            </a:schemeClr>
          </a:solidFill>
          <a:latin typeface="Times New Roman"/>
          <a:ea typeface="+mj-ea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>
              <a:lumMod val="75000"/>
              <a:lumOff val="25000"/>
            </a:schemeClr>
          </a:solidFill>
          <a:latin typeface="Franklin Gothic 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30511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e Burda &amp; Co. -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936593-E0D9-4D45-A0B5-2CC33FB7C010}"/>
</file>

<file path=customXml/itemProps2.xml><?xml version="1.0" encoding="utf-8"?>
<ds:datastoreItem xmlns:ds="http://schemas.openxmlformats.org/officeDocument/2006/customXml" ds:itemID="{81AB53CF-283A-4C61-8652-B49E67894D4A}"/>
</file>

<file path=customXml/itemProps3.xml><?xml version="1.0" encoding="utf-8"?>
<ds:datastoreItem xmlns:ds="http://schemas.openxmlformats.org/officeDocument/2006/customXml" ds:itemID="{1E5FFFDB-A8FB-4741-B7EB-B2439FE5F9E8}"/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Kate Burda &amp; Co. - Master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Ronald</dc:creator>
  <cp:lastModifiedBy>Ronald</cp:lastModifiedBy>
  <cp:revision>4</cp:revision>
  <dcterms:created xsi:type="dcterms:W3CDTF">2015-12-11T08:48:34Z</dcterms:created>
  <dcterms:modified xsi:type="dcterms:W3CDTF">2015-12-11T09:19:00Z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