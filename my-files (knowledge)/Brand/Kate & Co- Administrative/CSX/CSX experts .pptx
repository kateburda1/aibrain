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7DB2F-2312-43A6-B3E9-29F9D8219917}" v="236" dt="2020-06-12T13:37:28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Coveleski" userId="a3c799d6-0a0a-4954-8e36-9686c1b951d9" providerId="ADAL" clId="{B627DB2F-2312-43A6-B3E9-29F9D8219917}"/>
    <pc:docChg chg="delSld modSld">
      <pc:chgData name="Chuck Coveleski" userId="a3c799d6-0a0a-4954-8e36-9686c1b951d9" providerId="ADAL" clId="{B627DB2F-2312-43A6-B3E9-29F9D8219917}" dt="2020-06-12T13:37:28.342" v="237" actId="207"/>
      <pc:docMkLst>
        <pc:docMk/>
      </pc:docMkLst>
      <pc:sldChg chg="modSp mod">
        <pc:chgData name="Chuck Coveleski" userId="a3c799d6-0a0a-4954-8e36-9686c1b951d9" providerId="ADAL" clId="{B627DB2F-2312-43A6-B3E9-29F9D8219917}" dt="2020-06-12T13:37:28.342" v="237" actId="207"/>
        <pc:sldMkLst>
          <pc:docMk/>
          <pc:sldMk cId="3919598406" sldId="256"/>
        </pc:sldMkLst>
        <pc:graphicFrameChg chg="mod">
          <ac:chgData name="Chuck Coveleski" userId="a3c799d6-0a0a-4954-8e36-9686c1b951d9" providerId="ADAL" clId="{B627DB2F-2312-43A6-B3E9-29F9D8219917}" dt="2020-06-12T13:37:28.342" v="237" actId="207"/>
          <ac:graphicFrameMkLst>
            <pc:docMk/>
            <pc:sldMk cId="3919598406" sldId="256"/>
            <ac:graphicFrameMk id="4" creationId="{00000000-0000-0000-0000-000000000000}"/>
          </ac:graphicFrameMkLst>
        </pc:graphicFrameChg>
      </pc:sldChg>
      <pc:sldChg chg="del">
        <pc:chgData name="Chuck Coveleski" userId="a3c799d6-0a0a-4954-8e36-9686c1b951d9" providerId="ADAL" clId="{B627DB2F-2312-43A6-B3E9-29F9D8219917}" dt="2020-06-12T12:19:42.202" v="236" actId="2696"/>
        <pc:sldMkLst>
          <pc:docMk/>
          <pc:sldMk cId="287224094" sldId="25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A2BA06-9F64-43CB-AB50-821CD2E53304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9F0C7638-EFD0-49DC-97A4-380801BE08E6}">
      <dgm:prSet phldrT="[Text]"/>
      <dgm:spPr/>
      <dgm:t>
        <a:bodyPr/>
        <a:lstStyle/>
        <a:p>
          <a:r>
            <a:rPr lang="en-US" dirty="0"/>
            <a:t>CSX – </a:t>
          </a:r>
          <a:r>
            <a:rPr lang="en-US" dirty="0">
              <a:solidFill>
                <a:schemeClr val="accent2"/>
              </a:solidFill>
            </a:rPr>
            <a:t>C</a:t>
          </a:r>
          <a:r>
            <a:rPr lang="en-US" dirty="0"/>
            <a:t>ustomer </a:t>
          </a:r>
          <a:r>
            <a:rPr lang="en-US" dirty="0">
              <a:solidFill>
                <a:schemeClr val="accent2"/>
              </a:solidFill>
            </a:rPr>
            <a:t>S</a:t>
          </a:r>
          <a:r>
            <a:rPr lang="en-US" dirty="0"/>
            <a:t>ales e</a:t>
          </a:r>
          <a:r>
            <a:rPr lang="en-US" dirty="0">
              <a:solidFill>
                <a:schemeClr val="accent2"/>
              </a:solidFill>
            </a:rPr>
            <a:t>X</a:t>
          </a:r>
          <a:r>
            <a:rPr lang="en-US" dirty="0"/>
            <a:t>perience</a:t>
          </a:r>
        </a:p>
      </dgm:t>
    </dgm:pt>
    <dgm:pt modelId="{14E31757-11C2-479F-90D1-126D5F43CB3F}" type="parTrans" cxnId="{10080821-32B4-45E7-BFA3-8BF7E64AD066}">
      <dgm:prSet/>
      <dgm:spPr/>
      <dgm:t>
        <a:bodyPr/>
        <a:lstStyle/>
        <a:p>
          <a:endParaRPr lang="en-US"/>
        </a:p>
      </dgm:t>
    </dgm:pt>
    <dgm:pt modelId="{BB3A0899-B33E-4E29-BE7D-6B82C92FD0B3}" type="sibTrans" cxnId="{10080821-32B4-45E7-BFA3-8BF7E64AD066}">
      <dgm:prSet/>
      <dgm:spPr/>
      <dgm:t>
        <a:bodyPr/>
        <a:lstStyle/>
        <a:p>
          <a:endParaRPr lang="en-US"/>
        </a:p>
      </dgm:t>
    </dgm:pt>
    <dgm:pt modelId="{EA891E06-6DE5-4067-9B83-11C81435CED1}">
      <dgm:prSet phldrT="[Text]"/>
      <dgm:spPr/>
      <dgm:t>
        <a:bodyPr/>
        <a:lstStyle/>
        <a:p>
          <a:r>
            <a:rPr lang="en-US" dirty="0"/>
            <a:t>CRM</a:t>
          </a:r>
        </a:p>
      </dgm:t>
    </dgm:pt>
    <dgm:pt modelId="{97456C56-B068-4236-9A13-CB1C01004686}" type="parTrans" cxnId="{0CB975BA-A7AE-4248-AE31-662E5CD0E7CB}">
      <dgm:prSet/>
      <dgm:spPr/>
      <dgm:t>
        <a:bodyPr/>
        <a:lstStyle/>
        <a:p>
          <a:endParaRPr lang="en-US"/>
        </a:p>
      </dgm:t>
    </dgm:pt>
    <dgm:pt modelId="{58453CB4-E04F-41B3-8685-DBF7463F60EE}" type="sibTrans" cxnId="{0CB975BA-A7AE-4248-AE31-662E5CD0E7CB}">
      <dgm:prSet/>
      <dgm:spPr/>
      <dgm:t>
        <a:bodyPr/>
        <a:lstStyle/>
        <a:p>
          <a:endParaRPr lang="en-US"/>
        </a:p>
      </dgm:t>
    </dgm:pt>
    <dgm:pt modelId="{D05D8454-5AA4-45D8-8AC5-CBB92C44E6ED}">
      <dgm:prSet phldrT="[Text]"/>
      <dgm:spPr/>
      <dgm:t>
        <a:bodyPr/>
        <a:lstStyle/>
        <a:p>
          <a:r>
            <a:rPr lang="en-US" dirty="0"/>
            <a:t>Business Intelligence</a:t>
          </a:r>
        </a:p>
      </dgm:t>
    </dgm:pt>
    <dgm:pt modelId="{E363F7C9-B5C3-40C1-B56C-6AF2BDD66FB5}" type="parTrans" cxnId="{2920E615-7DD6-4971-BE9E-D267C2D6B234}">
      <dgm:prSet/>
      <dgm:spPr/>
      <dgm:t>
        <a:bodyPr/>
        <a:lstStyle/>
        <a:p>
          <a:endParaRPr lang="en-US"/>
        </a:p>
      </dgm:t>
    </dgm:pt>
    <dgm:pt modelId="{0698F20A-6C19-411C-BB73-5412AD68B0F4}" type="sibTrans" cxnId="{2920E615-7DD6-4971-BE9E-D267C2D6B234}">
      <dgm:prSet/>
      <dgm:spPr/>
      <dgm:t>
        <a:bodyPr/>
        <a:lstStyle/>
        <a:p>
          <a:endParaRPr lang="en-US"/>
        </a:p>
      </dgm:t>
    </dgm:pt>
    <dgm:pt modelId="{F066836C-DCE0-42AC-A0F6-CC228818EABC}">
      <dgm:prSet phldrT="[Text]"/>
      <dgm:spPr/>
      <dgm:t>
        <a:bodyPr/>
        <a:lstStyle/>
        <a:p>
          <a:r>
            <a:rPr lang="en-US" dirty="0"/>
            <a:t>Customers</a:t>
          </a:r>
        </a:p>
      </dgm:t>
    </dgm:pt>
    <dgm:pt modelId="{E21EA87A-D83D-4A54-966F-6B4E895D8EAD}" type="parTrans" cxnId="{ECFAE928-6928-4CF3-A057-D82FB6A3C701}">
      <dgm:prSet/>
      <dgm:spPr/>
      <dgm:t>
        <a:bodyPr/>
        <a:lstStyle/>
        <a:p>
          <a:endParaRPr lang="en-US"/>
        </a:p>
      </dgm:t>
    </dgm:pt>
    <dgm:pt modelId="{A0DACD0E-ACD9-494A-9A14-0F59F997CAF6}" type="sibTrans" cxnId="{ECFAE928-6928-4CF3-A057-D82FB6A3C701}">
      <dgm:prSet/>
      <dgm:spPr/>
      <dgm:t>
        <a:bodyPr/>
        <a:lstStyle/>
        <a:p>
          <a:endParaRPr lang="en-US"/>
        </a:p>
      </dgm:t>
    </dgm:pt>
    <dgm:pt modelId="{7C6F7C5A-C8F0-4291-9D88-3622352C3D65}">
      <dgm:prSet phldrT="[Text]"/>
      <dgm:spPr/>
      <dgm:t>
        <a:bodyPr/>
        <a:lstStyle/>
        <a:p>
          <a:r>
            <a:rPr lang="en-US" dirty="0"/>
            <a:t>Marketing</a:t>
          </a:r>
        </a:p>
      </dgm:t>
    </dgm:pt>
    <dgm:pt modelId="{5557B035-23E6-4561-AAF1-4A6261FE3A70}" type="parTrans" cxnId="{F228B916-07CA-4373-892A-E7E6E56A1403}">
      <dgm:prSet/>
      <dgm:spPr/>
      <dgm:t>
        <a:bodyPr/>
        <a:lstStyle/>
        <a:p>
          <a:endParaRPr lang="en-US"/>
        </a:p>
      </dgm:t>
    </dgm:pt>
    <dgm:pt modelId="{B0C61957-82C4-44DD-86A7-DC1D39FE566F}" type="sibTrans" cxnId="{F228B916-07CA-4373-892A-E7E6E56A1403}">
      <dgm:prSet/>
      <dgm:spPr/>
      <dgm:t>
        <a:bodyPr/>
        <a:lstStyle/>
        <a:p>
          <a:endParaRPr lang="en-US"/>
        </a:p>
      </dgm:t>
    </dgm:pt>
    <dgm:pt modelId="{514524E1-BE8F-480D-B726-DB44B835EF2E}">
      <dgm:prSet phldrT="[Text]"/>
      <dgm:spPr/>
      <dgm:t>
        <a:bodyPr/>
        <a:lstStyle/>
        <a:p>
          <a:r>
            <a:rPr lang="en-US" dirty="0"/>
            <a:t>Message</a:t>
          </a:r>
        </a:p>
      </dgm:t>
    </dgm:pt>
    <dgm:pt modelId="{8E40740E-906E-4E9D-949D-D4C17683B52E}" type="parTrans" cxnId="{3831AEE2-ABB5-4FCB-AC9C-5B6B7C9B78DC}">
      <dgm:prSet/>
      <dgm:spPr/>
      <dgm:t>
        <a:bodyPr/>
        <a:lstStyle/>
        <a:p>
          <a:endParaRPr lang="en-US"/>
        </a:p>
      </dgm:t>
    </dgm:pt>
    <dgm:pt modelId="{70D753C6-87F5-45F9-8962-445E8DB124B8}" type="sibTrans" cxnId="{3831AEE2-ABB5-4FCB-AC9C-5B6B7C9B78DC}">
      <dgm:prSet/>
      <dgm:spPr/>
      <dgm:t>
        <a:bodyPr/>
        <a:lstStyle/>
        <a:p>
          <a:endParaRPr lang="en-US"/>
        </a:p>
      </dgm:t>
    </dgm:pt>
    <dgm:pt modelId="{3D887890-46D2-4C37-B758-DBD067D68FEF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Sales</a:t>
          </a:r>
        </a:p>
      </dgm:t>
    </dgm:pt>
    <dgm:pt modelId="{65C68831-F6EF-4EE6-B54D-26741C1BD7A3}" type="parTrans" cxnId="{FE740042-5143-4029-AA1A-28A09BC43D9A}">
      <dgm:prSet/>
      <dgm:spPr/>
      <dgm:t>
        <a:bodyPr/>
        <a:lstStyle/>
        <a:p>
          <a:endParaRPr lang="en-US"/>
        </a:p>
      </dgm:t>
    </dgm:pt>
    <dgm:pt modelId="{46A6082A-39A5-43BD-8173-516769E42A84}" type="sibTrans" cxnId="{FE740042-5143-4029-AA1A-28A09BC43D9A}">
      <dgm:prSet/>
      <dgm:spPr/>
      <dgm:t>
        <a:bodyPr/>
        <a:lstStyle/>
        <a:p>
          <a:endParaRPr lang="en-US"/>
        </a:p>
      </dgm:t>
    </dgm:pt>
    <dgm:pt modelId="{576346A1-866E-4874-9E67-3CE37060E907}">
      <dgm:prSet phldrT="[Text]"/>
      <dgm:spPr/>
      <dgm:t>
        <a:bodyPr/>
        <a:lstStyle/>
        <a:p>
          <a:r>
            <a:rPr lang="en-US" dirty="0"/>
            <a:t>Sales Operations</a:t>
          </a:r>
        </a:p>
      </dgm:t>
    </dgm:pt>
    <dgm:pt modelId="{61BBF631-49BE-4BCB-8473-A77BF558BB65}" type="parTrans" cxnId="{E31F50DA-BFEF-4ADA-8F72-F99527590CA3}">
      <dgm:prSet/>
      <dgm:spPr/>
      <dgm:t>
        <a:bodyPr/>
        <a:lstStyle/>
        <a:p>
          <a:endParaRPr lang="en-US"/>
        </a:p>
      </dgm:t>
    </dgm:pt>
    <dgm:pt modelId="{973B3DCD-87AE-4608-A6C4-2CA96457201B}" type="sibTrans" cxnId="{E31F50DA-BFEF-4ADA-8F72-F99527590CA3}">
      <dgm:prSet/>
      <dgm:spPr/>
      <dgm:t>
        <a:bodyPr/>
        <a:lstStyle/>
        <a:p>
          <a:endParaRPr lang="en-US"/>
        </a:p>
      </dgm:t>
    </dgm:pt>
    <dgm:pt modelId="{1F8C0422-7DE7-4E9C-BBB0-10AD6E4AE10B}">
      <dgm:prSet phldrT="[Text]"/>
      <dgm:spPr/>
      <dgm:t>
        <a:bodyPr/>
        <a:lstStyle/>
        <a:p>
          <a:r>
            <a:rPr lang="en-US" dirty="0"/>
            <a:t>Channels</a:t>
          </a:r>
        </a:p>
      </dgm:t>
    </dgm:pt>
    <dgm:pt modelId="{029C2855-B465-43FB-A19F-31E889753B9D}" type="parTrans" cxnId="{86BCBD07-F8CB-4AFE-BDFD-CF01EFA7BE2C}">
      <dgm:prSet/>
      <dgm:spPr/>
      <dgm:t>
        <a:bodyPr/>
        <a:lstStyle/>
        <a:p>
          <a:endParaRPr lang="en-US"/>
        </a:p>
      </dgm:t>
    </dgm:pt>
    <dgm:pt modelId="{659FFABF-A6EF-439B-9413-34B4D98B19F0}" type="sibTrans" cxnId="{86BCBD07-F8CB-4AFE-BDFD-CF01EFA7BE2C}">
      <dgm:prSet/>
      <dgm:spPr/>
      <dgm:t>
        <a:bodyPr/>
        <a:lstStyle/>
        <a:p>
          <a:endParaRPr lang="en-US"/>
        </a:p>
      </dgm:t>
    </dgm:pt>
    <dgm:pt modelId="{50D610E1-44B5-494B-990E-38DC2BB9D4A7}">
      <dgm:prSet phldrT="[Text]"/>
      <dgm:spPr/>
      <dgm:t>
        <a:bodyPr/>
        <a:lstStyle/>
        <a:p>
          <a:r>
            <a:rPr lang="en-US" dirty="0"/>
            <a:t>Web / Email / Social</a:t>
          </a:r>
        </a:p>
      </dgm:t>
    </dgm:pt>
    <dgm:pt modelId="{76D50090-C448-4229-BB16-816931637814}" type="parTrans" cxnId="{5D1023BF-D701-4059-AF5F-25527EAD019D}">
      <dgm:prSet/>
      <dgm:spPr/>
      <dgm:t>
        <a:bodyPr/>
        <a:lstStyle/>
        <a:p>
          <a:endParaRPr lang="en-US"/>
        </a:p>
      </dgm:t>
    </dgm:pt>
    <dgm:pt modelId="{A3C4BD80-FCD9-44F5-BEFE-37CE9A477D1B}" type="sibTrans" cxnId="{5D1023BF-D701-4059-AF5F-25527EAD019D}">
      <dgm:prSet/>
      <dgm:spPr/>
      <dgm:t>
        <a:bodyPr/>
        <a:lstStyle/>
        <a:p>
          <a:endParaRPr lang="en-US"/>
        </a:p>
      </dgm:t>
    </dgm:pt>
    <dgm:pt modelId="{EC3302B3-08AA-42AD-B44C-CBD3AB55810D}">
      <dgm:prSet phldrT="[Text]"/>
      <dgm:spPr/>
      <dgm:t>
        <a:bodyPr/>
        <a:lstStyle/>
        <a:p>
          <a:r>
            <a:rPr lang="en-US" dirty="0"/>
            <a:t>Actions</a:t>
          </a:r>
        </a:p>
      </dgm:t>
    </dgm:pt>
    <dgm:pt modelId="{8D1A440F-62AE-48FA-A228-8884175A0835}" type="parTrans" cxnId="{F1398223-D346-4EA7-AD1B-34198C2C44D7}">
      <dgm:prSet/>
      <dgm:spPr/>
      <dgm:t>
        <a:bodyPr/>
        <a:lstStyle/>
        <a:p>
          <a:endParaRPr lang="en-US"/>
        </a:p>
      </dgm:t>
    </dgm:pt>
    <dgm:pt modelId="{B2CED441-D459-4B97-80F4-9498CD4F20CC}" type="sibTrans" cxnId="{F1398223-D346-4EA7-AD1B-34198C2C44D7}">
      <dgm:prSet/>
      <dgm:spPr/>
      <dgm:t>
        <a:bodyPr/>
        <a:lstStyle/>
        <a:p>
          <a:endParaRPr lang="en-US"/>
        </a:p>
      </dgm:t>
    </dgm:pt>
    <dgm:pt modelId="{63D6FF83-99C1-426F-B428-DE294891C886}">
      <dgm:prSet phldrT="[Text]"/>
      <dgm:spPr/>
      <dgm:t>
        <a:bodyPr/>
        <a:lstStyle/>
        <a:p>
          <a:r>
            <a:rPr lang="en-US" dirty="0"/>
            <a:t>Information</a:t>
          </a:r>
        </a:p>
      </dgm:t>
    </dgm:pt>
    <dgm:pt modelId="{67CF42E9-A0BA-4D06-AC4A-9AF357F812F3}" type="parTrans" cxnId="{9DCA951C-10F2-4C00-B158-DFBF8173D2D3}">
      <dgm:prSet/>
      <dgm:spPr/>
      <dgm:t>
        <a:bodyPr/>
        <a:lstStyle/>
        <a:p>
          <a:endParaRPr lang="en-US"/>
        </a:p>
      </dgm:t>
    </dgm:pt>
    <dgm:pt modelId="{16EC042B-72A8-4479-9A98-CEA497ED265D}" type="sibTrans" cxnId="{9DCA951C-10F2-4C00-B158-DFBF8173D2D3}">
      <dgm:prSet/>
      <dgm:spPr/>
      <dgm:t>
        <a:bodyPr/>
        <a:lstStyle/>
        <a:p>
          <a:endParaRPr lang="en-US"/>
        </a:p>
      </dgm:t>
    </dgm:pt>
    <dgm:pt modelId="{765D5EDA-12C1-48C8-9CCB-07E0EBD069F2}">
      <dgm:prSet phldrT="[Text]"/>
      <dgm:spPr/>
      <dgm:t>
        <a:bodyPr/>
        <a:lstStyle/>
        <a:p>
          <a:r>
            <a:rPr lang="en-US" dirty="0"/>
            <a:t>Brand</a:t>
          </a:r>
        </a:p>
      </dgm:t>
    </dgm:pt>
    <dgm:pt modelId="{1EFD1382-62EE-4BA1-971E-5825EBF60F9E}" type="parTrans" cxnId="{AAE953E1-3394-46F6-A971-390CF40E02ED}">
      <dgm:prSet/>
      <dgm:spPr/>
      <dgm:t>
        <a:bodyPr/>
        <a:lstStyle/>
        <a:p>
          <a:endParaRPr lang="en-US"/>
        </a:p>
      </dgm:t>
    </dgm:pt>
    <dgm:pt modelId="{39F55BC7-1703-4202-B128-409FE384E05D}" type="sibTrans" cxnId="{AAE953E1-3394-46F6-A971-390CF40E02ED}">
      <dgm:prSet/>
      <dgm:spPr/>
      <dgm:t>
        <a:bodyPr/>
        <a:lstStyle/>
        <a:p>
          <a:endParaRPr lang="en-US"/>
        </a:p>
      </dgm:t>
    </dgm:pt>
    <dgm:pt modelId="{D3A9F327-CACB-4B2A-B19E-5D8C63DCA59C}">
      <dgm:prSet phldrT="[Text]"/>
      <dgm:spPr/>
      <dgm:t>
        <a:bodyPr/>
        <a:lstStyle/>
        <a:p>
          <a:r>
            <a:rPr lang="en-US" dirty="0"/>
            <a:t>Voice</a:t>
          </a:r>
        </a:p>
      </dgm:t>
    </dgm:pt>
    <dgm:pt modelId="{219E0328-D0A5-4F38-8067-A4623805B885}" type="parTrans" cxnId="{95CCC681-071A-41DB-A049-AC37AC32BEEB}">
      <dgm:prSet/>
      <dgm:spPr/>
      <dgm:t>
        <a:bodyPr/>
        <a:lstStyle/>
        <a:p>
          <a:endParaRPr lang="en-US"/>
        </a:p>
      </dgm:t>
    </dgm:pt>
    <dgm:pt modelId="{644AF451-CDB9-40D7-B55C-1912A8D7E3F1}" type="sibTrans" cxnId="{95CCC681-071A-41DB-A049-AC37AC32BEEB}">
      <dgm:prSet/>
      <dgm:spPr/>
      <dgm:t>
        <a:bodyPr/>
        <a:lstStyle/>
        <a:p>
          <a:endParaRPr lang="en-US"/>
        </a:p>
      </dgm:t>
    </dgm:pt>
    <dgm:pt modelId="{84D7D421-F53C-4636-B4C5-00C0B2F6823C}">
      <dgm:prSet phldrT="[Text]"/>
      <dgm:spPr/>
      <dgm:t>
        <a:bodyPr/>
        <a:lstStyle/>
        <a:p>
          <a:r>
            <a:rPr lang="en-US" dirty="0"/>
            <a:t>Revenue</a:t>
          </a:r>
        </a:p>
      </dgm:t>
    </dgm:pt>
    <dgm:pt modelId="{2A199333-E3B5-41A6-BEE8-25EA721939AA}" type="parTrans" cxnId="{885FBDC2-4C05-417E-9811-16C9EA7BA022}">
      <dgm:prSet/>
      <dgm:spPr/>
      <dgm:t>
        <a:bodyPr/>
        <a:lstStyle/>
        <a:p>
          <a:endParaRPr lang="en-US"/>
        </a:p>
      </dgm:t>
    </dgm:pt>
    <dgm:pt modelId="{FCEC5E2A-4B55-4897-B616-69B7BD9A9DFE}" type="sibTrans" cxnId="{885FBDC2-4C05-417E-9811-16C9EA7BA022}">
      <dgm:prSet/>
      <dgm:spPr/>
      <dgm:t>
        <a:bodyPr/>
        <a:lstStyle/>
        <a:p>
          <a:endParaRPr lang="en-US"/>
        </a:p>
      </dgm:t>
    </dgm:pt>
    <dgm:pt modelId="{06837D1E-35DA-4D77-858F-7A6D9472A74F}">
      <dgm:prSet phldrT="[Text]"/>
      <dgm:spPr/>
      <dgm:t>
        <a:bodyPr/>
        <a:lstStyle/>
        <a:p>
          <a:r>
            <a:rPr lang="en-US" dirty="0"/>
            <a:t>Targets</a:t>
          </a:r>
        </a:p>
      </dgm:t>
    </dgm:pt>
    <dgm:pt modelId="{CB54C5EF-82AF-4EC4-9321-5EB8E9E87E8A}" type="parTrans" cxnId="{5179356E-C5D1-4AA4-810D-D224F040EBCF}">
      <dgm:prSet/>
      <dgm:spPr/>
      <dgm:t>
        <a:bodyPr/>
        <a:lstStyle/>
        <a:p>
          <a:endParaRPr lang="en-US"/>
        </a:p>
      </dgm:t>
    </dgm:pt>
    <dgm:pt modelId="{580182B6-16FA-4BF5-AC2F-3D0F2AAD1503}" type="sibTrans" cxnId="{5179356E-C5D1-4AA4-810D-D224F040EBCF}">
      <dgm:prSet/>
      <dgm:spPr/>
      <dgm:t>
        <a:bodyPr/>
        <a:lstStyle/>
        <a:p>
          <a:endParaRPr lang="en-US"/>
        </a:p>
      </dgm:t>
    </dgm:pt>
    <dgm:pt modelId="{E56D84AD-79B9-4CF1-ADCA-FF841A771933}">
      <dgm:prSet phldrT="[Text]"/>
      <dgm:spPr/>
      <dgm:t>
        <a:bodyPr/>
        <a:lstStyle/>
        <a:p>
          <a:r>
            <a:rPr lang="en-US" dirty="0"/>
            <a:t>Pricing</a:t>
          </a:r>
        </a:p>
      </dgm:t>
    </dgm:pt>
    <dgm:pt modelId="{ABAF337E-8409-4F9C-8412-991249A744AA}" type="parTrans" cxnId="{8464141D-F6B0-49EC-90B5-63B89DBAD6B7}">
      <dgm:prSet/>
      <dgm:spPr/>
      <dgm:t>
        <a:bodyPr/>
        <a:lstStyle/>
        <a:p>
          <a:endParaRPr lang="en-US"/>
        </a:p>
      </dgm:t>
    </dgm:pt>
    <dgm:pt modelId="{54AAF219-2E61-45DA-8A90-7752ECBE6AF0}" type="sibTrans" cxnId="{8464141D-F6B0-49EC-90B5-63B89DBAD6B7}">
      <dgm:prSet/>
      <dgm:spPr/>
      <dgm:t>
        <a:bodyPr/>
        <a:lstStyle/>
        <a:p>
          <a:endParaRPr lang="en-US"/>
        </a:p>
      </dgm:t>
    </dgm:pt>
    <dgm:pt modelId="{6EA68AEE-7C0C-4A21-858A-A32E55441508}">
      <dgm:prSet phldrT="[Text]"/>
      <dgm:spPr/>
      <dgm:t>
        <a:bodyPr/>
        <a:lstStyle/>
        <a:p>
          <a:r>
            <a:rPr lang="en-US" dirty="0"/>
            <a:t>Inventory</a:t>
          </a:r>
        </a:p>
      </dgm:t>
    </dgm:pt>
    <dgm:pt modelId="{5517C546-A7DC-4014-847A-06AA3F865D34}" type="parTrans" cxnId="{AEE51087-6F56-4774-9C7D-1C05E94EE63C}">
      <dgm:prSet/>
      <dgm:spPr/>
      <dgm:t>
        <a:bodyPr/>
        <a:lstStyle/>
        <a:p>
          <a:endParaRPr lang="en-US"/>
        </a:p>
      </dgm:t>
    </dgm:pt>
    <dgm:pt modelId="{B320D568-B276-4A61-ABA0-EFA3923D172C}" type="sibTrans" cxnId="{AEE51087-6F56-4774-9C7D-1C05E94EE63C}">
      <dgm:prSet/>
      <dgm:spPr/>
      <dgm:t>
        <a:bodyPr/>
        <a:lstStyle/>
        <a:p>
          <a:endParaRPr lang="en-US"/>
        </a:p>
      </dgm:t>
    </dgm:pt>
    <dgm:pt modelId="{6C755227-961D-46F4-87B5-89B3C1AD5E92}">
      <dgm:prSet phldrT="[Text]"/>
      <dgm:spPr/>
      <dgm:t>
        <a:bodyPr/>
        <a:lstStyle/>
        <a:p>
          <a:r>
            <a:rPr lang="en-US" dirty="0"/>
            <a:t>Forecasts</a:t>
          </a:r>
        </a:p>
      </dgm:t>
    </dgm:pt>
    <dgm:pt modelId="{35D8F742-0628-49A6-B28D-F4BFFB488571}" type="parTrans" cxnId="{E256C712-71B2-4A70-AA19-4D9DFA556C8E}">
      <dgm:prSet/>
      <dgm:spPr/>
      <dgm:t>
        <a:bodyPr/>
        <a:lstStyle/>
        <a:p>
          <a:endParaRPr lang="en-US"/>
        </a:p>
      </dgm:t>
    </dgm:pt>
    <dgm:pt modelId="{1DF93F6D-EB6B-4AFD-9E13-00FFD7865513}" type="sibTrans" cxnId="{E256C712-71B2-4A70-AA19-4D9DFA556C8E}">
      <dgm:prSet/>
      <dgm:spPr/>
      <dgm:t>
        <a:bodyPr/>
        <a:lstStyle/>
        <a:p>
          <a:endParaRPr lang="en-US"/>
        </a:p>
      </dgm:t>
    </dgm:pt>
    <dgm:pt modelId="{35E6284D-B705-44C6-AD25-41A536E3047B}" type="pres">
      <dgm:prSet presAssocID="{29A2BA06-9F64-43CB-AB50-821CD2E5330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CAA040-2640-43DB-BC78-18E2879B2262}" type="pres">
      <dgm:prSet presAssocID="{9F0C7638-EFD0-49DC-97A4-380801BE08E6}" presName="vertOne" presStyleCnt="0"/>
      <dgm:spPr/>
    </dgm:pt>
    <dgm:pt modelId="{0606F535-0B1C-4185-AC79-6561C93ADC4F}" type="pres">
      <dgm:prSet presAssocID="{9F0C7638-EFD0-49DC-97A4-380801BE08E6}" presName="txOne" presStyleLbl="node0" presStyleIdx="0" presStyleCnt="1">
        <dgm:presLayoutVars>
          <dgm:chPref val="3"/>
        </dgm:presLayoutVars>
      </dgm:prSet>
      <dgm:spPr/>
    </dgm:pt>
    <dgm:pt modelId="{C5B3F25D-7C80-443B-BF82-FD842D57770B}" type="pres">
      <dgm:prSet presAssocID="{9F0C7638-EFD0-49DC-97A4-380801BE08E6}" presName="parTransOne" presStyleCnt="0"/>
      <dgm:spPr/>
    </dgm:pt>
    <dgm:pt modelId="{3E811D17-1846-47F9-B87F-2CD0E81DF760}" type="pres">
      <dgm:prSet presAssocID="{9F0C7638-EFD0-49DC-97A4-380801BE08E6}" presName="horzOne" presStyleCnt="0"/>
      <dgm:spPr/>
    </dgm:pt>
    <dgm:pt modelId="{788B385E-D049-4DDC-A4F8-ABDCA8FC2DEF}" type="pres">
      <dgm:prSet presAssocID="{3D887890-46D2-4C37-B758-DBD067D68FEF}" presName="vertTwo" presStyleCnt="0"/>
      <dgm:spPr/>
    </dgm:pt>
    <dgm:pt modelId="{6D92781B-8DA4-4E46-8014-C25BCC96496D}" type="pres">
      <dgm:prSet presAssocID="{3D887890-46D2-4C37-B758-DBD067D68FEF}" presName="txTwo" presStyleLbl="node2" presStyleIdx="0" presStyleCnt="3">
        <dgm:presLayoutVars>
          <dgm:chPref val="3"/>
        </dgm:presLayoutVars>
      </dgm:prSet>
      <dgm:spPr/>
    </dgm:pt>
    <dgm:pt modelId="{01FBC5E8-56DA-4D05-B7C6-EDBEE8FA421F}" type="pres">
      <dgm:prSet presAssocID="{3D887890-46D2-4C37-B758-DBD067D68FEF}" presName="parTransTwo" presStyleCnt="0"/>
      <dgm:spPr/>
    </dgm:pt>
    <dgm:pt modelId="{5BE1C388-DE0D-4CE8-ABDF-9A9D900E6196}" type="pres">
      <dgm:prSet presAssocID="{3D887890-46D2-4C37-B758-DBD067D68FEF}" presName="horzTwo" presStyleCnt="0"/>
      <dgm:spPr/>
    </dgm:pt>
    <dgm:pt modelId="{25597223-7D4A-4B6A-BA62-F166BD4514DB}" type="pres">
      <dgm:prSet presAssocID="{576346A1-866E-4874-9E67-3CE37060E907}" presName="vertThree" presStyleCnt="0"/>
      <dgm:spPr/>
    </dgm:pt>
    <dgm:pt modelId="{08531867-7841-478D-BD7C-686B77D828F6}" type="pres">
      <dgm:prSet presAssocID="{576346A1-866E-4874-9E67-3CE37060E907}" presName="txThree" presStyleLbl="node3" presStyleIdx="0" presStyleCnt="7">
        <dgm:presLayoutVars>
          <dgm:chPref val="3"/>
        </dgm:presLayoutVars>
      </dgm:prSet>
      <dgm:spPr/>
    </dgm:pt>
    <dgm:pt modelId="{E4712B5F-B8A2-43FF-A855-C316E2783F27}" type="pres">
      <dgm:prSet presAssocID="{576346A1-866E-4874-9E67-3CE37060E907}" presName="parTransThree" presStyleCnt="0"/>
      <dgm:spPr/>
    </dgm:pt>
    <dgm:pt modelId="{33575792-3918-44E9-A7FE-60264C147AEF}" type="pres">
      <dgm:prSet presAssocID="{576346A1-866E-4874-9E67-3CE37060E907}" presName="horzThree" presStyleCnt="0"/>
      <dgm:spPr/>
    </dgm:pt>
    <dgm:pt modelId="{B08094FC-552B-4B8C-90DF-C4104418693F}" type="pres">
      <dgm:prSet presAssocID="{EA891E06-6DE5-4067-9B83-11C81435CED1}" presName="vertFour" presStyleCnt="0">
        <dgm:presLayoutVars>
          <dgm:chPref val="3"/>
        </dgm:presLayoutVars>
      </dgm:prSet>
      <dgm:spPr/>
    </dgm:pt>
    <dgm:pt modelId="{70224145-9044-4A16-AD9B-B67241B5E8CB}" type="pres">
      <dgm:prSet presAssocID="{EA891E06-6DE5-4067-9B83-11C81435CED1}" presName="txFour" presStyleLbl="node4" presStyleIdx="0" presStyleCnt="8">
        <dgm:presLayoutVars>
          <dgm:chPref val="3"/>
        </dgm:presLayoutVars>
      </dgm:prSet>
      <dgm:spPr/>
    </dgm:pt>
    <dgm:pt modelId="{482B09E1-431E-411E-BBB4-8D452512E3B5}" type="pres">
      <dgm:prSet presAssocID="{EA891E06-6DE5-4067-9B83-11C81435CED1}" presName="horzFour" presStyleCnt="0"/>
      <dgm:spPr/>
    </dgm:pt>
    <dgm:pt modelId="{A2CECA3F-9542-4BFA-866F-224E3A496703}" type="pres">
      <dgm:prSet presAssocID="{973B3DCD-87AE-4608-A6C4-2CA96457201B}" presName="sibSpaceThree" presStyleCnt="0"/>
      <dgm:spPr/>
    </dgm:pt>
    <dgm:pt modelId="{E7E76ED5-71BB-4A6D-BBED-264B1DF365CE}" type="pres">
      <dgm:prSet presAssocID="{63D6FF83-99C1-426F-B428-DE294891C886}" presName="vertThree" presStyleCnt="0"/>
      <dgm:spPr/>
    </dgm:pt>
    <dgm:pt modelId="{837B2985-3D3A-4E52-8552-A1B72C97B5D3}" type="pres">
      <dgm:prSet presAssocID="{63D6FF83-99C1-426F-B428-DE294891C886}" presName="txThree" presStyleLbl="node3" presStyleIdx="1" presStyleCnt="7">
        <dgm:presLayoutVars>
          <dgm:chPref val="3"/>
        </dgm:presLayoutVars>
      </dgm:prSet>
      <dgm:spPr/>
    </dgm:pt>
    <dgm:pt modelId="{423E3EE3-3754-4AA5-ADAF-C52C177D299C}" type="pres">
      <dgm:prSet presAssocID="{63D6FF83-99C1-426F-B428-DE294891C886}" presName="parTransThree" presStyleCnt="0"/>
      <dgm:spPr/>
    </dgm:pt>
    <dgm:pt modelId="{0B61C6AE-E574-42F8-9078-67F6B52D1D0B}" type="pres">
      <dgm:prSet presAssocID="{63D6FF83-99C1-426F-B428-DE294891C886}" presName="horzThree" presStyleCnt="0"/>
      <dgm:spPr/>
    </dgm:pt>
    <dgm:pt modelId="{708E6894-C9BC-4CDF-A48E-E161350407D2}" type="pres">
      <dgm:prSet presAssocID="{D05D8454-5AA4-45D8-8AC5-CBB92C44E6ED}" presName="vertFour" presStyleCnt="0">
        <dgm:presLayoutVars>
          <dgm:chPref val="3"/>
        </dgm:presLayoutVars>
      </dgm:prSet>
      <dgm:spPr/>
    </dgm:pt>
    <dgm:pt modelId="{200B6541-ED6C-498B-A715-A455123C0B65}" type="pres">
      <dgm:prSet presAssocID="{D05D8454-5AA4-45D8-8AC5-CBB92C44E6ED}" presName="txFour" presStyleLbl="node4" presStyleIdx="1" presStyleCnt="8">
        <dgm:presLayoutVars>
          <dgm:chPref val="3"/>
        </dgm:presLayoutVars>
      </dgm:prSet>
      <dgm:spPr/>
    </dgm:pt>
    <dgm:pt modelId="{1EBCF5D9-013D-49C4-A3D7-6D3F75EB9435}" type="pres">
      <dgm:prSet presAssocID="{D05D8454-5AA4-45D8-8AC5-CBB92C44E6ED}" presName="horzFour" presStyleCnt="0"/>
      <dgm:spPr/>
    </dgm:pt>
    <dgm:pt modelId="{788E1372-4B0D-463D-9B68-1313E2DA4A5A}" type="pres">
      <dgm:prSet presAssocID="{16EC042B-72A8-4479-9A98-CEA497ED265D}" presName="sibSpaceThree" presStyleCnt="0"/>
      <dgm:spPr/>
    </dgm:pt>
    <dgm:pt modelId="{421E91BA-E428-4466-9108-1DA93ECF712C}" type="pres">
      <dgm:prSet presAssocID="{F066836C-DCE0-42AC-A0F6-CC228818EABC}" presName="vertThree" presStyleCnt="0"/>
      <dgm:spPr/>
    </dgm:pt>
    <dgm:pt modelId="{8A260158-066C-4C1E-98F3-F9394AF8B67D}" type="pres">
      <dgm:prSet presAssocID="{F066836C-DCE0-42AC-A0F6-CC228818EABC}" presName="txThree" presStyleLbl="node3" presStyleIdx="2" presStyleCnt="7">
        <dgm:presLayoutVars>
          <dgm:chPref val="3"/>
        </dgm:presLayoutVars>
      </dgm:prSet>
      <dgm:spPr/>
    </dgm:pt>
    <dgm:pt modelId="{3B6DBA88-7C51-46B1-90FA-4CA225432108}" type="pres">
      <dgm:prSet presAssocID="{F066836C-DCE0-42AC-A0F6-CC228818EABC}" presName="parTransThree" presStyleCnt="0"/>
      <dgm:spPr/>
    </dgm:pt>
    <dgm:pt modelId="{70396AF3-1AC3-410B-A68F-557FBB36B29A}" type="pres">
      <dgm:prSet presAssocID="{F066836C-DCE0-42AC-A0F6-CC228818EABC}" presName="horzThree" presStyleCnt="0"/>
      <dgm:spPr/>
    </dgm:pt>
    <dgm:pt modelId="{AD6D0B95-0F03-4C62-9CEE-52E849487B1E}" type="pres">
      <dgm:prSet presAssocID="{EC3302B3-08AA-42AD-B44C-CBD3AB55810D}" presName="vertFour" presStyleCnt="0">
        <dgm:presLayoutVars>
          <dgm:chPref val="3"/>
        </dgm:presLayoutVars>
      </dgm:prSet>
      <dgm:spPr/>
    </dgm:pt>
    <dgm:pt modelId="{76D0D63A-FB40-4572-8876-AB4B85B017AF}" type="pres">
      <dgm:prSet presAssocID="{EC3302B3-08AA-42AD-B44C-CBD3AB55810D}" presName="txFour" presStyleLbl="node4" presStyleIdx="2" presStyleCnt="8">
        <dgm:presLayoutVars>
          <dgm:chPref val="3"/>
        </dgm:presLayoutVars>
      </dgm:prSet>
      <dgm:spPr/>
    </dgm:pt>
    <dgm:pt modelId="{B4A47C19-D24E-4990-B665-2EE8A911CB62}" type="pres">
      <dgm:prSet presAssocID="{EC3302B3-08AA-42AD-B44C-CBD3AB55810D}" presName="horzFour" presStyleCnt="0"/>
      <dgm:spPr/>
    </dgm:pt>
    <dgm:pt modelId="{86D7F7FA-0FCC-4C7C-B92A-F46016085C14}" type="pres">
      <dgm:prSet presAssocID="{46A6082A-39A5-43BD-8173-516769E42A84}" presName="sibSpaceTwo" presStyleCnt="0"/>
      <dgm:spPr/>
    </dgm:pt>
    <dgm:pt modelId="{30A0A4D9-B1E4-41C9-87D9-F8982A577E20}" type="pres">
      <dgm:prSet presAssocID="{84D7D421-F53C-4636-B4C5-00C0B2F6823C}" presName="vertTwo" presStyleCnt="0"/>
      <dgm:spPr/>
    </dgm:pt>
    <dgm:pt modelId="{8F7F1583-051C-461F-9EC0-321DA9AFD2C8}" type="pres">
      <dgm:prSet presAssocID="{84D7D421-F53C-4636-B4C5-00C0B2F6823C}" presName="txTwo" presStyleLbl="node2" presStyleIdx="1" presStyleCnt="3">
        <dgm:presLayoutVars>
          <dgm:chPref val="3"/>
        </dgm:presLayoutVars>
      </dgm:prSet>
      <dgm:spPr/>
    </dgm:pt>
    <dgm:pt modelId="{3B2A019D-E6DE-4851-A322-487BFEEB01CD}" type="pres">
      <dgm:prSet presAssocID="{84D7D421-F53C-4636-B4C5-00C0B2F6823C}" presName="parTransTwo" presStyleCnt="0"/>
      <dgm:spPr/>
    </dgm:pt>
    <dgm:pt modelId="{7C2B291B-D70D-49DA-9357-CB203CCE3B47}" type="pres">
      <dgm:prSet presAssocID="{84D7D421-F53C-4636-B4C5-00C0B2F6823C}" presName="horzTwo" presStyleCnt="0"/>
      <dgm:spPr/>
    </dgm:pt>
    <dgm:pt modelId="{291F38F4-BB21-49CF-8589-B6E566A74942}" type="pres">
      <dgm:prSet presAssocID="{E56D84AD-79B9-4CF1-ADCA-FF841A771933}" presName="vertThree" presStyleCnt="0"/>
      <dgm:spPr/>
    </dgm:pt>
    <dgm:pt modelId="{471CD6F6-DADC-4283-9E00-9585F1A0A5CB}" type="pres">
      <dgm:prSet presAssocID="{E56D84AD-79B9-4CF1-ADCA-FF841A771933}" presName="txThree" presStyleLbl="node3" presStyleIdx="3" presStyleCnt="7">
        <dgm:presLayoutVars>
          <dgm:chPref val="3"/>
        </dgm:presLayoutVars>
      </dgm:prSet>
      <dgm:spPr/>
    </dgm:pt>
    <dgm:pt modelId="{6B441396-BC8F-4202-BDE1-1A059E53C0B4}" type="pres">
      <dgm:prSet presAssocID="{E56D84AD-79B9-4CF1-ADCA-FF841A771933}" presName="parTransThree" presStyleCnt="0"/>
      <dgm:spPr/>
    </dgm:pt>
    <dgm:pt modelId="{51A09F32-33C1-400E-94A7-ECDCA3468AF7}" type="pres">
      <dgm:prSet presAssocID="{E56D84AD-79B9-4CF1-ADCA-FF841A771933}" presName="horzThree" presStyleCnt="0"/>
      <dgm:spPr/>
    </dgm:pt>
    <dgm:pt modelId="{096378D7-09E7-40B9-8920-7C3BC6AB44AD}" type="pres">
      <dgm:prSet presAssocID="{6EA68AEE-7C0C-4A21-858A-A32E55441508}" presName="vertFour" presStyleCnt="0">
        <dgm:presLayoutVars>
          <dgm:chPref val="3"/>
        </dgm:presLayoutVars>
      </dgm:prSet>
      <dgm:spPr/>
    </dgm:pt>
    <dgm:pt modelId="{85473159-6DBE-43D5-B2A9-BC5032F40CA7}" type="pres">
      <dgm:prSet presAssocID="{6EA68AEE-7C0C-4A21-858A-A32E55441508}" presName="txFour" presStyleLbl="node4" presStyleIdx="3" presStyleCnt="8">
        <dgm:presLayoutVars>
          <dgm:chPref val="3"/>
        </dgm:presLayoutVars>
      </dgm:prSet>
      <dgm:spPr/>
    </dgm:pt>
    <dgm:pt modelId="{57E2ABF5-1C7D-4016-9FE3-89ABE166E62D}" type="pres">
      <dgm:prSet presAssocID="{6EA68AEE-7C0C-4A21-858A-A32E55441508}" presName="horzFour" presStyleCnt="0"/>
      <dgm:spPr/>
    </dgm:pt>
    <dgm:pt modelId="{73E5DFA0-2779-4C26-8E35-5F262E4FE0BA}" type="pres">
      <dgm:prSet presAssocID="{54AAF219-2E61-45DA-8A90-7752ECBE6AF0}" presName="sibSpaceThree" presStyleCnt="0"/>
      <dgm:spPr/>
    </dgm:pt>
    <dgm:pt modelId="{1D075E7B-6A37-47A3-8C4D-5B786D7DB1CD}" type="pres">
      <dgm:prSet presAssocID="{06837D1E-35DA-4D77-858F-7A6D9472A74F}" presName="vertThree" presStyleCnt="0"/>
      <dgm:spPr/>
    </dgm:pt>
    <dgm:pt modelId="{2927E117-E11C-4CF3-A776-5C079F292ABD}" type="pres">
      <dgm:prSet presAssocID="{06837D1E-35DA-4D77-858F-7A6D9472A74F}" presName="txThree" presStyleLbl="node3" presStyleIdx="4" presStyleCnt="7">
        <dgm:presLayoutVars>
          <dgm:chPref val="3"/>
        </dgm:presLayoutVars>
      </dgm:prSet>
      <dgm:spPr/>
    </dgm:pt>
    <dgm:pt modelId="{6BECD57D-0958-44BF-B24D-383ECE01BA86}" type="pres">
      <dgm:prSet presAssocID="{06837D1E-35DA-4D77-858F-7A6D9472A74F}" presName="parTransThree" presStyleCnt="0"/>
      <dgm:spPr/>
    </dgm:pt>
    <dgm:pt modelId="{5FF7D788-319C-47FD-98DD-ADC6B5D70DCD}" type="pres">
      <dgm:prSet presAssocID="{06837D1E-35DA-4D77-858F-7A6D9472A74F}" presName="horzThree" presStyleCnt="0"/>
      <dgm:spPr/>
    </dgm:pt>
    <dgm:pt modelId="{F6CFA51F-ED82-4468-A3B9-F09D59F21739}" type="pres">
      <dgm:prSet presAssocID="{6C755227-961D-46F4-87B5-89B3C1AD5E92}" presName="vertFour" presStyleCnt="0">
        <dgm:presLayoutVars>
          <dgm:chPref val="3"/>
        </dgm:presLayoutVars>
      </dgm:prSet>
      <dgm:spPr/>
    </dgm:pt>
    <dgm:pt modelId="{135D58CC-E5C9-4F39-B083-687AD4670180}" type="pres">
      <dgm:prSet presAssocID="{6C755227-961D-46F4-87B5-89B3C1AD5E92}" presName="txFour" presStyleLbl="node4" presStyleIdx="4" presStyleCnt="8">
        <dgm:presLayoutVars>
          <dgm:chPref val="3"/>
        </dgm:presLayoutVars>
      </dgm:prSet>
      <dgm:spPr/>
    </dgm:pt>
    <dgm:pt modelId="{D4FEB381-D692-4597-A880-B1DE43674661}" type="pres">
      <dgm:prSet presAssocID="{6C755227-961D-46F4-87B5-89B3C1AD5E92}" presName="horzFour" presStyleCnt="0"/>
      <dgm:spPr/>
    </dgm:pt>
    <dgm:pt modelId="{EC5CF1EC-A65F-44ED-B4F6-B9ED800A486C}" type="pres">
      <dgm:prSet presAssocID="{FCEC5E2A-4B55-4897-B616-69B7BD9A9DFE}" presName="sibSpaceTwo" presStyleCnt="0"/>
      <dgm:spPr/>
    </dgm:pt>
    <dgm:pt modelId="{0A5F939B-AFE0-4339-B143-4382C6C4D2E2}" type="pres">
      <dgm:prSet presAssocID="{7C6F7C5A-C8F0-4291-9D88-3622352C3D65}" presName="vertTwo" presStyleCnt="0"/>
      <dgm:spPr/>
    </dgm:pt>
    <dgm:pt modelId="{367134D7-281A-4945-AAB1-E7859A28B679}" type="pres">
      <dgm:prSet presAssocID="{7C6F7C5A-C8F0-4291-9D88-3622352C3D65}" presName="txTwo" presStyleLbl="node2" presStyleIdx="2" presStyleCnt="3">
        <dgm:presLayoutVars>
          <dgm:chPref val="3"/>
        </dgm:presLayoutVars>
      </dgm:prSet>
      <dgm:spPr/>
    </dgm:pt>
    <dgm:pt modelId="{C3C043BB-EB26-4644-96B7-700BDF17CEEF}" type="pres">
      <dgm:prSet presAssocID="{7C6F7C5A-C8F0-4291-9D88-3622352C3D65}" presName="parTransTwo" presStyleCnt="0"/>
      <dgm:spPr/>
    </dgm:pt>
    <dgm:pt modelId="{AAFFEF5D-021E-4789-9135-0A305B357054}" type="pres">
      <dgm:prSet presAssocID="{7C6F7C5A-C8F0-4291-9D88-3622352C3D65}" presName="horzTwo" presStyleCnt="0"/>
      <dgm:spPr/>
    </dgm:pt>
    <dgm:pt modelId="{0775B4E8-5316-476B-9B09-C088319CAC2E}" type="pres">
      <dgm:prSet presAssocID="{514524E1-BE8F-480D-B726-DB44B835EF2E}" presName="vertThree" presStyleCnt="0"/>
      <dgm:spPr/>
    </dgm:pt>
    <dgm:pt modelId="{C8D37153-BEA6-4DB7-AD89-086DD8772F68}" type="pres">
      <dgm:prSet presAssocID="{514524E1-BE8F-480D-B726-DB44B835EF2E}" presName="txThree" presStyleLbl="node3" presStyleIdx="5" presStyleCnt="7">
        <dgm:presLayoutVars>
          <dgm:chPref val="3"/>
        </dgm:presLayoutVars>
      </dgm:prSet>
      <dgm:spPr/>
    </dgm:pt>
    <dgm:pt modelId="{E2FA75D5-73A8-4403-B346-191B41BDD1CB}" type="pres">
      <dgm:prSet presAssocID="{514524E1-BE8F-480D-B726-DB44B835EF2E}" presName="parTransThree" presStyleCnt="0"/>
      <dgm:spPr/>
    </dgm:pt>
    <dgm:pt modelId="{A9551F52-1DFB-4B08-863B-F604FC4B2B83}" type="pres">
      <dgm:prSet presAssocID="{514524E1-BE8F-480D-B726-DB44B835EF2E}" presName="horzThree" presStyleCnt="0"/>
      <dgm:spPr/>
    </dgm:pt>
    <dgm:pt modelId="{0712D2BD-9BAA-4D07-8134-172BDDD2ADEA}" type="pres">
      <dgm:prSet presAssocID="{765D5EDA-12C1-48C8-9CCB-07E0EBD069F2}" presName="vertFour" presStyleCnt="0">
        <dgm:presLayoutVars>
          <dgm:chPref val="3"/>
        </dgm:presLayoutVars>
      </dgm:prSet>
      <dgm:spPr/>
    </dgm:pt>
    <dgm:pt modelId="{F938A7B7-29A6-4028-A7F1-472919ED261B}" type="pres">
      <dgm:prSet presAssocID="{765D5EDA-12C1-48C8-9CCB-07E0EBD069F2}" presName="txFour" presStyleLbl="node4" presStyleIdx="5" presStyleCnt="8">
        <dgm:presLayoutVars>
          <dgm:chPref val="3"/>
        </dgm:presLayoutVars>
      </dgm:prSet>
      <dgm:spPr/>
    </dgm:pt>
    <dgm:pt modelId="{A6CE2BCD-ADF7-45ED-9E00-FCAAFAF9EAD4}" type="pres">
      <dgm:prSet presAssocID="{765D5EDA-12C1-48C8-9CCB-07E0EBD069F2}" presName="horzFour" presStyleCnt="0"/>
      <dgm:spPr/>
    </dgm:pt>
    <dgm:pt modelId="{0D0549BD-A5CA-461D-9DAE-FEC5EE405F73}" type="pres">
      <dgm:prSet presAssocID="{39F55BC7-1703-4202-B128-409FE384E05D}" presName="sibSpaceFour" presStyleCnt="0"/>
      <dgm:spPr/>
    </dgm:pt>
    <dgm:pt modelId="{7508BC3D-0F89-45DA-9A3B-1CBCBD6FE3CD}" type="pres">
      <dgm:prSet presAssocID="{D3A9F327-CACB-4B2A-B19E-5D8C63DCA59C}" presName="vertFour" presStyleCnt="0">
        <dgm:presLayoutVars>
          <dgm:chPref val="3"/>
        </dgm:presLayoutVars>
      </dgm:prSet>
      <dgm:spPr/>
    </dgm:pt>
    <dgm:pt modelId="{EACC4CE8-D8E8-4421-86B2-35396E2DC7B1}" type="pres">
      <dgm:prSet presAssocID="{D3A9F327-CACB-4B2A-B19E-5D8C63DCA59C}" presName="txFour" presStyleLbl="node4" presStyleIdx="6" presStyleCnt="8">
        <dgm:presLayoutVars>
          <dgm:chPref val="3"/>
        </dgm:presLayoutVars>
      </dgm:prSet>
      <dgm:spPr/>
    </dgm:pt>
    <dgm:pt modelId="{19253FE8-2250-412F-AC5E-7DF0837D31F6}" type="pres">
      <dgm:prSet presAssocID="{D3A9F327-CACB-4B2A-B19E-5D8C63DCA59C}" presName="horzFour" presStyleCnt="0"/>
      <dgm:spPr/>
    </dgm:pt>
    <dgm:pt modelId="{4C396594-E50F-4612-BA08-FD85D4DAF247}" type="pres">
      <dgm:prSet presAssocID="{70D753C6-87F5-45F9-8962-445E8DB124B8}" presName="sibSpaceThree" presStyleCnt="0"/>
      <dgm:spPr/>
    </dgm:pt>
    <dgm:pt modelId="{AA9FDA35-FD1D-476B-9AAA-DCE859D2EAD4}" type="pres">
      <dgm:prSet presAssocID="{1F8C0422-7DE7-4E9C-BBB0-10AD6E4AE10B}" presName="vertThree" presStyleCnt="0"/>
      <dgm:spPr/>
    </dgm:pt>
    <dgm:pt modelId="{3E26E0B3-F607-46D0-A8C9-58D4352D508E}" type="pres">
      <dgm:prSet presAssocID="{1F8C0422-7DE7-4E9C-BBB0-10AD6E4AE10B}" presName="txThree" presStyleLbl="node3" presStyleIdx="6" presStyleCnt="7">
        <dgm:presLayoutVars>
          <dgm:chPref val="3"/>
        </dgm:presLayoutVars>
      </dgm:prSet>
      <dgm:spPr/>
    </dgm:pt>
    <dgm:pt modelId="{6CF46856-FEB0-48F6-81CD-700BE8238E36}" type="pres">
      <dgm:prSet presAssocID="{1F8C0422-7DE7-4E9C-BBB0-10AD6E4AE10B}" presName="parTransThree" presStyleCnt="0"/>
      <dgm:spPr/>
    </dgm:pt>
    <dgm:pt modelId="{AC41CB7D-A126-4440-A7FD-3AB5A47CE273}" type="pres">
      <dgm:prSet presAssocID="{1F8C0422-7DE7-4E9C-BBB0-10AD6E4AE10B}" presName="horzThree" presStyleCnt="0"/>
      <dgm:spPr/>
    </dgm:pt>
    <dgm:pt modelId="{FBFE6537-EC6A-4E4D-9C0F-ACF175369D1F}" type="pres">
      <dgm:prSet presAssocID="{50D610E1-44B5-494B-990E-38DC2BB9D4A7}" presName="vertFour" presStyleCnt="0">
        <dgm:presLayoutVars>
          <dgm:chPref val="3"/>
        </dgm:presLayoutVars>
      </dgm:prSet>
      <dgm:spPr/>
    </dgm:pt>
    <dgm:pt modelId="{67C54062-900A-45B7-8708-F1FEA63284B7}" type="pres">
      <dgm:prSet presAssocID="{50D610E1-44B5-494B-990E-38DC2BB9D4A7}" presName="txFour" presStyleLbl="node4" presStyleIdx="7" presStyleCnt="8">
        <dgm:presLayoutVars>
          <dgm:chPref val="3"/>
        </dgm:presLayoutVars>
      </dgm:prSet>
      <dgm:spPr/>
    </dgm:pt>
    <dgm:pt modelId="{AF26C5E7-F3C1-455A-B11C-8355FB45188E}" type="pres">
      <dgm:prSet presAssocID="{50D610E1-44B5-494B-990E-38DC2BB9D4A7}" presName="horzFour" presStyleCnt="0"/>
      <dgm:spPr/>
    </dgm:pt>
  </dgm:ptLst>
  <dgm:cxnLst>
    <dgm:cxn modelId="{C48A3303-3321-4C96-91A8-1B85C02A207C}" type="presOf" srcId="{D05D8454-5AA4-45D8-8AC5-CBB92C44E6ED}" destId="{200B6541-ED6C-498B-A715-A455123C0B65}" srcOrd="0" destOrd="0" presId="urn:microsoft.com/office/officeart/2005/8/layout/hierarchy4"/>
    <dgm:cxn modelId="{86BCBD07-F8CB-4AFE-BDFD-CF01EFA7BE2C}" srcId="{7C6F7C5A-C8F0-4291-9D88-3622352C3D65}" destId="{1F8C0422-7DE7-4E9C-BBB0-10AD6E4AE10B}" srcOrd="1" destOrd="0" parTransId="{029C2855-B465-43FB-A19F-31E889753B9D}" sibTransId="{659FFABF-A6EF-439B-9413-34B4D98B19F0}"/>
    <dgm:cxn modelId="{221FBB10-98CA-48AF-BD73-34DB43D9BB7F}" type="presOf" srcId="{1F8C0422-7DE7-4E9C-BBB0-10AD6E4AE10B}" destId="{3E26E0B3-F607-46D0-A8C9-58D4352D508E}" srcOrd="0" destOrd="0" presId="urn:microsoft.com/office/officeart/2005/8/layout/hierarchy4"/>
    <dgm:cxn modelId="{E256C712-71B2-4A70-AA19-4D9DFA556C8E}" srcId="{06837D1E-35DA-4D77-858F-7A6D9472A74F}" destId="{6C755227-961D-46F4-87B5-89B3C1AD5E92}" srcOrd="0" destOrd="0" parTransId="{35D8F742-0628-49A6-B28D-F4BFFB488571}" sibTransId="{1DF93F6D-EB6B-4AFD-9E13-00FFD7865513}"/>
    <dgm:cxn modelId="{2920E615-7DD6-4971-BE9E-D267C2D6B234}" srcId="{63D6FF83-99C1-426F-B428-DE294891C886}" destId="{D05D8454-5AA4-45D8-8AC5-CBB92C44E6ED}" srcOrd="0" destOrd="0" parTransId="{E363F7C9-B5C3-40C1-B56C-6AF2BDD66FB5}" sibTransId="{0698F20A-6C19-411C-BB73-5412AD68B0F4}"/>
    <dgm:cxn modelId="{F228B916-07CA-4373-892A-E7E6E56A1403}" srcId="{9F0C7638-EFD0-49DC-97A4-380801BE08E6}" destId="{7C6F7C5A-C8F0-4291-9D88-3622352C3D65}" srcOrd="2" destOrd="0" parTransId="{5557B035-23E6-4561-AAF1-4A6261FE3A70}" sibTransId="{B0C61957-82C4-44DD-86A7-DC1D39FE566F}"/>
    <dgm:cxn modelId="{9DCA951C-10F2-4C00-B158-DFBF8173D2D3}" srcId="{3D887890-46D2-4C37-B758-DBD067D68FEF}" destId="{63D6FF83-99C1-426F-B428-DE294891C886}" srcOrd="1" destOrd="0" parTransId="{67CF42E9-A0BA-4D06-AC4A-9AF357F812F3}" sibTransId="{16EC042B-72A8-4479-9A98-CEA497ED265D}"/>
    <dgm:cxn modelId="{8464141D-F6B0-49EC-90B5-63B89DBAD6B7}" srcId="{84D7D421-F53C-4636-B4C5-00C0B2F6823C}" destId="{E56D84AD-79B9-4CF1-ADCA-FF841A771933}" srcOrd="0" destOrd="0" parTransId="{ABAF337E-8409-4F9C-8412-991249A744AA}" sibTransId="{54AAF219-2E61-45DA-8A90-7752ECBE6AF0}"/>
    <dgm:cxn modelId="{A8DF6B1E-A3E4-4DBB-B873-CFDBD8240F61}" type="presOf" srcId="{EA891E06-6DE5-4067-9B83-11C81435CED1}" destId="{70224145-9044-4A16-AD9B-B67241B5E8CB}" srcOrd="0" destOrd="0" presId="urn:microsoft.com/office/officeart/2005/8/layout/hierarchy4"/>
    <dgm:cxn modelId="{10080821-32B4-45E7-BFA3-8BF7E64AD066}" srcId="{29A2BA06-9F64-43CB-AB50-821CD2E53304}" destId="{9F0C7638-EFD0-49DC-97A4-380801BE08E6}" srcOrd="0" destOrd="0" parTransId="{14E31757-11C2-479F-90D1-126D5F43CB3F}" sibTransId="{BB3A0899-B33E-4E29-BE7D-6B82C92FD0B3}"/>
    <dgm:cxn modelId="{F1398223-D346-4EA7-AD1B-34198C2C44D7}" srcId="{F066836C-DCE0-42AC-A0F6-CC228818EABC}" destId="{EC3302B3-08AA-42AD-B44C-CBD3AB55810D}" srcOrd="0" destOrd="0" parTransId="{8D1A440F-62AE-48FA-A228-8884175A0835}" sibTransId="{B2CED441-D459-4B97-80F4-9498CD4F20CC}"/>
    <dgm:cxn modelId="{ECFAE928-6928-4CF3-A057-D82FB6A3C701}" srcId="{3D887890-46D2-4C37-B758-DBD067D68FEF}" destId="{F066836C-DCE0-42AC-A0F6-CC228818EABC}" srcOrd="2" destOrd="0" parTransId="{E21EA87A-D83D-4A54-966F-6B4E895D8EAD}" sibTransId="{A0DACD0E-ACD9-494A-9A14-0F59F997CAF6}"/>
    <dgm:cxn modelId="{01A7BE38-D6E9-4BD6-83B6-596211ED3A26}" type="presOf" srcId="{63D6FF83-99C1-426F-B428-DE294891C886}" destId="{837B2985-3D3A-4E52-8552-A1B72C97B5D3}" srcOrd="0" destOrd="0" presId="urn:microsoft.com/office/officeart/2005/8/layout/hierarchy4"/>
    <dgm:cxn modelId="{6E945939-D12D-48D3-AE07-3FE74239D331}" type="presOf" srcId="{9F0C7638-EFD0-49DC-97A4-380801BE08E6}" destId="{0606F535-0B1C-4185-AC79-6561C93ADC4F}" srcOrd="0" destOrd="0" presId="urn:microsoft.com/office/officeart/2005/8/layout/hierarchy4"/>
    <dgm:cxn modelId="{FE740042-5143-4029-AA1A-28A09BC43D9A}" srcId="{9F0C7638-EFD0-49DC-97A4-380801BE08E6}" destId="{3D887890-46D2-4C37-B758-DBD067D68FEF}" srcOrd="0" destOrd="0" parTransId="{65C68831-F6EF-4EE6-B54D-26741C1BD7A3}" sibTransId="{46A6082A-39A5-43BD-8173-516769E42A84}"/>
    <dgm:cxn modelId="{185C926B-049E-4EDF-8237-08E3BFAA107B}" type="presOf" srcId="{E56D84AD-79B9-4CF1-ADCA-FF841A771933}" destId="{471CD6F6-DADC-4283-9E00-9585F1A0A5CB}" srcOrd="0" destOrd="0" presId="urn:microsoft.com/office/officeart/2005/8/layout/hierarchy4"/>
    <dgm:cxn modelId="{5179356E-C5D1-4AA4-810D-D224F040EBCF}" srcId="{84D7D421-F53C-4636-B4C5-00C0B2F6823C}" destId="{06837D1E-35DA-4D77-858F-7A6D9472A74F}" srcOrd="1" destOrd="0" parTransId="{CB54C5EF-82AF-4EC4-9321-5EB8E9E87E8A}" sibTransId="{580182B6-16FA-4BF5-AC2F-3D0F2AAD1503}"/>
    <dgm:cxn modelId="{03FC7D4E-2F42-4FA5-B89D-6775D10F2CCD}" type="presOf" srcId="{F066836C-DCE0-42AC-A0F6-CC228818EABC}" destId="{8A260158-066C-4C1E-98F3-F9394AF8B67D}" srcOrd="0" destOrd="0" presId="urn:microsoft.com/office/officeart/2005/8/layout/hierarchy4"/>
    <dgm:cxn modelId="{9B6E9F6E-C6CA-402C-9DF9-A629F7933FB5}" type="presOf" srcId="{D3A9F327-CACB-4B2A-B19E-5D8C63DCA59C}" destId="{EACC4CE8-D8E8-4421-86B2-35396E2DC7B1}" srcOrd="0" destOrd="0" presId="urn:microsoft.com/office/officeart/2005/8/layout/hierarchy4"/>
    <dgm:cxn modelId="{FA596880-32FD-4C12-9B30-8C5026344B59}" type="presOf" srcId="{3D887890-46D2-4C37-B758-DBD067D68FEF}" destId="{6D92781B-8DA4-4E46-8014-C25BCC96496D}" srcOrd="0" destOrd="0" presId="urn:microsoft.com/office/officeart/2005/8/layout/hierarchy4"/>
    <dgm:cxn modelId="{95CCC681-071A-41DB-A049-AC37AC32BEEB}" srcId="{514524E1-BE8F-480D-B726-DB44B835EF2E}" destId="{D3A9F327-CACB-4B2A-B19E-5D8C63DCA59C}" srcOrd="1" destOrd="0" parTransId="{219E0328-D0A5-4F38-8067-A4623805B885}" sibTransId="{644AF451-CDB9-40D7-B55C-1912A8D7E3F1}"/>
    <dgm:cxn modelId="{AEE51087-6F56-4774-9C7D-1C05E94EE63C}" srcId="{E56D84AD-79B9-4CF1-ADCA-FF841A771933}" destId="{6EA68AEE-7C0C-4A21-858A-A32E55441508}" srcOrd="0" destOrd="0" parTransId="{5517C546-A7DC-4014-847A-06AA3F865D34}" sibTransId="{B320D568-B276-4A61-ABA0-EFA3923D172C}"/>
    <dgm:cxn modelId="{61883D8D-ABBE-4916-86EA-ACC387095EF5}" type="presOf" srcId="{EC3302B3-08AA-42AD-B44C-CBD3AB55810D}" destId="{76D0D63A-FB40-4572-8876-AB4B85B017AF}" srcOrd="0" destOrd="0" presId="urn:microsoft.com/office/officeart/2005/8/layout/hierarchy4"/>
    <dgm:cxn modelId="{45874C9B-F1C3-4CA5-BF55-58B318E01C19}" type="presOf" srcId="{06837D1E-35DA-4D77-858F-7A6D9472A74F}" destId="{2927E117-E11C-4CF3-A776-5C079F292ABD}" srcOrd="0" destOrd="0" presId="urn:microsoft.com/office/officeart/2005/8/layout/hierarchy4"/>
    <dgm:cxn modelId="{41C07DA3-3796-4D94-A29C-5297E3ABD366}" type="presOf" srcId="{29A2BA06-9F64-43CB-AB50-821CD2E53304}" destId="{35E6284D-B705-44C6-AD25-41A536E3047B}" srcOrd="0" destOrd="0" presId="urn:microsoft.com/office/officeart/2005/8/layout/hierarchy4"/>
    <dgm:cxn modelId="{F54455B2-2F0D-4477-A836-B682ED29C611}" type="presOf" srcId="{6C755227-961D-46F4-87B5-89B3C1AD5E92}" destId="{135D58CC-E5C9-4F39-B083-687AD4670180}" srcOrd="0" destOrd="0" presId="urn:microsoft.com/office/officeart/2005/8/layout/hierarchy4"/>
    <dgm:cxn modelId="{0CB975BA-A7AE-4248-AE31-662E5CD0E7CB}" srcId="{576346A1-866E-4874-9E67-3CE37060E907}" destId="{EA891E06-6DE5-4067-9B83-11C81435CED1}" srcOrd="0" destOrd="0" parTransId="{97456C56-B068-4236-9A13-CB1C01004686}" sibTransId="{58453CB4-E04F-41B3-8685-DBF7463F60EE}"/>
    <dgm:cxn modelId="{315506BC-3899-4C52-BC59-5E25A89A7F18}" type="presOf" srcId="{576346A1-866E-4874-9E67-3CE37060E907}" destId="{08531867-7841-478D-BD7C-686B77D828F6}" srcOrd="0" destOrd="0" presId="urn:microsoft.com/office/officeart/2005/8/layout/hierarchy4"/>
    <dgm:cxn modelId="{5D1023BF-D701-4059-AF5F-25527EAD019D}" srcId="{1F8C0422-7DE7-4E9C-BBB0-10AD6E4AE10B}" destId="{50D610E1-44B5-494B-990E-38DC2BB9D4A7}" srcOrd="0" destOrd="0" parTransId="{76D50090-C448-4229-BB16-816931637814}" sibTransId="{A3C4BD80-FCD9-44F5-BEFE-37CE9A477D1B}"/>
    <dgm:cxn modelId="{EC2F25C1-66FA-4C8D-AFBE-C47085A52821}" type="presOf" srcId="{6EA68AEE-7C0C-4A21-858A-A32E55441508}" destId="{85473159-6DBE-43D5-B2A9-BC5032F40CA7}" srcOrd="0" destOrd="0" presId="urn:microsoft.com/office/officeart/2005/8/layout/hierarchy4"/>
    <dgm:cxn modelId="{885FBDC2-4C05-417E-9811-16C9EA7BA022}" srcId="{9F0C7638-EFD0-49DC-97A4-380801BE08E6}" destId="{84D7D421-F53C-4636-B4C5-00C0B2F6823C}" srcOrd="1" destOrd="0" parTransId="{2A199333-E3B5-41A6-BEE8-25EA721939AA}" sibTransId="{FCEC5E2A-4B55-4897-B616-69B7BD9A9DFE}"/>
    <dgm:cxn modelId="{BACB9BD2-5223-4434-AC0E-7A654C4305A4}" type="presOf" srcId="{765D5EDA-12C1-48C8-9CCB-07E0EBD069F2}" destId="{F938A7B7-29A6-4028-A7F1-472919ED261B}" srcOrd="0" destOrd="0" presId="urn:microsoft.com/office/officeart/2005/8/layout/hierarchy4"/>
    <dgm:cxn modelId="{AAFA93D5-1E93-47DE-B3E5-C7AA0016ADD9}" type="presOf" srcId="{84D7D421-F53C-4636-B4C5-00C0B2F6823C}" destId="{8F7F1583-051C-461F-9EC0-321DA9AFD2C8}" srcOrd="0" destOrd="0" presId="urn:microsoft.com/office/officeart/2005/8/layout/hierarchy4"/>
    <dgm:cxn modelId="{400BCFD6-D318-4894-9DAE-C33CD95579E5}" type="presOf" srcId="{7C6F7C5A-C8F0-4291-9D88-3622352C3D65}" destId="{367134D7-281A-4945-AAB1-E7859A28B679}" srcOrd="0" destOrd="0" presId="urn:microsoft.com/office/officeart/2005/8/layout/hierarchy4"/>
    <dgm:cxn modelId="{E31F50DA-BFEF-4ADA-8F72-F99527590CA3}" srcId="{3D887890-46D2-4C37-B758-DBD067D68FEF}" destId="{576346A1-866E-4874-9E67-3CE37060E907}" srcOrd="0" destOrd="0" parTransId="{61BBF631-49BE-4BCB-8473-A77BF558BB65}" sibTransId="{973B3DCD-87AE-4608-A6C4-2CA96457201B}"/>
    <dgm:cxn modelId="{AAE953E1-3394-46F6-A971-390CF40E02ED}" srcId="{514524E1-BE8F-480D-B726-DB44B835EF2E}" destId="{765D5EDA-12C1-48C8-9CCB-07E0EBD069F2}" srcOrd="0" destOrd="0" parTransId="{1EFD1382-62EE-4BA1-971E-5825EBF60F9E}" sibTransId="{39F55BC7-1703-4202-B128-409FE384E05D}"/>
    <dgm:cxn modelId="{3831AEE2-ABB5-4FCB-AC9C-5B6B7C9B78DC}" srcId="{7C6F7C5A-C8F0-4291-9D88-3622352C3D65}" destId="{514524E1-BE8F-480D-B726-DB44B835EF2E}" srcOrd="0" destOrd="0" parTransId="{8E40740E-906E-4E9D-949D-D4C17683B52E}" sibTransId="{70D753C6-87F5-45F9-8962-445E8DB124B8}"/>
    <dgm:cxn modelId="{DFB45AE9-6CB7-4E04-8FA9-61BD1BBC878A}" type="presOf" srcId="{514524E1-BE8F-480D-B726-DB44B835EF2E}" destId="{C8D37153-BEA6-4DB7-AD89-086DD8772F68}" srcOrd="0" destOrd="0" presId="urn:microsoft.com/office/officeart/2005/8/layout/hierarchy4"/>
    <dgm:cxn modelId="{29ADEDF5-5FB1-4209-919E-03339E50BE55}" type="presOf" srcId="{50D610E1-44B5-494B-990E-38DC2BB9D4A7}" destId="{67C54062-900A-45B7-8708-F1FEA63284B7}" srcOrd="0" destOrd="0" presId="urn:microsoft.com/office/officeart/2005/8/layout/hierarchy4"/>
    <dgm:cxn modelId="{57B75887-1508-407F-A3BE-27AA01C09F5A}" type="presParOf" srcId="{35E6284D-B705-44C6-AD25-41A536E3047B}" destId="{01CAA040-2640-43DB-BC78-18E2879B2262}" srcOrd="0" destOrd="0" presId="urn:microsoft.com/office/officeart/2005/8/layout/hierarchy4"/>
    <dgm:cxn modelId="{0F9FCBA5-CF02-406F-9723-09A69C708E0D}" type="presParOf" srcId="{01CAA040-2640-43DB-BC78-18E2879B2262}" destId="{0606F535-0B1C-4185-AC79-6561C93ADC4F}" srcOrd="0" destOrd="0" presId="urn:microsoft.com/office/officeart/2005/8/layout/hierarchy4"/>
    <dgm:cxn modelId="{332A3544-FA53-48E2-AAB9-BECF7C646D44}" type="presParOf" srcId="{01CAA040-2640-43DB-BC78-18E2879B2262}" destId="{C5B3F25D-7C80-443B-BF82-FD842D57770B}" srcOrd="1" destOrd="0" presId="urn:microsoft.com/office/officeart/2005/8/layout/hierarchy4"/>
    <dgm:cxn modelId="{FFA5B83E-0706-47B9-8466-E9425AAED6C4}" type="presParOf" srcId="{01CAA040-2640-43DB-BC78-18E2879B2262}" destId="{3E811D17-1846-47F9-B87F-2CD0E81DF760}" srcOrd="2" destOrd="0" presId="urn:microsoft.com/office/officeart/2005/8/layout/hierarchy4"/>
    <dgm:cxn modelId="{7A077823-B00F-4D3F-8061-18A4C5BD7016}" type="presParOf" srcId="{3E811D17-1846-47F9-B87F-2CD0E81DF760}" destId="{788B385E-D049-4DDC-A4F8-ABDCA8FC2DEF}" srcOrd="0" destOrd="0" presId="urn:microsoft.com/office/officeart/2005/8/layout/hierarchy4"/>
    <dgm:cxn modelId="{454557DE-32F7-4DC1-92D3-0C0F2DFC4112}" type="presParOf" srcId="{788B385E-D049-4DDC-A4F8-ABDCA8FC2DEF}" destId="{6D92781B-8DA4-4E46-8014-C25BCC96496D}" srcOrd="0" destOrd="0" presId="urn:microsoft.com/office/officeart/2005/8/layout/hierarchy4"/>
    <dgm:cxn modelId="{A36027F2-E298-4C0C-84A1-748078E62143}" type="presParOf" srcId="{788B385E-D049-4DDC-A4F8-ABDCA8FC2DEF}" destId="{01FBC5E8-56DA-4D05-B7C6-EDBEE8FA421F}" srcOrd="1" destOrd="0" presId="urn:microsoft.com/office/officeart/2005/8/layout/hierarchy4"/>
    <dgm:cxn modelId="{BD283A74-9757-4F11-B159-9FC134E7904F}" type="presParOf" srcId="{788B385E-D049-4DDC-A4F8-ABDCA8FC2DEF}" destId="{5BE1C388-DE0D-4CE8-ABDF-9A9D900E6196}" srcOrd="2" destOrd="0" presId="urn:microsoft.com/office/officeart/2005/8/layout/hierarchy4"/>
    <dgm:cxn modelId="{2845CEE1-5FBB-4F9E-B83F-783E602FE5C8}" type="presParOf" srcId="{5BE1C388-DE0D-4CE8-ABDF-9A9D900E6196}" destId="{25597223-7D4A-4B6A-BA62-F166BD4514DB}" srcOrd="0" destOrd="0" presId="urn:microsoft.com/office/officeart/2005/8/layout/hierarchy4"/>
    <dgm:cxn modelId="{2410CE30-D3BC-4372-957C-1D84F807C1EF}" type="presParOf" srcId="{25597223-7D4A-4B6A-BA62-F166BD4514DB}" destId="{08531867-7841-478D-BD7C-686B77D828F6}" srcOrd="0" destOrd="0" presId="urn:microsoft.com/office/officeart/2005/8/layout/hierarchy4"/>
    <dgm:cxn modelId="{BA7EDC47-E123-4ABB-BD71-52C04FA24C58}" type="presParOf" srcId="{25597223-7D4A-4B6A-BA62-F166BD4514DB}" destId="{E4712B5F-B8A2-43FF-A855-C316E2783F27}" srcOrd="1" destOrd="0" presId="urn:microsoft.com/office/officeart/2005/8/layout/hierarchy4"/>
    <dgm:cxn modelId="{0C6AB027-AB67-434D-8B0E-8BBB3BF6E59F}" type="presParOf" srcId="{25597223-7D4A-4B6A-BA62-F166BD4514DB}" destId="{33575792-3918-44E9-A7FE-60264C147AEF}" srcOrd="2" destOrd="0" presId="urn:microsoft.com/office/officeart/2005/8/layout/hierarchy4"/>
    <dgm:cxn modelId="{191F3D25-3184-4105-BACD-9EE7AEE3224F}" type="presParOf" srcId="{33575792-3918-44E9-A7FE-60264C147AEF}" destId="{B08094FC-552B-4B8C-90DF-C4104418693F}" srcOrd="0" destOrd="0" presId="urn:microsoft.com/office/officeart/2005/8/layout/hierarchy4"/>
    <dgm:cxn modelId="{93ADAE7C-2B55-42F1-8731-4C0A2C4C3366}" type="presParOf" srcId="{B08094FC-552B-4B8C-90DF-C4104418693F}" destId="{70224145-9044-4A16-AD9B-B67241B5E8CB}" srcOrd="0" destOrd="0" presId="urn:microsoft.com/office/officeart/2005/8/layout/hierarchy4"/>
    <dgm:cxn modelId="{3155901A-D915-42BD-9BA1-EB082587C07D}" type="presParOf" srcId="{B08094FC-552B-4B8C-90DF-C4104418693F}" destId="{482B09E1-431E-411E-BBB4-8D452512E3B5}" srcOrd="1" destOrd="0" presId="urn:microsoft.com/office/officeart/2005/8/layout/hierarchy4"/>
    <dgm:cxn modelId="{88799BB8-A9D7-493B-B894-E77F18681001}" type="presParOf" srcId="{5BE1C388-DE0D-4CE8-ABDF-9A9D900E6196}" destId="{A2CECA3F-9542-4BFA-866F-224E3A496703}" srcOrd="1" destOrd="0" presId="urn:microsoft.com/office/officeart/2005/8/layout/hierarchy4"/>
    <dgm:cxn modelId="{973FE259-7A45-4185-972A-BF2E0D91C63B}" type="presParOf" srcId="{5BE1C388-DE0D-4CE8-ABDF-9A9D900E6196}" destId="{E7E76ED5-71BB-4A6D-BBED-264B1DF365CE}" srcOrd="2" destOrd="0" presId="urn:microsoft.com/office/officeart/2005/8/layout/hierarchy4"/>
    <dgm:cxn modelId="{6B2F1F6C-FE73-4E30-AC2C-02DF8125F3FF}" type="presParOf" srcId="{E7E76ED5-71BB-4A6D-BBED-264B1DF365CE}" destId="{837B2985-3D3A-4E52-8552-A1B72C97B5D3}" srcOrd="0" destOrd="0" presId="urn:microsoft.com/office/officeart/2005/8/layout/hierarchy4"/>
    <dgm:cxn modelId="{79D516E5-83B8-4F5C-9502-8751F781DB6D}" type="presParOf" srcId="{E7E76ED5-71BB-4A6D-BBED-264B1DF365CE}" destId="{423E3EE3-3754-4AA5-ADAF-C52C177D299C}" srcOrd="1" destOrd="0" presId="urn:microsoft.com/office/officeart/2005/8/layout/hierarchy4"/>
    <dgm:cxn modelId="{7D381BD5-1AB3-4230-A0EB-58BFC601821D}" type="presParOf" srcId="{E7E76ED5-71BB-4A6D-BBED-264B1DF365CE}" destId="{0B61C6AE-E574-42F8-9078-67F6B52D1D0B}" srcOrd="2" destOrd="0" presId="urn:microsoft.com/office/officeart/2005/8/layout/hierarchy4"/>
    <dgm:cxn modelId="{0AF805F5-144A-4DA7-A22E-7E113716972D}" type="presParOf" srcId="{0B61C6AE-E574-42F8-9078-67F6B52D1D0B}" destId="{708E6894-C9BC-4CDF-A48E-E161350407D2}" srcOrd="0" destOrd="0" presId="urn:microsoft.com/office/officeart/2005/8/layout/hierarchy4"/>
    <dgm:cxn modelId="{A68B84D0-5735-45B2-82A6-48991407B70C}" type="presParOf" srcId="{708E6894-C9BC-4CDF-A48E-E161350407D2}" destId="{200B6541-ED6C-498B-A715-A455123C0B65}" srcOrd="0" destOrd="0" presId="urn:microsoft.com/office/officeart/2005/8/layout/hierarchy4"/>
    <dgm:cxn modelId="{6D4DD30D-6986-4AB6-9476-2F5E3406B155}" type="presParOf" srcId="{708E6894-C9BC-4CDF-A48E-E161350407D2}" destId="{1EBCF5D9-013D-49C4-A3D7-6D3F75EB9435}" srcOrd="1" destOrd="0" presId="urn:microsoft.com/office/officeart/2005/8/layout/hierarchy4"/>
    <dgm:cxn modelId="{5C7D910C-014E-4D09-BD99-B64706B22245}" type="presParOf" srcId="{5BE1C388-DE0D-4CE8-ABDF-9A9D900E6196}" destId="{788E1372-4B0D-463D-9B68-1313E2DA4A5A}" srcOrd="3" destOrd="0" presId="urn:microsoft.com/office/officeart/2005/8/layout/hierarchy4"/>
    <dgm:cxn modelId="{9F83B3D0-E962-44FB-8C3D-E700580408E1}" type="presParOf" srcId="{5BE1C388-DE0D-4CE8-ABDF-9A9D900E6196}" destId="{421E91BA-E428-4466-9108-1DA93ECF712C}" srcOrd="4" destOrd="0" presId="urn:microsoft.com/office/officeart/2005/8/layout/hierarchy4"/>
    <dgm:cxn modelId="{CB3B46E4-2FFA-42A9-87BF-E73A82C717D1}" type="presParOf" srcId="{421E91BA-E428-4466-9108-1DA93ECF712C}" destId="{8A260158-066C-4C1E-98F3-F9394AF8B67D}" srcOrd="0" destOrd="0" presId="urn:microsoft.com/office/officeart/2005/8/layout/hierarchy4"/>
    <dgm:cxn modelId="{791D0665-2BFC-4AF3-A318-BE45183C4A5A}" type="presParOf" srcId="{421E91BA-E428-4466-9108-1DA93ECF712C}" destId="{3B6DBA88-7C51-46B1-90FA-4CA225432108}" srcOrd="1" destOrd="0" presId="urn:microsoft.com/office/officeart/2005/8/layout/hierarchy4"/>
    <dgm:cxn modelId="{382A457A-6069-402D-B979-65C6D40244C9}" type="presParOf" srcId="{421E91BA-E428-4466-9108-1DA93ECF712C}" destId="{70396AF3-1AC3-410B-A68F-557FBB36B29A}" srcOrd="2" destOrd="0" presId="urn:microsoft.com/office/officeart/2005/8/layout/hierarchy4"/>
    <dgm:cxn modelId="{6DC1ABC5-AE1F-4467-96F6-8A51A35347CF}" type="presParOf" srcId="{70396AF3-1AC3-410B-A68F-557FBB36B29A}" destId="{AD6D0B95-0F03-4C62-9CEE-52E849487B1E}" srcOrd="0" destOrd="0" presId="urn:microsoft.com/office/officeart/2005/8/layout/hierarchy4"/>
    <dgm:cxn modelId="{33B60F2E-099B-48A8-840F-C3D266F61604}" type="presParOf" srcId="{AD6D0B95-0F03-4C62-9CEE-52E849487B1E}" destId="{76D0D63A-FB40-4572-8876-AB4B85B017AF}" srcOrd="0" destOrd="0" presId="urn:microsoft.com/office/officeart/2005/8/layout/hierarchy4"/>
    <dgm:cxn modelId="{21CC833B-B722-42BE-877F-A40129BA4628}" type="presParOf" srcId="{AD6D0B95-0F03-4C62-9CEE-52E849487B1E}" destId="{B4A47C19-D24E-4990-B665-2EE8A911CB62}" srcOrd="1" destOrd="0" presId="urn:microsoft.com/office/officeart/2005/8/layout/hierarchy4"/>
    <dgm:cxn modelId="{E5F1094C-AB28-4CA8-8E63-5890ED6817E4}" type="presParOf" srcId="{3E811D17-1846-47F9-B87F-2CD0E81DF760}" destId="{86D7F7FA-0FCC-4C7C-B92A-F46016085C14}" srcOrd="1" destOrd="0" presId="urn:microsoft.com/office/officeart/2005/8/layout/hierarchy4"/>
    <dgm:cxn modelId="{C0CA0B6D-30A0-4F8C-B7CE-CF33F3B3EC86}" type="presParOf" srcId="{3E811D17-1846-47F9-B87F-2CD0E81DF760}" destId="{30A0A4D9-B1E4-41C9-87D9-F8982A577E20}" srcOrd="2" destOrd="0" presId="urn:microsoft.com/office/officeart/2005/8/layout/hierarchy4"/>
    <dgm:cxn modelId="{51992CCC-0C63-4FF9-BF93-B91C8706C83D}" type="presParOf" srcId="{30A0A4D9-B1E4-41C9-87D9-F8982A577E20}" destId="{8F7F1583-051C-461F-9EC0-321DA9AFD2C8}" srcOrd="0" destOrd="0" presId="urn:microsoft.com/office/officeart/2005/8/layout/hierarchy4"/>
    <dgm:cxn modelId="{37F59A33-110A-436A-993E-7DC47119F77B}" type="presParOf" srcId="{30A0A4D9-B1E4-41C9-87D9-F8982A577E20}" destId="{3B2A019D-E6DE-4851-A322-487BFEEB01CD}" srcOrd="1" destOrd="0" presId="urn:microsoft.com/office/officeart/2005/8/layout/hierarchy4"/>
    <dgm:cxn modelId="{45DF8B80-2ED4-466B-A135-96870D182E54}" type="presParOf" srcId="{30A0A4D9-B1E4-41C9-87D9-F8982A577E20}" destId="{7C2B291B-D70D-49DA-9357-CB203CCE3B47}" srcOrd="2" destOrd="0" presId="urn:microsoft.com/office/officeart/2005/8/layout/hierarchy4"/>
    <dgm:cxn modelId="{65F1A647-AA14-437F-BA0C-C1BC9EB2C820}" type="presParOf" srcId="{7C2B291B-D70D-49DA-9357-CB203CCE3B47}" destId="{291F38F4-BB21-49CF-8589-B6E566A74942}" srcOrd="0" destOrd="0" presId="urn:microsoft.com/office/officeart/2005/8/layout/hierarchy4"/>
    <dgm:cxn modelId="{13EB249B-B263-4871-90F9-F720B008BBF8}" type="presParOf" srcId="{291F38F4-BB21-49CF-8589-B6E566A74942}" destId="{471CD6F6-DADC-4283-9E00-9585F1A0A5CB}" srcOrd="0" destOrd="0" presId="urn:microsoft.com/office/officeart/2005/8/layout/hierarchy4"/>
    <dgm:cxn modelId="{F16065DE-2873-4FF0-8BB6-ECCC61AF52A0}" type="presParOf" srcId="{291F38F4-BB21-49CF-8589-B6E566A74942}" destId="{6B441396-BC8F-4202-BDE1-1A059E53C0B4}" srcOrd="1" destOrd="0" presId="urn:microsoft.com/office/officeart/2005/8/layout/hierarchy4"/>
    <dgm:cxn modelId="{3E6EC617-0498-407D-8289-C3B7CBC6922E}" type="presParOf" srcId="{291F38F4-BB21-49CF-8589-B6E566A74942}" destId="{51A09F32-33C1-400E-94A7-ECDCA3468AF7}" srcOrd="2" destOrd="0" presId="urn:microsoft.com/office/officeart/2005/8/layout/hierarchy4"/>
    <dgm:cxn modelId="{75499DB8-34E9-4993-B7B9-3ADA8E315484}" type="presParOf" srcId="{51A09F32-33C1-400E-94A7-ECDCA3468AF7}" destId="{096378D7-09E7-40B9-8920-7C3BC6AB44AD}" srcOrd="0" destOrd="0" presId="urn:microsoft.com/office/officeart/2005/8/layout/hierarchy4"/>
    <dgm:cxn modelId="{1A9ADE1C-33B0-471E-9185-EE6D904FBA49}" type="presParOf" srcId="{096378D7-09E7-40B9-8920-7C3BC6AB44AD}" destId="{85473159-6DBE-43D5-B2A9-BC5032F40CA7}" srcOrd="0" destOrd="0" presId="urn:microsoft.com/office/officeart/2005/8/layout/hierarchy4"/>
    <dgm:cxn modelId="{2B30EAFF-BAB2-4919-AF0C-987EA2C8BE6A}" type="presParOf" srcId="{096378D7-09E7-40B9-8920-7C3BC6AB44AD}" destId="{57E2ABF5-1C7D-4016-9FE3-89ABE166E62D}" srcOrd="1" destOrd="0" presId="urn:microsoft.com/office/officeart/2005/8/layout/hierarchy4"/>
    <dgm:cxn modelId="{7196607D-137C-40F9-83AA-0E86EFACAD24}" type="presParOf" srcId="{7C2B291B-D70D-49DA-9357-CB203CCE3B47}" destId="{73E5DFA0-2779-4C26-8E35-5F262E4FE0BA}" srcOrd="1" destOrd="0" presId="urn:microsoft.com/office/officeart/2005/8/layout/hierarchy4"/>
    <dgm:cxn modelId="{964ADD66-B4AB-4D80-B16F-D5D554B84D82}" type="presParOf" srcId="{7C2B291B-D70D-49DA-9357-CB203CCE3B47}" destId="{1D075E7B-6A37-47A3-8C4D-5B786D7DB1CD}" srcOrd="2" destOrd="0" presId="urn:microsoft.com/office/officeart/2005/8/layout/hierarchy4"/>
    <dgm:cxn modelId="{44E1925E-E193-49D2-BAB4-1EB60A43D60E}" type="presParOf" srcId="{1D075E7B-6A37-47A3-8C4D-5B786D7DB1CD}" destId="{2927E117-E11C-4CF3-A776-5C079F292ABD}" srcOrd="0" destOrd="0" presId="urn:microsoft.com/office/officeart/2005/8/layout/hierarchy4"/>
    <dgm:cxn modelId="{00D71CF5-E7D6-4CD5-B533-55DFEF52781D}" type="presParOf" srcId="{1D075E7B-6A37-47A3-8C4D-5B786D7DB1CD}" destId="{6BECD57D-0958-44BF-B24D-383ECE01BA86}" srcOrd="1" destOrd="0" presId="urn:microsoft.com/office/officeart/2005/8/layout/hierarchy4"/>
    <dgm:cxn modelId="{C144DA79-D255-42E7-8F78-8D68C330E1C3}" type="presParOf" srcId="{1D075E7B-6A37-47A3-8C4D-5B786D7DB1CD}" destId="{5FF7D788-319C-47FD-98DD-ADC6B5D70DCD}" srcOrd="2" destOrd="0" presId="urn:microsoft.com/office/officeart/2005/8/layout/hierarchy4"/>
    <dgm:cxn modelId="{35DABF25-85C5-4196-B7D1-AFD918E340D9}" type="presParOf" srcId="{5FF7D788-319C-47FD-98DD-ADC6B5D70DCD}" destId="{F6CFA51F-ED82-4468-A3B9-F09D59F21739}" srcOrd="0" destOrd="0" presId="urn:microsoft.com/office/officeart/2005/8/layout/hierarchy4"/>
    <dgm:cxn modelId="{F932CEF0-A1D1-4656-A48A-F285C0BCFD72}" type="presParOf" srcId="{F6CFA51F-ED82-4468-A3B9-F09D59F21739}" destId="{135D58CC-E5C9-4F39-B083-687AD4670180}" srcOrd="0" destOrd="0" presId="urn:microsoft.com/office/officeart/2005/8/layout/hierarchy4"/>
    <dgm:cxn modelId="{164EC450-E9F8-459A-A8F8-B41079979268}" type="presParOf" srcId="{F6CFA51F-ED82-4468-A3B9-F09D59F21739}" destId="{D4FEB381-D692-4597-A880-B1DE43674661}" srcOrd="1" destOrd="0" presId="urn:microsoft.com/office/officeart/2005/8/layout/hierarchy4"/>
    <dgm:cxn modelId="{703542FA-591E-4EC3-8196-64F75E66EF53}" type="presParOf" srcId="{3E811D17-1846-47F9-B87F-2CD0E81DF760}" destId="{EC5CF1EC-A65F-44ED-B4F6-B9ED800A486C}" srcOrd="3" destOrd="0" presId="urn:microsoft.com/office/officeart/2005/8/layout/hierarchy4"/>
    <dgm:cxn modelId="{364FF11D-A982-4E89-AE4B-A6E93BC9486C}" type="presParOf" srcId="{3E811D17-1846-47F9-B87F-2CD0E81DF760}" destId="{0A5F939B-AFE0-4339-B143-4382C6C4D2E2}" srcOrd="4" destOrd="0" presId="urn:microsoft.com/office/officeart/2005/8/layout/hierarchy4"/>
    <dgm:cxn modelId="{4C3E0213-5248-495D-85B5-AFB03B5AB8DD}" type="presParOf" srcId="{0A5F939B-AFE0-4339-B143-4382C6C4D2E2}" destId="{367134D7-281A-4945-AAB1-E7859A28B679}" srcOrd="0" destOrd="0" presId="urn:microsoft.com/office/officeart/2005/8/layout/hierarchy4"/>
    <dgm:cxn modelId="{A8D7DD91-4EBC-42A6-880F-27F306D7BDCD}" type="presParOf" srcId="{0A5F939B-AFE0-4339-B143-4382C6C4D2E2}" destId="{C3C043BB-EB26-4644-96B7-700BDF17CEEF}" srcOrd="1" destOrd="0" presId="urn:microsoft.com/office/officeart/2005/8/layout/hierarchy4"/>
    <dgm:cxn modelId="{55FDCB68-A7DC-4F62-A533-63ABB04BEFFA}" type="presParOf" srcId="{0A5F939B-AFE0-4339-B143-4382C6C4D2E2}" destId="{AAFFEF5D-021E-4789-9135-0A305B357054}" srcOrd="2" destOrd="0" presId="urn:microsoft.com/office/officeart/2005/8/layout/hierarchy4"/>
    <dgm:cxn modelId="{82CDA8E8-89F1-45FB-BAE5-BC1C6ABAC70B}" type="presParOf" srcId="{AAFFEF5D-021E-4789-9135-0A305B357054}" destId="{0775B4E8-5316-476B-9B09-C088319CAC2E}" srcOrd="0" destOrd="0" presId="urn:microsoft.com/office/officeart/2005/8/layout/hierarchy4"/>
    <dgm:cxn modelId="{22BCD1D1-2C3C-4109-AE2F-0CB952C9454A}" type="presParOf" srcId="{0775B4E8-5316-476B-9B09-C088319CAC2E}" destId="{C8D37153-BEA6-4DB7-AD89-086DD8772F68}" srcOrd="0" destOrd="0" presId="urn:microsoft.com/office/officeart/2005/8/layout/hierarchy4"/>
    <dgm:cxn modelId="{3756A3F6-B2F2-4EA8-9804-D18B3F85BA63}" type="presParOf" srcId="{0775B4E8-5316-476B-9B09-C088319CAC2E}" destId="{E2FA75D5-73A8-4403-B346-191B41BDD1CB}" srcOrd="1" destOrd="0" presId="urn:microsoft.com/office/officeart/2005/8/layout/hierarchy4"/>
    <dgm:cxn modelId="{07F09DA7-A4C5-4625-94CD-C3CCDA851AF8}" type="presParOf" srcId="{0775B4E8-5316-476B-9B09-C088319CAC2E}" destId="{A9551F52-1DFB-4B08-863B-F604FC4B2B83}" srcOrd="2" destOrd="0" presId="urn:microsoft.com/office/officeart/2005/8/layout/hierarchy4"/>
    <dgm:cxn modelId="{ADAD84E4-E34D-439E-96BB-E03BF21DA247}" type="presParOf" srcId="{A9551F52-1DFB-4B08-863B-F604FC4B2B83}" destId="{0712D2BD-9BAA-4D07-8134-172BDDD2ADEA}" srcOrd="0" destOrd="0" presId="urn:microsoft.com/office/officeart/2005/8/layout/hierarchy4"/>
    <dgm:cxn modelId="{F5286CC6-9121-45F4-9979-825CA40AFFCD}" type="presParOf" srcId="{0712D2BD-9BAA-4D07-8134-172BDDD2ADEA}" destId="{F938A7B7-29A6-4028-A7F1-472919ED261B}" srcOrd="0" destOrd="0" presId="urn:microsoft.com/office/officeart/2005/8/layout/hierarchy4"/>
    <dgm:cxn modelId="{90E820D1-CB99-471F-A950-B7A92773E19D}" type="presParOf" srcId="{0712D2BD-9BAA-4D07-8134-172BDDD2ADEA}" destId="{A6CE2BCD-ADF7-45ED-9E00-FCAAFAF9EAD4}" srcOrd="1" destOrd="0" presId="urn:microsoft.com/office/officeart/2005/8/layout/hierarchy4"/>
    <dgm:cxn modelId="{172564C1-5012-4E05-AE7D-B722E895C707}" type="presParOf" srcId="{A9551F52-1DFB-4B08-863B-F604FC4B2B83}" destId="{0D0549BD-A5CA-461D-9DAE-FEC5EE405F73}" srcOrd="1" destOrd="0" presId="urn:microsoft.com/office/officeart/2005/8/layout/hierarchy4"/>
    <dgm:cxn modelId="{FA61E349-858A-4C74-B828-5DDFA87BC20F}" type="presParOf" srcId="{A9551F52-1DFB-4B08-863B-F604FC4B2B83}" destId="{7508BC3D-0F89-45DA-9A3B-1CBCBD6FE3CD}" srcOrd="2" destOrd="0" presId="urn:microsoft.com/office/officeart/2005/8/layout/hierarchy4"/>
    <dgm:cxn modelId="{44B2A67D-3A50-4455-9404-E1DED8F2DC0A}" type="presParOf" srcId="{7508BC3D-0F89-45DA-9A3B-1CBCBD6FE3CD}" destId="{EACC4CE8-D8E8-4421-86B2-35396E2DC7B1}" srcOrd="0" destOrd="0" presId="urn:microsoft.com/office/officeart/2005/8/layout/hierarchy4"/>
    <dgm:cxn modelId="{29795542-7D33-485F-9D9F-F9D45C0C5813}" type="presParOf" srcId="{7508BC3D-0F89-45DA-9A3B-1CBCBD6FE3CD}" destId="{19253FE8-2250-412F-AC5E-7DF0837D31F6}" srcOrd="1" destOrd="0" presId="urn:microsoft.com/office/officeart/2005/8/layout/hierarchy4"/>
    <dgm:cxn modelId="{E65956EA-C086-4146-B4C4-FEFA73E7605E}" type="presParOf" srcId="{AAFFEF5D-021E-4789-9135-0A305B357054}" destId="{4C396594-E50F-4612-BA08-FD85D4DAF247}" srcOrd="1" destOrd="0" presId="urn:microsoft.com/office/officeart/2005/8/layout/hierarchy4"/>
    <dgm:cxn modelId="{141019A1-CC97-4675-BD3A-F9EA5D96EE62}" type="presParOf" srcId="{AAFFEF5D-021E-4789-9135-0A305B357054}" destId="{AA9FDA35-FD1D-476B-9AAA-DCE859D2EAD4}" srcOrd="2" destOrd="0" presId="urn:microsoft.com/office/officeart/2005/8/layout/hierarchy4"/>
    <dgm:cxn modelId="{5AF5FAAF-D120-4CB3-BC11-3A56FBFC6182}" type="presParOf" srcId="{AA9FDA35-FD1D-476B-9AAA-DCE859D2EAD4}" destId="{3E26E0B3-F607-46D0-A8C9-58D4352D508E}" srcOrd="0" destOrd="0" presId="urn:microsoft.com/office/officeart/2005/8/layout/hierarchy4"/>
    <dgm:cxn modelId="{27272BEF-1C2A-4283-8F49-E983A17914EE}" type="presParOf" srcId="{AA9FDA35-FD1D-476B-9AAA-DCE859D2EAD4}" destId="{6CF46856-FEB0-48F6-81CD-700BE8238E36}" srcOrd="1" destOrd="0" presId="urn:microsoft.com/office/officeart/2005/8/layout/hierarchy4"/>
    <dgm:cxn modelId="{17713750-03ED-4C46-9BCE-BA0E34D831A8}" type="presParOf" srcId="{AA9FDA35-FD1D-476B-9AAA-DCE859D2EAD4}" destId="{AC41CB7D-A126-4440-A7FD-3AB5A47CE273}" srcOrd="2" destOrd="0" presId="urn:microsoft.com/office/officeart/2005/8/layout/hierarchy4"/>
    <dgm:cxn modelId="{3B8A49AE-70B4-4866-A4A8-C1336030F3A0}" type="presParOf" srcId="{AC41CB7D-A126-4440-A7FD-3AB5A47CE273}" destId="{FBFE6537-EC6A-4E4D-9C0F-ACF175369D1F}" srcOrd="0" destOrd="0" presId="urn:microsoft.com/office/officeart/2005/8/layout/hierarchy4"/>
    <dgm:cxn modelId="{9259A821-0B7A-48FC-97E0-756EA61964D5}" type="presParOf" srcId="{FBFE6537-EC6A-4E4D-9C0F-ACF175369D1F}" destId="{67C54062-900A-45B7-8708-F1FEA63284B7}" srcOrd="0" destOrd="0" presId="urn:microsoft.com/office/officeart/2005/8/layout/hierarchy4"/>
    <dgm:cxn modelId="{5ADAF3E8-65C0-48D3-A38F-5EFF5CBC06E7}" type="presParOf" srcId="{FBFE6537-EC6A-4E4D-9C0F-ACF175369D1F}" destId="{AF26C5E7-F3C1-455A-B11C-8355FB45188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851000-9358-4489-AF03-F51DD32C7290}" type="doc">
      <dgm:prSet loTypeId="urn:microsoft.com/office/officeart/2005/8/layout/cycle3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16964E-1609-4292-B368-EDF493EFDD6A}">
      <dgm:prSet phldrT="[Text]"/>
      <dgm:spPr/>
      <dgm:t>
        <a:bodyPr/>
        <a:lstStyle/>
        <a:p>
          <a:r>
            <a:rPr lang="en-US" dirty="0"/>
            <a:t>Services / Products</a:t>
          </a:r>
        </a:p>
      </dgm:t>
    </dgm:pt>
    <dgm:pt modelId="{D7687C65-2062-404A-BF64-5E612070DA7B}" type="parTrans" cxnId="{BB997818-7882-4F8C-8CD5-C5224B19449C}">
      <dgm:prSet/>
      <dgm:spPr/>
      <dgm:t>
        <a:bodyPr/>
        <a:lstStyle/>
        <a:p>
          <a:endParaRPr lang="en-US"/>
        </a:p>
      </dgm:t>
    </dgm:pt>
    <dgm:pt modelId="{2BBD5CA8-43EA-4ED2-84FD-3662DB025C30}" type="sibTrans" cxnId="{BB997818-7882-4F8C-8CD5-C5224B19449C}">
      <dgm:prSet/>
      <dgm:spPr/>
      <dgm:t>
        <a:bodyPr/>
        <a:lstStyle/>
        <a:p>
          <a:endParaRPr lang="en-US"/>
        </a:p>
      </dgm:t>
    </dgm:pt>
    <dgm:pt modelId="{8B1C6418-D3D5-4152-8317-C26A0343286D}">
      <dgm:prSet phldrT="[Text]"/>
      <dgm:spPr/>
      <dgm:t>
        <a:bodyPr/>
        <a:lstStyle/>
        <a:p>
          <a:r>
            <a:rPr lang="en-US" dirty="0"/>
            <a:t>Needs</a:t>
          </a:r>
        </a:p>
      </dgm:t>
    </dgm:pt>
    <dgm:pt modelId="{93E4D851-FF0E-4A36-8385-E2775B40DF15}" type="parTrans" cxnId="{427EB4E2-BBE2-4914-891E-CAB35661B63C}">
      <dgm:prSet/>
      <dgm:spPr/>
      <dgm:t>
        <a:bodyPr/>
        <a:lstStyle/>
        <a:p>
          <a:endParaRPr lang="en-US"/>
        </a:p>
      </dgm:t>
    </dgm:pt>
    <dgm:pt modelId="{ED2C00A7-A480-487A-AE71-1270D6FAEDB8}" type="sibTrans" cxnId="{427EB4E2-BBE2-4914-891E-CAB35661B63C}">
      <dgm:prSet/>
      <dgm:spPr/>
      <dgm:t>
        <a:bodyPr/>
        <a:lstStyle/>
        <a:p>
          <a:endParaRPr lang="en-US"/>
        </a:p>
      </dgm:t>
    </dgm:pt>
    <dgm:pt modelId="{37A56083-F5B8-450A-A7BC-C579CDA92DB7}">
      <dgm:prSet phldrT="[Text]"/>
      <dgm:spPr/>
      <dgm:t>
        <a:bodyPr/>
        <a:lstStyle/>
        <a:p>
          <a:r>
            <a:rPr lang="en-US" dirty="0"/>
            <a:t>Negotiation</a:t>
          </a:r>
        </a:p>
      </dgm:t>
    </dgm:pt>
    <dgm:pt modelId="{68F64145-6A66-48CB-A902-A7C6B5E7F9C7}" type="parTrans" cxnId="{BC821DA1-65ED-4F56-B57F-F059B49813EC}">
      <dgm:prSet/>
      <dgm:spPr/>
      <dgm:t>
        <a:bodyPr/>
        <a:lstStyle/>
        <a:p>
          <a:endParaRPr lang="en-US"/>
        </a:p>
      </dgm:t>
    </dgm:pt>
    <dgm:pt modelId="{F1D365C9-CC13-4F15-A4F8-5A459715EA8D}" type="sibTrans" cxnId="{BC821DA1-65ED-4F56-B57F-F059B49813EC}">
      <dgm:prSet/>
      <dgm:spPr/>
      <dgm:t>
        <a:bodyPr/>
        <a:lstStyle/>
        <a:p>
          <a:endParaRPr lang="en-US"/>
        </a:p>
      </dgm:t>
    </dgm:pt>
    <dgm:pt modelId="{4666B5CB-A1F0-4E4F-AC0E-AEB0CEDA5762}">
      <dgm:prSet phldrT="[Text]"/>
      <dgm:spPr/>
      <dgm:t>
        <a:bodyPr/>
        <a:lstStyle/>
        <a:p>
          <a:r>
            <a:rPr lang="en-US" dirty="0"/>
            <a:t>Value</a:t>
          </a:r>
        </a:p>
      </dgm:t>
    </dgm:pt>
    <dgm:pt modelId="{3C6647DB-42B8-425A-AF93-3722D51AAF06}" type="parTrans" cxnId="{493496C8-8FA4-4544-BB69-25BD2FD193A8}">
      <dgm:prSet/>
      <dgm:spPr/>
      <dgm:t>
        <a:bodyPr/>
        <a:lstStyle/>
        <a:p>
          <a:endParaRPr lang="en-US"/>
        </a:p>
      </dgm:t>
    </dgm:pt>
    <dgm:pt modelId="{7B5A4D36-47B8-469A-AEF4-24A925021E21}" type="sibTrans" cxnId="{493496C8-8FA4-4544-BB69-25BD2FD193A8}">
      <dgm:prSet/>
      <dgm:spPr/>
      <dgm:t>
        <a:bodyPr/>
        <a:lstStyle/>
        <a:p>
          <a:endParaRPr lang="en-US"/>
        </a:p>
      </dgm:t>
    </dgm:pt>
    <dgm:pt modelId="{F2028CF7-C4EE-45E1-8D8C-08C737665DCA}">
      <dgm:prSet phldrT="[Text]"/>
      <dgm:spPr/>
      <dgm:t>
        <a:bodyPr/>
        <a:lstStyle/>
        <a:p>
          <a:r>
            <a:rPr lang="en-US" dirty="0"/>
            <a:t>Evolution</a:t>
          </a:r>
        </a:p>
      </dgm:t>
    </dgm:pt>
    <dgm:pt modelId="{E447B132-2A03-4A94-A348-134FE79D8917}" type="parTrans" cxnId="{7D998453-B62D-4F63-B210-78A4CB8351AF}">
      <dgm:prSet/>
      <dgm:spPr/>
      <dgm:t>
        <a:bodyPr/>
        <a:lstStyle/>
        <a:p>
          <a:endParaRPr lang="en-US"/>
        </a:p>
      </dgm:t>
    </dgm:pt>
    <dgm:pt modelId="{B663E09D-31AA-411E-97ED-AAA99DB8C91F}" type="sibTrans" cxnId="{7D998453-B62D-4F63-B210-78A4CB8351AF}">
      <dgm:prSet/>
      <dgm:spPr/>
      <dgm:t>
        <a:bodyPr/>
        <a:lstStyle/>
        <a:p>
          <a:endParaRPr lang="en-US"/>
        </a:p>
      </dgm:t>
    </dgm:pt>
    <dgm:pt modelId="{BA19EE29-22A8-4F75-8D7C-E42FE9AF10F6}" type="pres">
      <dgm:prSet presAssocID="{6B851000-9358-4489-AF03-F51DD32C7290}" presName="Name0" presStyleCnt="0">
        <dgm:presLayoutVars>
          <dgm:dir/>
          <dgm:resizeHandles val="exact"/>
        </dgm:presLayoutVars>
      </dgm:prSet>
      <dgm:spPr/>
    </dgm:pt>
    <dgm:pt modelId="{97881A5B-E886-43EB-B5E9-79FB768D0934}" type="pres">
      <dgm:prSet presAssocID="{6B851000-9358-4489-AF03-F51DD32C7290}" presName="cycle" presStyleCnt="0"/>
      <dgm:spPr/>
    </dgm:pt>
    <dgm:pt modelId="{54501408-7611-495D-9A96-3A3AB1B79DA5}" type="pres">
      <dgm:prSet presAssocID="{0116964E-1609-4292-B368-EDF493EFDD6A}" presName="nodeFirstNode" presStyleLbl="node1" presStyleIdx="0" presStyleCnt="5">
        <dgm:presLayoutVars>
          <dgm:bulletEnabled val="1"/>
        </dgm:presLayoutVars>
      </dgm:prSet>
      <dgm:spPr/>
    </dgm:pt>
    <dgm:pt modelId="{6B623728-2DB7-48B7-BEE7-400E118A5EA4}" type="pres">
      <dgm:prSet presAssocID="{2BBD5CA8-43EA-4ED2-84FD-3662DB025C30}" presName="sibTransFirstNode" presStyleLbl="bgShp" presStyleIdx="0" presStyleCnt="1"/>
      <dgm:spPr/>
    </dgm:pt>
    <dgm:pt modelId="{584E9272-3F8F-463D-956A-3958C008ADE1}" type="pres">
      <dgm:prSet presAssocID="{8B1C6418-D3D5-4152-8317-C26A0343286D}" presName="nodeFollowingNodes" presStyleLbl="node1" presStyleIdx="1" presStyleCnt="5">
        <dgm:presLayoutVars>
          <dgm:bulletEnabled val="1"/>
        </dgm:presLayoutVars>
      </dgm:prSet>
      <dgm:spPr/>
    </dgm:pt>
    <dgm:pt modelId="{E435536C-BEEB-4999-AF65-2775E22F93CD}" type="pres">
      <dgm:prSet presAssocID="{37A56083-F5B8-450A-A7BC-C579CDA92DB7}" presName="nodeFollowingNodes" presStyleLbl="node1" presStyleIdx="2" presStyleCnt="5">
        <dgm:presLayoutVars>
          <dgm:bulletEnabled val="1"/>
        </dgm:presLayoutVars>
      </dgm:prSet>
      <dgm:spPr/>
    </dgm:pt>
    <dgm:pt modelId="{ECC31689-652E-47C6-B607-67C017113F07}" type="pres">
      <dgm:prSet presAssocID="{4666B5CB-A1F0-4E4F-AC0E-AEB0CEDA5762}" presName="nodeFollowingNodes" presStyleLbl="node1" presStyleIdx="3" presStyleCnt="5">
        <dgm:presLayoutVars>
          <dgm:bulletEnabled val="1"/>
        </dgm:presLayoutVars>
      </dgm:prSet>
      <dgm:spPr/>
    </dgm:pt>
    <dgm:pt modelId="{99A56435-F0B0-45CA-8DF7-0BB2E80DF71A}" type="pres">
      <dgm:prSet presAssocID="{F2028CF7-C4EE-45E1-8D8C-08C737665DCA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47685F00-90C9-44ED-A96B-E66B159973A2}" type="presOf" srcId="{6B851000-9358-4489-AF03-F51DD32C7290}" destId="{BA19EE29-22A8-4F75-8D7C-E42FE9AF10F6}" srcOrd="0" destOrd="0" presId="urn:microsoft.com/office/officeart/2005/8/layout/cycle3"/>
    <dgm:cxn modelId="{BB997818-7882-4F8C-8CD5-C5224B19449C}" srcId="{6B851000-9358-4489-AF03-F51DD32C7290}" destId="{0116964E-1609-4292-B368-EDF493EFDD6A}" srcOrd="0" destOrd="0" parTransId="{D7687C65-2062-404A-BF64-5E612070DA7B}" sibTransId="{2BBD5CA8-43EA-4ED2-84FD-3662DB025C30}"/>
    <dgm:cxn modelId="{8C4F2444-3F76-45C4-81E5-AEDDAFA9CB3F}" type="presOf" srcId="{F2028CF7-C4EE-45E1-8D8C-08C737665DCA}" destId="{99A56435-F0B0-45CA-8DF7-0BB2E80DF71A}" srcOrd="0" destOrd="0" presId="urn:microsoft.com/office/officeart/2005/8/layout/cycle3"/>
    <dgm:cxn modelId="{B2529E48-247D-4F96-865D-A374F2B4BA9B}" type="presOf" srcId="{8B1C6418-D3D5-4152-8317-C26A0343286D}" destId="{584E9272-3F8F-463D-956A-3958C008ADE1}" srcOrd="0" destOrd="0" presId="urn:microsoft.com/office/officeart/2005/8/layout/cycle3"/>
    <dgm:cxn modelId="{7D998453-B62D-4F63-B210-78A4CB8351AF}" srcId="{6B851000-9358-4489-AF03-F51DD32C7290}" destId="{F2028CF7-C4EE-45E1-8D8C-08C737665DCA}" srcOrd="4" destOrd="0" parTransId="{E447B132-2A03-4A94-A348-134FE79D8917}" sibTransId="{B663E09D-31AA-411E-97ED-AAA99DB8C91F}"/>
    <dgm:cxn modelId="{0F356754-D8D6-41E1-B1E0-D0FD4FA6291D}" type="presOf" srcId="{0116964E-1609-4292-B368-EDF493EFDD6A}" destId="{54501408-7611-495D-9A96-3A3AB1B79DA5}" srcOrd="0" destOrd="0" presId="urn:microsoft.com/office/officeart/2005/8/layout/cycle3"/>
    <dgm:cxn modelId="{BC821DA1-65ED-4F56-B57F-F059B49813EC}" srcId="{6B851000-9358-4489-AF03-F51DD32C7290}" destId="{37A56083-F5B8-450A-A7BC-C579CDA92DB7}" srcOrd="2" destOrd="0" parTransId="{68F64145-6A66-48CB-A902-A7C6B5E7F9C7}" sibTransId="{F1D365C9-CC13-4F15-A4F8-5A459715EA8D}"/>
    <dgm:cxn modelId="{493496C8-8FA4-4544-BB69-25BD2FD193A8}" srcId="{6B851000-9358-4489-AF03-F51DD32C7290}" destId="{4666B5CB-A1F0-4E4F-AC0E-AEB0CEDA5762}" srcOrd="3" destOrd="0" parTransId="{3C6647DB-42B8-425A-AF93-3722D51AAF06}" sibTransId="{7B5A4D36-47B8-469A-AEF4-24A925021E21}"/>
    <dgm:cxn modelId="{FD1AC0DD-0C15-4AD6-8235-05B273FB8F5A}" type="presOf" srcId="{37A56083-F5B8-450A-A7BC-C579CDA92DB7}" destId="{E435536C-BEEB-4999-AF65-2775E22F93CD}" srcOrd="0" destOrd="0" presId="urn:microsoft.com/office/officeart/2005/8/layout/cycle3"/>
    <dgm:cxn modelId="{FD56C1DD-045A-4D5D-A985-C1F88AA10438}" type="presOf" srcId="{4666B5CB-A1F0-4E4F-AC0E-AEB0CEDA5762}" destId="{ECC31689-652E-47C6-B607-67C017113F07}" srcOrd="0" destOrd="0" presId="urn:microsoft.com/office/officeart/2005/8/layout/cycle3"/>
    <dgm:cxn modelId="{427EB4E2-BBE2-4914-891E-CAB35661B63C}" srcId="{6B851000-9358-4489-AF03-F51DD32C7290}" destId="{8B1C6418-D3D5-4152-8317-C26A0343286D}" srcOrd="1" destOrd="0" parTransId="{93E4D851-FF0E-4A36-8385-E2775B40DF15}" sibTransId="{ED2C00A7-A480-487A-AE71-1270D6FAEDB8}"/>
    <dgm:cxn modelId="{2063F8E7-4CD5-4176-A929-1879804A6A12}" type="presOf" srcId="{2BBD5CA8-43EA-4ED2-84FD-3662DB025C30}" destId="{6B623728-2DB7-48B7-BEE7-400E118A5EA4}" srcOrd="0" destOrd="0" presId="urn:microsoft.com/office/officeart/2005/8/layout/cycle3"/>
    <dgm:cxn modelId="{AE845F4C-2F47-4833-BF2E-9D7D96AADF99}" type="presParOf" srcId="{BA19EE29-22A8-4F75-8D7C-E42FE9AF10F6}" destId="{97881A5B-E886-43EB-B5E9-79FB768D0934}" srcOrd="0" destOrd="0" presId="urn:microsoft.com/office/officeart/2005/8/layout/cycle3"/>
    <dgm:cxn modelId="{EC33056B-C0CA-45D5-B10B-1606134D20B7}" type="presParOf" srcId="{97881A5B-E886-43EB-B5E9-79FB768D0934}" destId="{54501408-7611-495D-9A96-3A3AB1B79DA5}" srcOrd="0" destOrd="0" presId="urn:microsoft.com/office/officeart/2005/8/layout/cycle3"/>
    <dgm:cxn modelId="{F12FCA37-5310-4533-BDC4-EECF91C256DB}" type="presParOf" srcId="{97881A5B-E886-43EB-B5E9-79FB768D0934}" destId="{6B623728-2DB7-48B7-BEE7-400E118A5EA4}" srcOrd="1" destOrd="0" presId="urn:microsoft.com/office/officeart/2005/8/layout/cycle3"/>
    <dgm:cxn modelId="{193E0170-3D3E-433E-AC0A-FD78EE7348CE}" type="presParOf" srcId="{97881A5B-E886-43EB-B5E9-79FB768D0934}" destId="{584E9272-3F8F-463D-956A-3958C008ADE1}" srcOrd="2" destOrd="0" presId="urn:microsoft.com/office/officeart/2005/8/layout/cycle3"/>
    <dgm:cxn modelId="{D85E45EF-48BA-4C72-9018-43553DB43290}" type="presParOf" srcId="{97881A5B-E886-43EB-B5E9-79FB768D0934}" destId="{E435536C-BEEB-4999-AF65-2775E22F93CD}" srcOrd="3" destOrd="0" presId="urn:microsoft.com/office/officeart/2005/8/layout/cycle3"/>
    <dgm:cxn modelId="{68FAEBD0-61C3-432F-9509-ECE24331A5F3}" type="presParOf" srcId="{97881A5B-E886-43EB-B5E9-79FB768D0934}" destId="{ECC31689-652E-47C6-B607-67C017113F07}" srcOrd="4" destOrd="0" presId="urn:microsoft.com/office/officeart/2005/8/layout/cycle3"/>
    <dgm:cxn modelId="{559085E4-C5E7-445B-8E77-6AE1E81DB808}" type="presParOf" srcId="{97881A5B-E886-43EB-B5E9-79FB768D0934}" destId="{99A56435-F0B0-45CA-8DF7-0BB2E80DF71A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6F535-0B1C-4185-AC79-6561C93ADC4F}">
      <dsp:nvSpPr>
        <dsp:cNvPr id="0" name=""/>
        <dsp:cNvSpPr/>
      </dsp:nvSpPr>
      <dsp:spPr>
        <a:xfrm>
          <a:off x="1130" y="1792"/>
          <a:ext cx="8651156" cy="1268677"/>
        </a:xfrm>
        <a:prstGeom prst="roundRect">
          <a:avLst>
            <a:gd name="adj" fmla="val 10000"/>
          </a:avLst>
        </a:prstGeom>
        <a:solidFill>
          <a:schemeClr val="accent3">
            <a:shade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CSX – </a:t>
          </a:r>
          <a:r>
            <a:rPr lang="en-US" sz="4800" kern="1200" dirty="0">
              <a:solidFill>
                <a:schemeClr val="accent2"/>
              </a:solidFill>
            </a:rPr>
            <a:t>C</a:t>
          </a:r>
          <a:r>
            <a:rPr lang="en-US" sz="4800" kern="1200" dirty="0"/>
            <a:t>ustomer </a:t>
          </a:r>
          <a:r>
            <a:rPr lang="en-US" sz="4800" kern="1200" dirty="0">
              <a:solidFill>
                <a:schemeClr val="accent2"/>
              </a:solidFill>
            </a:rPr>
            <a:t>S</a:t>
          </a:r>
          <a:r>
            <a:rPr lang="en-US" sz="4800" kern="1200" dirty="0"/>
            <a:t>ales e</a:t>
          </a:r>
          <a:r>
            <a:rPr lang="en-US" sz="4800" kern="1200" dirty="0">
              <a:solidFill>
                <a:schemeClr val="accent2"/>
              </a:solidFill>
            </a:rPr>
            <a:t>X</a:t>
          </a:r>
          <a:r>
            <a:rPr lang="en-US" sz="4800" kern="1200" dirty="0"/>
            <a:t>perience</a:t>
          </a:r>
        </a:p>
      </dsp:txBody>
      <dsp:txXfrm>
        <a:off x="38288" y="38950"/>
        <a:ext cx="8576840" cy="1194361"/>
      </dsp:txXfrm>
    </dsp:sp>
    <dsp:sp modelId="{6D92781B-8DA4-4E46-8014-C25BCC96496D}">
      <dsp:nvSpPr>
        <dsp:cNvPr id="0" name=""/>
        <dsp:cNvSpPr/>
      </dsp:nvSpPr>
      <dsp:spPr>
        <a:xfrm>
          <a:off x="1130" y="1383927"/>
          <a:ext cx="3192553" cy="126867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Sales</a:t>
          </a:r>
        </a:p>
      </dsp:txBody>
      <dsp:txXfrm>
        <a:off x="38288" y="1421085"/>
        <a:ext cx="3118237" cy="1194361"/>
      </dsp:txXfrm>
    </dsp:sp>
    <dsp:sp modelId="{08531867-7841-478D-BD7C-686B77D828F6}">
      <dsp:nvSpPr>
        <dsp:cNvPr id="0" name=""/>
        <dsp:cNvSpPr/>
      </dsp:nvSpPr>
      <dsp:spPr>
        <a:xfrm>
          <a:off x="1130" y="2766062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Sales Operations</a:t>
          </a:r>
        </a:p>
      </dsp:txBody>
      <dsp:txXfrm>
        <a:off x="31450" y="2796382"/>
        <a:ext cx="974558" cy="1208037"/>
      </dsp:txXfrm>
    </dsp:sp>
    <dsp:sp modelId="{70224145-9044-4A16-AD9B-B67241B5E8CB}">
      <dsp:nvSpPr>
        <dsp:cNvPr id="0" name=""/>
        <dsp:cNvSpPr/>
      </dsp:nvSpPr>
      <dsp:spPr>
        <a:xfrm>
          <a:off x="1130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CRM</a:t>
          </a:r>
        </a:p>
      </dsp:txBody>
      <dsp:txXfrm>
        <a:off x="31450" y="4178517"/>
        <a:ext cx="974558" cy="1208037"/>
      </dsp:txXfrm>
    </dsp:sp>
    <dsp:sp modelId="{837B2985-3D3A-4E52-8552-A1B72C97B5D3}">
      <dsp:nvSpPr>
        <dsp:cNvPr id="0" name=""/>
        <dsp:cNvSpPr/>
      </dsp:nvSpPr>
      <dsp:spPr>
        <a:xfrm>
          <a:off x="1079807" y="2766062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Information</a:t>
          </a:r>
        </a:p>
      </dsp:txBody>
      <dsp:txXfrm>
        <a:off x="1110127" y="2796382"/>
        <a:ext cx="974558" cy="1208037"/>
      </dsp:txXfrm>
    </dsp:sp>
    <dsp:sp modelId="{200B6541-ED6C-498B-A715-A455123C0B65}">
      <dsp:nvSpPr>
        <dsp:cNvPr id="0" name=""/>
        <dsp:cNvSpPr/>
      </dsp:nvSpPr>
      <dsp:spPr>
        <a:xfrm>
          <a:off x="1079807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Business Intelligence</a:t>
          </a:r>
        </a:p>
      </dsp:txBody>
      <dsp:txXfrm>
        <a:off x="1110127" y="4178517"/>
        <a:ext cx="974558" cy="1208037"/>
      </dsp:txXfrm>
    </dsp:sp>
    <dsp:sp modelId="{8A260158-066C-4C1E-98F3-F9394AF8B67D}">
      <dsp:nvSpPr>
        <dsp:cNvPr id="0" name=""/>
        <dsp:cNvSpPr/>
      </dsp:nvSpPr>
      <dsp:spPr>
        <a:xfrm>
          <a:off x="2158484" y="2766062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Customers</a:t>
          </a:r>
        </a:p>
      </dsp:txBody>
      <dsp:txXfrm>
        <a:off x="2188804" y="2796382"/>
        <a:ext cx="974558" cy="1208037"/>
      </dsp:txXfrm>
    </dsp:sp>
    <dsp:sp modelId="{76D0D63A-FB40-4572-8876-AB4B85B017AF}">
      <dsp:nvSpPr>
        <dsp:cNvPr id="0" name=""/>
        <dsp:cNvSpPr/>
      </dsp:nvSpPr>
      <dsp:spPr>
        <a:xfrm>
          <a:off x="2158484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Actions</a:t>
          </a:r>
        </a:p>
      </dsp:txBody>
      <dsp:txXfrm>
        <a:off x="2188804" y="4178517"/>
        <a:ext cx="974558" cy="1208037"/>
      </dsp:txXfrm>
    </dsp:sp>
    <dsp:sp modelId="{8F7F1583-051C-461F-9EC0-321DA9AFD2C8}">
      <dsp:nvSpPr>
        <dsp:cNvPr id="0" name=""/>
        <dsp:cNvSpPr/>
      </dsp:nvSpPr>
      <dsp:spPr>
        <a:xfrm>
          <a:off x="3280640" y="1383927"/>
          <a:ext cx="2113875" cy="1268677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Revenue</a:t>
          </a:r>
        </a:p>
      </dsp:txBody>
      <dsp:txXfrm>
        <a:off x="3317798" y="1421085"/>
        <a:ext cx="2039559" cy="1194361"/>
      </dsp:txXfrm>
    </dsp:sp>
    <dsp:sp modelId="{471CD6F6-DADC-4283-9E00-9585F1A0A5CB}">
      <dsp:nvSpPr>
        <dsp:cNvPr id="0" name=""/>
        <dsp:cNvSpPr/>
      </dsp:nvSpPr>
      <dsp:spPr>
        <a:xfrm>
          <a:off x="3280640" y="2766062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Pricing</a:t>
          </a:r>
        </a:p>
      </dsp:txBody>
      <dsp:txXfrm>
        <a:off x="3310960" y="2796382"/>
        <a:ext cx="974558" cy="1208037"/>
      </dsp:txXfrm>
    </dsp:sp>
    <dsp:sp modelId="{85473159-6DBE-43D5-B2A9-BC5032F40CA7}">
      <dsp:nvSpPr>
        <dsp:cNvPr id="0" name=""/>
        <dsp:cNvSpPr/>
      </dsp:nvSpPr>
      <dsp:spPr>
        <a:xfrm>
          <a:off x="3280640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Inventory</a:t>
          </a:r>
        </a:p>
      </dsp:txBody>
      <dsp:txXfrm>
        <a:off x="3310960" y="4178517"/>
        <a:ext cx="974558" cy="1208037"/>
      </dsp:txXfrm>
    </dsp:sp>
    <dsp:sp modelId="{2927E117-E11C-4CF3-A776-5C079F292ABD}">
      <dsp:nvSpPr>
        <dsp:cNvPr id="0" name=""/>
        <dsp:cNvSpPr/>
      </dsp:nvSpPr>
      <dsp:spPr>
        <a:xfrm>
          <a:off x="4359317" y="2766062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Targets</a:t>
          </a:r>
        </a:p>
      </dsp:txBody>
      <dsp:txXfrm>
        <a:off x="4389637" y="2796382"/>
        <a:ext cx="974558" cy="1208037"/>
      </dsp:txXfrm>
    </dsp:sp>
    <dsp:sp modelId="{135D58CC-E5C9-4F39-B083-687AD4670180}">
      <dsp:nvSpPr>
        <dsp:cNvPr id="0" name=""/>
        <dsp:cNvSpPr/>
      </dsp:nvSpPr>
      <dsp:spPr>
        <a:xfrm>
          <a:off x="4359317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Forecasts</a:t>
          </a:r>
        </a:p>
      </dsp:txBody>
      <dsp:txXfrm>
        <a:off x="4389637" y="4178517"/>
        <a:ext cx="974558" cy="1208037"/>
      </dsp:txXfrm>
    </dsp:sp>
    <dsp:sp modelId="{367134D7-281A-4945-AAB1-E7859A28B679}">
      <dsp:nvSpPr>
        <dsp:cNvPr id="0" name=""/>
        <dsp:cNvSpPr/>
      </dsp:nvSpPr>
      <dsp:spPr>
        <a:xfrm>
          <a:off x="5481472" y="1383927"/>
          <a:ext cx="3170813" cy="1268677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Marketing</a:t>
          </a:r>
        </a:p>
      </dsp:txBody>
      <dsp:txXfrm>
        <a:off x="5518630" y="1421085"/>
        <a:ext cx="3096497" cy="1194361"/>
      </dsp:txXfrm>
    </dsp:sp>
    <dsp:sp modelId="{C8D37153-BEA6-4DB7-AD89-086DD8772F68}">
      <dsp:nvSpPr>
        <dsp:cNvPr id="0" name=""/>
        <dsp:cNvSpPr/>
      </dsp:nvSpPr>
      <dsp:spPr>
        <a:xfrm>
          <a:off x="5481472" y="2766062"/>
          <a:ext cx="2092136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Message</a:t>
          </a:r>
        </a:p>
      </dsp:txBody>
      <dsp:txXfrm>
        <a:off x="5518630" y="2803220"/>
        <a:ext cx="2017820" cy="1194361"/>
      </dsp:txXfrm>
    </dsp:sp>
    <dsp:sp modelId="{F938A7B7-29A6-4028-A7F1-472919ED261B}">
      <dsp:nvSpPr>
        <dsp:cNvPr id="0" name=""/>
        <dsp:cNvSpPr/>
      </dsp:nvSpPr>
      <dsp:spPr>
        <a:xfrm>
          <a:off x="5481472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Brand</a:t>
          </a:r>
        </a:p>
      </dsp:txBody>
      <dsp:txXfrm>
        <a:off x="5511792" y="4178517"/>
        <a:ext cx="974558" cy="1208037"/>
      </dsp:txXfrm>
    </dsp:sp>
    <dsp:sp modelId="{EACC4CE8-D8E8-4421-86B2-35396E2DC7B1}">
      <dsp:nvSpPr>
        <dsp:cNvPr id="0" name=""/>
        <dsp:cNvSpPr/>
      </dsp:nvSpPr>
      <dsp:spPr>
        <a:xfrm>
          <a:off x="6538410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Voice</a:t>
          </a:r>
        </a:p>
      </dsp:txBody>
      <dsp:txXfrm>
        <a:off x="6568730" y="4178517"/>
        <a:ext cx="974558" cy="1208037"/>
      </dsp:txXfrm>
    </dsp:sp>
    <dsp:sp modelId="{3E26E0B3-F607-46D0-A8C9-58D4352D508E}">
      <dsp:nvSpPr>
        <dsp:cNvPr id="0" name=""/>
        <dsp:cNvSpPr/>
      </dsp:nvSpPr>
      <dsp:spPr>
        <a:xfrm>
          <a:off x="7617087" y="2766062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99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Channels</a:t>
          </a:r>
        </a:p>
      </dsp:txBody>
      <dsp:txXfrm>
        <a:off x="7647407" y="2796382"/>
        <a:ext cx="974558" cy="1208037"/>
      </dsp:txXfrm>
    </dsp:sp>
    <dsp:sp modelId="{67C54062-900A-45B7-8708-F1FEA63284B7}">
      <dsp:nvSpPr>
        <dsp:cNvPr id="0" name=""/>
        <dsp:cNvSpPr/>
      </dsp:nvSpPr>
      <dsp:spPr>
        <a:xfrm>
          <a:off x="7617087" y="4148197"/>
          <a:ext cx="1035198" cy="1268677"/>
        </a:xfrm>
        <a:prstGeom prst="roundRect">
          <a:avLst>
            <a:gd name="adj" fmla="val 10000"/>
          </a:avLst>
        </a:prstGeom>
        <a:solidFill>
          <a:schemeClr val="accent3">
            <a:tint val="7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Web / Email / Social</a:t>
          </a:r>
        </a:p>
      </dsp:txBody>
      <dsp:txXfrm>
        <a:off x="7647407" y="4178517"/>
        <a:ext cx="974558" cy="12080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23728-2DB7-48B7-BEE7-400E118A5EA4}">
      <dsp:nvSpPr>
        <dsp:cNvPr id="0" name=""/>
        <dsp:cNvSpPr/>
      </dsp:nvSpPr>
      <dsp:spPr>
        <a:xfrm>
          <a:off x="1349721" y="-26676"/>
          <a:ext cx="4438435" cy="4438435"/>
        </a:xfrm>
        <a:prstGeom prst="circularArrow">
          <a:avLst>
            <a:gd name="adj1" fmla="val 5544"/>
            <a:gd name="adj2" fmla="val 330680"/>
            <a:gd name="adj3" fmla="val 13792707"/>
            <a:gd name="adj4" fmla="val 17375760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501408-7611-495D-9A96-3A3AB1B79DA5}">
      <dsp:nvSpPr>
        <dsp:cNvPr id="0" name=""/>
        <dsp:cNvSpPr/>
      </dsp:nvSpPr>
      <dsp:spPr>
        <a:xfrm>
          <a:off x="2537292" y="283"/>
          <a:ext cx="2063293" cy="103164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Services / Products</a:t>
          </a:r>
        </a:p>
      </dsp:txBody>
      <dsp:txXfrm>
        <a:off x="2587653" y="50644"/>
        <a:ext cx="1962571" cy="930924"/>
      </dsp:txXfrm>
    </dsp:sp>
    <dsp:sp modelId="{584E9272-3F8F-463D-956A-3958C008ADE1}">
      <dsp:nvSpPr>
        <dsp:cNvPr id="0" name=""/>
        <dsp:cNvSpPr/>
      </dsp:nvSpPr>
      <dsp:spPr>
        <a:xfrm>
          <a:off x="4337379" y="1308123"/>
          <a:ext cx="2063293" cy="103164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Needs</a:t>
          </a:r>
        </a:p>
      </dsp:txBody>
      <dsp:txXfrm>
        <a:off x="4387740" y="1358484"/>
        <a:ext cx="1962571" cy="930924"/>
      </dsp:txXfrm>
    </dsp:sp>
    <dsp:sp modelId="{E435536C-BEEB-4999-AF65-2775E22F93CD}">
      <dsp:nvSpPr>
        <dsp:cNvPr id="0" name=""/>
        <dsp:cNvSpPr/>
      </dsp:nvSpPr>
      <dsp:spPr>
        <a:xfrm>
          <a:off x="3649807" y="3424252"/>
          <a:ext cx="2063293" cy="103164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Negotiation</a:t>
          </a:r>
        </a:p>
      </dsp:txBody>
      <dsp:txXfrm>
        <a:off x="3700168" y="3474613"/>
        <a:ext cx="1962571" cy="930924"/>
      </dsp:txXfrm>
    </dsp:sp>
    <dsp:sp modelId="{ECC31689-652E-47C6-B607-67C017113F07}">
      <dsp:nvSpPr>
        <dsp:cNvPr id="0" name=""/>
        <dsp:cNvSpPr/>
      </dsp:nvSpPr>
      <dsp:spPr>
        <a:xfrm>
          <a:off x="1424778" y="3424252"/>
          <a:ext cx="2063293" cy="103164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Value</a:t>
          </a:r>
        </a:p>
      </dsp:txBody>
      <dsp:txXfrm>
        <a:off x="1475139" y="3474613"/>
        <a:ext cx="1962571" cy="930924"/>
      </dsp:txXfrm>
    </dsp:sp>
    <dsp:sp modelId="{99A56435-F0B0-45CA-8DF7-0BB2E80DF71A}">
      <dsp:nvSpPr>
        <dsp:cNvPr id="0" name=""/>
        <dsp:cNvSpPr/>
      </dsp:nvSpPr>
      <dsp:spPr>
        <a:xfrm>
          <a:off x="737206" y="1308123"/>
          <a:ext cx="2063293" cy="103164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Evolution</a:t>
          </a:r>
        </a:p>
      </dsp:txBody>
      <dsp:txXfrm>
        <a:off x="787567" y="1358484"/>
        <a:ext cx="1962571" cy="930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5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0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2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9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6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23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8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2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2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0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60072-A17A-414E-BFF7-3E89BEC8DB29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7522D-99B0-4517-9912-35F2D8EE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22870423"/>
              </p:ext>
            </p:extLst>
          </p:nvPr>
        </p:nvGraphicFramePr>
        <p:xfrm>
          <a:off x="1901371" y="580329"/>
          <a:ext cx="86534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598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17565488"/>
              </p:ext>
            </p:extLst>
          </p:nvPr>
        </p:nvGraphicFramePr>
        <p:xfrm>
          <a:off x="556883" y="521259"/>
          <a:ext cx="7137879" cy="445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94763" y="664234"/>
            <a:ext cx="370935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US" dirty="0"/>
              <a:t>Services / Products– what are you selling?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Differentiators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Features / Benefits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Needs – why does the customer need it?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Negotiation – what is the price and add on sales goals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Value – what is the perceived value and ROI</a:t>
            </a:r>
          </a:p>
          <a:p>
            <a:pPr marL="342900" indent="-342900">
              <a:buFont typeface="+mj-lt"/>
              <a:buAutoNum type="arabicParenR"/>
            </a:pPr>
            <a:r>
              <a:rPr lang="en-US" dirty="0"/>
              <a:t>Evolution – customer repeat buys / referrals to other customers / looking for more products / enhancement suggestions to current offering</a:t>
            </a:r>
          </a:p>
        </p:txBody>
      </p:sp>
    </p:spTree>
    <p:extLst>
      <p:ext uri="{BB962C8B-B14F-4D97-AF65-F5344CB8AC3E}">
        <p14:creationId xmlns:p14="http://schemas.microsoft.com/office/powerpoint/2010/main" val="211395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6854C1-111D-4694-8898-60CF7D19F2CB}"/>
</file>

<file path=customXml/itemProps2.xml><?xml version="1.0" encoding="utf-8"?>
<ds:datastoreItem xmlns:ds="http://schemas.openxmlformats.org/officeDocument/2006/customXml" ds:itemID="{A7C34E6C-4517-45C2-9234-B1C220AC9C98}"/>
</file>

<file path=customXml/itemProps3.xml><?xml version="1.0" encoding="utf-8"?>
<ds:datastoreItem xmlns:ds="http://schemas.openxmlformats.org/officeDocument/2006/customXml" ds:itemID="{E4A7632D-D465-490F-98CF-61C392B9055D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99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Chuck Coveleski</dc:creator>
  <cp:lastModifiedBy>Chuck C</cp:lastModifiedBy>
  <cp:revision>2</cp:revision>
  <dcterms:created xsi:type="dcterms:W3CDTF">2016-07-15T12:04:09Z</dcterms:created>
  <dcterms:modified xsi:type="dcterms:W3CDTF">2020-06-12T13:38:01Z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