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4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ck C" userId="c772e50cd3a79399" providerId="LiveId" clId="{A02B5A1E-D968-48E7-9FB7-2C86B2CB0664}"/>
    <pc:docChg chg="custSel modSld">
      <pc:chgData name="Chuck C" userId="c772e50cd3a79399" providerId="LiveId" clId="{A02B5A1E-D968-48E7-9FB7-2C86B2CB0664}" dt="2020-06-12T12:27:54.424" v="4" actId="14100"/>
      <pc:docMkLst>
        <pc:docMk/>
      </pc:docMkLst>
      <pc:sldChg chg="delSp modSp mod">
        <pc:chgData name="Chuck C" userId="c772e50cd3a79399" providerId="LiveId" clId="{A02B5A1E-D968-48E7-9FB7-2C86B2CB0664}" dt="2020-06-12T12:27:54.424" v="4" actId="14100"/>
        <pc:sldMkLst>
          <pc:docMk/>
          <pc:sldMk cId="1498352094" sldId="1462"/>
        </pc:sldMkLst>
        <pc:spChg chg="mod">
          <ac:chgData name="Chuck C" userId="c772e50cd3a79399" providerId="LiveId" clId="{A02B5A1E-D968-48E7-9FB7-2C86B2CB0664}" dt="2020-06-12T12:27:49.243" v="2" actId="6549"/>
          <ac:spMkLst>
            <pc:docMk/>
            <pc:sldMk cId="1498352094" sldId="1462"/>
            <ac:spMk id="6" creationId="{00000000-0000-0000-0000-000000000000}"/>
          </ac:spMkLst>
        </pc:spChg>
        <pc:grpChg chg="del">
          <ac:chgData name="Chuck C" userId="c772e50cd3a79399" providerId="LiveId" clId="{A02B5A1E-D968-48E7-9FB7-2C86B2CB0664}" dt="2020-06-12T12:27:50.395" v="3" actId="478"/>
          <ac:grpSpMkLst>
            <pc:docMk/>
            <pc:sldMk cId="1498352094" sldId="1462"/>
            <ac:grpSpMk id="2" creationId="{00000000-0000-0000-0000-000000000000}"/>
          </ac:grpSpMkLst>
        </pc:grpChg>
        <pc:picChg chg="mod">
          <ac:chgData name="Chuck C" userId="c772e50cd3a79399" providerId="LiveId" clId="{A02B5A1E-D968-48E7-9FB7-2C86B2CB0664}" dt="2020-06-12T12:27:54.424" v="4" actId="14100"/>
          <ac:picMkLst>
            <pc:docMk/>
            <pc:sldMk cId="1498352094" sldId="1462"/>
            <ac:picMk id="7" creationId="{00000000-0000-0000-0000-000000000000}"/>
          </ac:picMkLst>
        </pc:picChg>
        <pc:picChg chg="del">
          <ac:chgData name="Chuck C" userId="c772e50cd3a79399" providerId="LiveId" clId="{A02B5A1E-D968-48E7-9FB7-2C86B2CB0664}" dt="2020-06-12T12:27:45.730" v="1" actId="478"/>
          <ac:picMkLst>
            <pc:docMk/>
            <pc:sldMk cId="1498352094" sldId="1462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77991-5040-4306-9A13-729E04684DA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1B3D5-189F-478C-8594-386192DC3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06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0225"/>
            <a:ext cx="4725988" cy="2659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7FD523-6A9D-431F-9006-8F984D4E0CC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033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D5CB-951B-451A-89FE-F38657952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72142-4EC4-4460-8AC0-F9BE4A0B6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DB751-4207-4A49-91F8-54436B836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071E-2E09-48A2-8F5B-B739816D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04E35-7FEF-4D0A-9745-CD867BA7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2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A3E1-1C72-4BF3-8D75-1E8755BC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CBB68-C942-449E-9015-F1FAA32B5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5AC9-DD05-46A1-8344-0AD17B273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37E2E-8A95-4DBB-8707-FA39633DA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87024-2427-4CE9-9E1D-AF53501C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2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36D4D-168F-4C91-8C82-2A71B839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72787-A8EA-4278-8B1F-AA5D501E6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C346A-715F-4BB9-A1D3-C936ADF7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F9D05-60C8-432E-8AEB-E7BBEF838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E081F-D035-48D3-8935-7C384D9D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7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1CFA-4EB5-4ACE-889F-9AD8998B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81242-9E5F-4D40-8786-FC26C875D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4976B-C781-4463-B5E0-C9D535431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1AD38-7598-485E-8E38-512B4E7E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98065-594E-4968-96F2-1E164381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C5A64-114F-4478-9A27-891A5CF74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51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4B4B-D19E-4D56-A2CB-732FBBB7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EEB4B-0A68-4636-B93E-3D12EA95F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94FFD-F4FD-4F69-8493-F15A87903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0E8EF-EF08-4329-A4DF-7CF1409A4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AA999B-B2F2-4702-8829-4C31F012E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76F5E5-4028-4A7B-9329-2E2C7A7C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2776C2-8D21-4FD4-85BC-3D7DEDDB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5D3C8-A950-4940-B9FC-F929D219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22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756D-F878-4311-8CDD-A34685E5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66021-87BD-4123-878A-1429C4AA3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E4487-2E7D-47A6-B229-986DEA06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7B9DB-51F8-4D8A-B4F6-5EBBAD14C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4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228113-A638-46F9-82B5-52FCFCA5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B812D7-A104-4A68-BE4C-6D62C245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2DD97-9B6F-4DA9-ABC9-6AC04A9A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9065-5F21-43DB-B223-8093E05D8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1A003-07CE-4AE2-99C8-D66CB358F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5F969-5F63-4A61-9D49-93E051D95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87F23-D731-4C8D-A1AC-C3F5BA5C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6B35F-9703-4FB5-A6BC-6AE6750C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94109-1995-4E2A-B065-31C3037C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1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4D26C-B7B5-41FD-B047-4543D7CB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35DB91-F095-4539-B0AD-99F100B55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9D891-C903-4B96-B759-0D57A7174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5745B-5358-4897-A316-432BA505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A8E6C-E266-4D13-8F17-FEF97FC9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70F03-A008-4E7C-BDDD-07C9B201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79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613A-51D3-4604-89DD-E959C7A0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49D01-FAB6-4D3B-AB98-93AC91AFA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9E9B4-B5C1-40DD-957E-44FEB443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C848F-E538-4881-9033-4490F5C9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CD972-9F7F-4D27-B16B-EFFB290A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2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3BD001-8AB9-46C8-A042-27AD8BB3F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B8E6F-E72E-43B8-9352-347F69B1B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469C2-ECDA-4D4D-B07C-2355D9401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22ACE-B8CA-4F3F-BAA7-4409D34E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D9534-348F-45F5-A71C-55E48AA3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0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C8154A-5305-4958-B27F-2C8D0D2D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DA7AB-1F14-43F6-85D3-522B645DE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0C4FB-121B-4FBC-99EC-B04D11181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98B07-E207-4834-801A-7E00C7BFC365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EC107-84BA-452D-AFE5-1234D9D4A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FE10D-2551-4500-B09D-4BE33791B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CDE13-2F46-4A7D-988A-B8E02A88A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0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2. manifesto of teams (crop) inverted.png"/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-1"/>
            <a:ext cx="1219200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52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A4EE4A-8075-4D70-91AA-EAB13EEA4B3D}"/>
</file>

<file path=customXml/itemProps2.xml><?xml version="1.0" encoding="utf-8"?>
<ds:datastoreItem xmlns:ds="http://schemas.openxmlformats.org/officeDocument/2006/customXml" ds:itemID="{9EA5D0E3-3ABF-44D7-9B21-4B9B17AA68DC}"/>
</file>

<file path=customXml/itemProps3.xml><?xml version="1.0" encoding="utf-8"?>
<ds:datastoreItem xmlns:ds="http://schemas.openxmlformats.org/officeDocument/2006/customXml" ds:itemID="{0F539A10-D3CF-492C-8BDE-E794B1652FA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Chuck C</dc:creator>
  <cp:lastModifiedBy>Chuck C</cp:lastModifiedBy>
  <cp:revision>1</cp:revision>
  <dcterms:created xsi:type="dcterms:W3CDTF">2020-06-12T12:27:19Z</dcterms:created>
  <dcterms:modified xsi:type="dcterms:W3CDTF">2020-06-12T12:27:56Z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